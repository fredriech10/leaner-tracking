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709" r:id="rId1"/>
  </p:sldMasterIdLst>
  <p:notesMasterIdLst>
    <p:notesMasterId r:id="rId25"/>
  </p:notesMasterIdLst>
  <p:sldIdLst>
    <p:sldId id="257" r:id="rId2"/>
    <p:sldId id="296" r:id="rId3"/>
    <p:sldId id="288" r:id="rId4"/>
    <p:sldId id="339" r:id="rId5"/>
    <p:sldId id="385" r:id="rId6"/>
    <p:sldId id="358" r:id="rId7"/>
    <p:sldId id="398" r:id="rId8"/>
    <p:sldId id="369" r:id="rId9"/>
    <p:sldId id="370" r:id="rId10"/>
    <p:sldId id="387" r:id="rId11"/>
    <p:sldId id="388" r:id="rId12"/>
    <p:sldId id="371" r:id="rId13"/>
    <p:sldId id="389" r:id="rId14"/>
    <p:sldId id="390" r:id="rId15"/>
    <p:sldId id="384" r:id="rId16"/>
    <p:sldId id="392" r:id="rId17"/>
    <p:sldId id="393" r:id="rId18"/>
    <p:sldId id="399" r:id="rId19"/>
    <p:sldId id="402" r:id="rId20"/>
    <p:sldId id="394" r:id="rId21"/>
    <p:sldId id="395" r:id="rId22"/>
    <p:sldId id="313" r:id="rId23"/>
    <p:sldId id="40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33CC"/>
    <a:srgbClr val="008000"/>
    <a:srgbClr val="CC6600"/>
    <a:srgbClr val="FF6600"/>
    <a:srgbClr val="66FF33"/>
    <a:srgbClr val="663300"/>
    <a:srgbClr val="FF5050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86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9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06AC0B-EA32-4749-A120-ED67AC458793}" type="doc">
      <dgm:prSet loTypeId="urn:microsoft.com/office/officeart/2005/8/layout/hierarchy1" loCatId="hierarchy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ZA"/>
        </a:p>
      </dgm:t>
    </dgm:pt>
    <dgm:pt modelId="{A180CF7F-5186-4598-93F8-D0AD47DBE40C}">
      <dgm:prSet phldrT="[Text]" custT="1"/>
      <dgm:spPr/>
      <dgm:t>
        <a:bodyPr/>
        <a:lstStyle/>
        <a:p>
          <a:r>
            <a:rPr lang="en-ZA" sz="1100" b="1"/>
            <a:t>My Lêers</a:t>
          </a:r>
        </a:p>
      </dgm:t>
    </dgm:pt>
    <dgm:pt modelId="{6BA092C5-9832-41DF-9F34-716FD800DFE9}" type="parTrans" cxnId="{4E2E161A-2203-42AD-86A0-E7991F8FE898}">
      <dgm:prSet/>
      <dgm:spPr/>
      <dgm:t>
        <a:bodyPr/>
        <a:lstStyle/>
        <a:p>
          <a:endParaRPr lang="en-ZA" sz="2800" b="1"/>
        </a:p>
      </dgm:t>
    </dgm:pt>
    <dgm:pt modelId="{2B870995-9DBB-44BF-BC7A-FC32AB40DEDD}" type="sibTrans" cxnId="{4E2E161A-2203-42AD-86A0-E7991F8FE898}">
      <dgm:prSet/>
      <dgm:spPr/>
      <dgm:t>
        <a:bodyPr/>
        <a:lstStyle/>
        <a:p>
          <a:endParaRPr lang="en-ZA" sz="2800" b="1"/>
        </a:p>
      </dgm:t>
    </dgm:pt>
    <dgm:pt modelId="{36F67EA7-40C7-413E-BA0E-98BD65BAF85F}">
      <dgm:prSet phldrT="[Text]" custT="1"/>
      <dgm:spPr/>
      <dgm:t>
        <a:bodyPr/>
        <a:lstStyle/>
        <a:p>
          <a:r>
            <a:rPr lang="en-ZA" sz="1100" b="1"/>
            <a:t>Skool</a:t>
          </a:r>
        </a:p>
      </dgm:t>
    </dgm:pt>
    <dgm:pt modelId="{7DE495FF-F2F1-4DA6-B4E1-85738897AA77}" type="parTrans" cxnId="{4F03C671-FB17-43A2-A09D-13093661ABAD}">
      <dgm:prSet/>
      <dgm:spPr/>
      <dgm:t>
        <a:bodyPr/>
        <a:lstStyle/>
        <a:p>
          <a:endParaRPr lang="en-ZA" sz="2800" b="1"/>
        </a:p>
      </dgm:t>
    </dgm:pt>
    <dgm:pt modelId="{06DEDD25-5EC4-440C-9D51-734CC787C521}" type="sibTrans" cxnId="{4F03C671-FB17-43A2-A09D-13093661ABAD}">
      <dgm:prSet/>
      <dgm:spPr/>
      <dgm:t>
        <a:bodyPr/>
        <a:lstStyle/>
        <a:p>
          <a:endParaRPr lang="en-ZA" sz="2800" b="1"/>
        </a:p>
      </dgm:t>
    </dgm:pt>
    <dgm:pt modelId="{99419F6E-50F4-4103-BC1D-C52FCEBC0934}">
      <dgm:prSet phldrT="[Text]" custT="1"/>
      <dgm:spPr/>
      <dgm:t>
        <a:bodyPr/>
        <a:lstStyle/>
        <a:p>
          <a:r>
            <a:rPr lang="en-ZA" sz="1100" b="1"/>
            <a:t>RTT</a:t>
          </a:r>
        </a:p>
      </dgm:t>
    </dgm:pt>
    <dgm:pt modelId="{B1534565-EDBC-4CAB-834C-2A8406743E53}" type="parTrans" cxnId="{9CA3112F-5060-4168-BF7D-BBA5F6F26067}">
      <dgm:prSet/>
      <dgm:spPr/>
      <dgm:t>
        <a:bodyPr/>
        <a:lstStyle/>
        <a:p>
          <a:endParaRPr lang="en-ZA" sz="2800" b="1"/>
        </a:p>
      </dgm:t>
    </dgm:pt>
    <dgm:pt modelId="{9A58A79A-6A57-4260-B6B9-47AA8ED9239E}" type="sibTrans" cxnId="{9CA3112F-5060-4168-BF7D-BBA5F6F26067}">
      <dgm:prSet/>
      <dgm:spPr/>
      <dgm:t>
        <a:bodyPr/>
        <a:lstStyle/>
        <a:p>
          <a:endParaRPr lang="en-ZA" sz="2800" b="1"/>
        </a:p>
      </dgm:t>
    </dgm:pt>
    <dgm:pt modelId="{C8D37F27-3CDC-4636-86F2-CA44E7E45DEB}">
      <dgm:prSet phldrT="[Text]" custT="1"/>
      <dgm:spPr/>
      <dgm:t>
        <a:bodyPr/>
        <a:lstStyle/>
        <a:p>
          <a:r>
            <a:rPr lang="en-ZA" sz="1100" b="1"/>
            <a:t>Ander Vakke</a:t>
          </a:r>
        </a:p>
      </dgm:t>
    </dgm:pt>
    <dgm:pt modelId="{52635D1D-773F-4A3F-A464-AEAC662DBA23}" type="parTrans" cxnId="{99CDC8D3-B122-4B51-9650-CDDA2C8AA7A4}">
      <dgm:prSet/>
      <dgm:spPr/>
      <dgm:t>
        <a:bodyPr/>
        <a:lstStyle/>
        <a:p>
          <a:endParaRPr lang="en-ZA" sz="2800" b="1"/>
        </a:p>
      </dgm:t>
    </dgm:pt>
    <dgm:pt modelId="{35A1F179-B719-4B5C-8836-CEF95A7E6AAA}" type="sibTrans" cxnId="{99CDC8D3-B122-4B51-9650-CDDA2C8AA7A4}">
      <dgm:prSet/>
      <dgm:spPr/>
      <dgm:t>
        <a:bodyPr/>
        <a:lstStyle/>
        <a:p>
          <a:endParaRPr lang="en-ZA" sz="2800" b="1"/>
        </a:p>
      </dgm:t>
    </dgm:pt>
    <dgm:pt modelId="{8A352D24-C650-445C-8019-3B1FEADECC3D}">
      <dgm:prSet phldrT="[Text]" custT="1"/>
      <dgm:spPr/>
      <dgm:t>
        <a:bodyPr/>
        <a:lstStyle/>
        <a:p>
          <a:r>
            <a:rPr lang="en-ZA" sz="1100" b="1" dirty="0" err="1"/>
            <a:t>Persoonlik</a:t>
          </a:r>
          <a:endParaRPr lang="en-ZA" sz="1100" b="1" dirty="0"/>
        </a:p>
      </dgm:t>
    </dgm:pt>
    <dgm:pt modelId="{2B42561F-229E-4AA8-B85F-6AE7A38AEE1D}" type="parTrans" cxnId="{82B81918-E421-4896-8C27-53C0DD8AF327}">
      <dgm:prSet/>
      <dgm:spPr/>
      <dgm:t>
        <a:bodyPr/>
        <a:lstStyle/>
        <a:p>
          <a:endParaRPr lang="en-ZA" sz="2800" b="1"/>
        </a:p>
      </dgm:t>
    </dgm:pt>
    <dgm:pt modelId="{ACE362C0-5A02-42C6-B7E5-E828F8C589A2}" type="sibTrans" cxnId="{82B81918-E421-4896-8C27-53C0DD8AF327}">
      <dgm:prSet/>
      <dgm:spPr/>
      <dgm:t>
        <a:bodyPr/>
        <a:lstStyle/>
        <a:p>
          <a:endParaRPr lang="en-ZA" sz="2800" b="1"/>
        </a:p>
      </dgm:t>
    </dgm:pt>
    <dgm:pt modelId="{FCD45ACE-8C25-4BDF-9267-0186563560BE}">
      <dgm:prSet phldrT="[Text]" custT="1"/>
      <dgm:spPr/>
      <dgm:t>
        <a:bodyPr/>
        <a:lstStyle/>
        <a:p>
          <a:r>
            <a:rPr lang="en-ZA" sz="1100" b="1"/>
            <a:t>E-posse</a:t>
          </a:r>
        </a:p>
      </dgm:t>
    </dgm:pt>
    <dgm:pt modelId="{6428A703-F718-49AD-900A-2111D26DC947}" type="parTrans" cxnId="{9610E19E-0EB3-46D3-9909-EA76CB2C54D9}">
      <dgm:prSet/>
      <dgm:spPr/>
      <dgm:t>
        <a:bodyPr/>
        <a:lstStyle/>
        <a:p>
          <a:endParaRPr lang="en-ZA" sz="2800" b="1"/>
        </a:p>
      </dgm:t>
    </dgm:pt>
    <dgm:pt modelId="{77E514B6-3A43-4683-ADE8-FABD32FE6080}" type="sibTrans" cxnId="{9610E19E-0EB3-46D3-9909-EA76CB2C54D9}">
      <dgm:prSet/>
      <dgm:spPr/>
      <dgm:t>
        <a:bodyPr/>
        <a:lstStyle/>
        <a:p>
          <a:endParaRPr lang="en-ZA" sz="2800" b="1"/>
        </a:p>
      </dgm:t>
    </dgm:pt>
    <dgm:pt modelId="{2CF0947C-96A0-4DC7-9711-5896F7697B7C}">
      <dgm:prSet custT="1"/>
      <dgm:spPr/>
      <dgm:t>
        <a:bodyPr/>
        <a:lstStyle/>
        <a:p>
          <a:r>
            <a:rPr lang="en-ZA" sz="1100" b="1"/>
            <a:t>Musiek</a:t>
          </a:r>
        </a:p>
      </dgm:t>
    </dgm:pt>
    <dgm:pt modelId="{D20D7BBF-B890-4070-B63E-3606D6897BEF}" type="parTrans" cxnId="{BE303B31-8CE2-4DEA-9DA6-37495C00282C}">
      <dgm:prSet/>
      <dgm:spPr/>
      <dgm:t>
        <a:bodyPr/>
        <a:lstStyle/>
        <a:p>
          <a:endParaRPr lang="en-ZA" sz="2800" b="1"/>
        </a:p>
      </dgm:t>
    </dgm:pt>
    <dgm:pt modelId="{A13810DD-CA3E-4114-9EF9-FEE2B3BD9D29}" type="sibTrans" cxnId="{BE303B31-8CE2-4DEA-9DA6-37495C00282C}">
      <dgm:prSet/>
      <dgm:spPr/>
      <dgm:t>
        <a:bodyPr/>
        <a:lstStyle/>
        <a:p>
          <a:endParaRPr lang="en-ZA" sz="2800" b="1"/>
        </a:p>
      </dgm:t>
    </dgm:pt>
    <dgm:pt modelId="{C430577A-CCE4-44B5-B060-9908D20AC220}">
      <dgm:prSet custT="1"/>
      <dgm:spPr/>
      <dgm:t>
        <a:bodyPr/>
        <a:lstStyle/>
        <a:p>
          <a:r>
            <a:rPr lang="en-ZA" sz="1100" b="1"/>
            <a:t>Foto's</a:t>
          </a:r>
        </a:p>
      </dgm:t>
    </dgm:pt>
    <dgm:pt modelId="{E724334B-1854-4220-BB99-0588AF35A9D4}" type="parTrans" cxnId="{E0FD4748-C865-44FE-A15A-89625A437BB4}">
      <dgm:prSet/>
      <dgm:spPr/>
      <dgm:t>
        <a:bodyPr/>
        <a:lstStyle/>
        <a:p>
          <a:endParaRPr lang="en-ZA" sz="2800" b="1"/>
        </a:p>
      </dgm:t>
    </dgm:pt>
    <dgm:pt modelId="{4B11513B-4D7B-42FA-818E-4AE946B14524}" type="sibTrans" cxnId="{E0FD4748-C865-44FE-A15A-89625A437BB4}">
      <dgm:prSet/>
      <dgm:spPr/>
      <dgm:t>
        <a:bodyPr/>
        <a:lstStyle/>
        <a:p>
          <a:endParaRPr lang="en-ZA" sz="2800" b="1"/>
        </a:p>
      </dgm:t>
    </dgm:pt>
    <dgm:pt modelId="{DB8FCE55-CC42-43E7-A2C0-3A06A8915E68}" type="pres">
      <dgm:prSet presAssocID="{7D06AC0B-EA32-4749-A120-ED67AC45879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7879D79-54D3-41FD-9A23-9C240D396758}" type="pres">
      <dgm:prSet presAssocID="{A180CF7F-5186-4598-93F8-D0AD47DBE40C}" presName="hierRoot1" presStyleCnt="0"/>
      <dgm:spPr/>
    </dgm:pt>
    <dgm:pt modelId="{A27A99B9-C331-4D39-A3C0-149196698C3C}" type="pres">
      <dgm:prSet presAssocID="{A180CF7F-5186-4598-93F8-D0AD47DBE40C}" presName="composite" presStyleCnt="0"/>
      <dgm:spPr/>
    </dgm:pt>
    <dgm:pt modelId="{ADE37353-95A0-4744-868F-AA5A2C733C39}" type="pres">
      <dgm:prSet presAssocID="{A180CF7F-5186-4598-93F8-D0AD47DBE40C}" presName="background" presStyleLbl="node0" presStyleIdx="0" presStyleCnt="1"/>
      <dgm:spPr/>
    </dgm:pt>
    <dgm:pt modelId="{E15CC172-6F24-4CC4-897D-E51927B58510}" type="pres">
      <dgm:prSet presAssocID="{A180CF7F-5186-4598-93F8-D0AD47DBE40C}" presName="text" presStyleLbl="fgAcc0" presStyleIdx="0" presStyleCnt="1">
        <dgm:presLayoutVars>
          <dgm:chPref val="3"/>
        </dgm:presLayoutVars>
      </dgm:prSet>
      <dgm:spPr/>
    </dgm:pt>
    <dgm:pt modelId="{1BA99ADB-BAA7-4BE2-A8A6-9B14802CBB22}" type="pres">
      <dgm:prSet presAssocID="{A180CF7F-5186-4598-93F8-D0AD47DBE40C}" presName="hierChild2" presStyleCnt="0"/>
      <dgm:spPr/>
    </dgm:pt>
    <dgm:pt modelId="{1A2C8834-94FD-44D8-812C-381F762A768D}" type="pres">
      <dgm:prSet presAssocID="{7DE495FF-F2F1-4DA6-B4E1-85738897AA77}" presName="Name10" presStyleLbl="parChTrans1D2" presStyleIdx="0" presStyleCnt="2"/>
      <dgm:spPr/>
    </dgm:pt>
    <dgm:pt modelId="{AE2903B6-264D-46A5-A5AF-CD4BB63827DC}" type="pres">
      <dgm:prSet presAssocID="{36F67EA7-40C7-413E-BA0E-98BD65BAF85F}" presName="hierRoot2" presStyleCnt="0"/>
      <dgm:spPr/>
    </dgm:pt>
    <dgm:pt modelId="{14D367B1-4B01-4BBD-83DB-5E12BF47C67A}" type="pres">
      <dgm:prSet presAssocID="{36F67EA7-40C7-413E-BA0E-98BD65BAF85F}" presName="composite2" presStyleCnt="0"/>
      <dgm:spPr/>
    </dgm:pt>
    <dgm:pt modelId="{5207D943-E6D1-43C2-A448-1EABBCBE9875}" type="pres">
      <dgm:prSet presAssocID="{36F67EA7-40C7-413E-BA0E-98BD65BAF85F}" presName="background2" presStyleLbl="node2" presStyleIdx="0" presStyleCnt="2"/>
      <dgm:spPr/>
    </dgm:pt>
    <dgm:pt modelId="{3C73ABF9-D23C-461B-A61D-80194C422706}" type="pres">
      <dgm:prSet presAssocID="{36F67EA7-40C7-413E-BA0E-98BD65BAF85F}" presName="text2" presStyleLbl="fgAcc2" presStyleIdx="0" presStyleCnt="2">
        <dgm:presLayoutVars>
          <dgm:chPref val="3"/>
        </dgm:presLayoutVars>
      </dgm:prSet>
      <dgm:spPr/>
    </dgm:pt>
    <dgm:pt modelId="{40C87FB4-73C6-4857-A5F1-120F32AABA05}" type="pres">
      <dgm:prSet presAssocID="{36F67EA7-40C7-413E-BA0E-98BD65BAF85F}" presName="hierChild3" presStyleCnt="0"/>
      <dgm:spPr/>
    </dgm:pt>
    <dgm:pt modelId="{4C851A8B-2E2F-4CA2-815F-776273558F39}" type="pres">
      <dgm:prSet presAssocID="{B1534565-EDBC-4CAB-834C-2A8406743E53}" presName="Name17" presStyleLbl="parChTrans1D3" presStyleIdx="0" presStyleCnt="5"/>
      <dgm:spPr/>
    </dgm:pt>
    <dgm:pt modelId="{44D2FC5B-4E8A-48C9-8340-FABD0CD640BE}" type="pres">
      <dgm:prSet presAssocID="{99419F6E-50F4-4103-BC1D-C52FCEBC0934}" presName="hierRoot3" presStyleCnt="0"/>
      <dgm:spPr/>
    </dgm:pt>
    <dgm:pt modelId="{308A4B38-CD56-4916-96D7-197D1F804B7F}" type="pres">
      <dgm:prSet presAssocID="{99419F6E-50F4-4103-BC1D-C52FCEBC0934}" presName="composite3" presStyleCnt="0"/>
      <dgm:spPr/>
    </dgm:pt>
    <dgm:pt modelId="{5A6366FD-E500-4CD7-9611-A282D423DDC8}" type="pres">
      <dgm:prSet presAssocID="{99419F6E-50F4-4103-BC1D-C52FCEBC0934}" presName="background3" presStyleLbl="node3" presStyleIdx="0" presStyleCnt="5"/>
      <dgm:spPr/>
    </dgm:pt>
    <dgm:pt modelId="{2E12FEC9-5211-491B-90FA-FEC221920929}" type="pres">
      <dgm:prSet presAssocID="{99419F6E-50F4-4103-BC1D-C52FCEBC0934}" presName="text3" presStyleLbl="fgAcc3" presStyleIdx="0" presStyleCnt="5">
        <dgm:presLayoutVars>
          <dgm:chPref val="3"/>
        </dgm:presLayoutVars>
      </dgm:prSet>
      <dgm:spPr/>
    </dgm:pt>
    <dgm:pt modelId="{EDBF33F7-013C-46E1-BD37-06262DF2F0DF}" type="pres">
      <dgm:prSet presAssocID="{99419F6E-50F4-4103-BC1D-C52FCEBC0934}" presName="hierChild4" presStyleCnt="0"/>
      <dgm:spPr/>
    </dgm:pt>
    <dgm:pt modelId="{9860D356-82F3-4996-9D1E-20F32BBFB04A}" type="pres">
      <dgm:prSet presAssocID="{52635D1D-773F-4A3F-A464-AEAC662DBA23}" presName="Name17" presStyleLbl="parChTrans1D3" presStyleIdx="1" presStyleCnt="5"/>
      <dgm:spPr/>
    </dgm:pt>
    <dgm:pt modelId="{F4C37DCB-92B7-4367-AA24-3B8C1E3AA5B7}" type="pres">
      <dgm:prSet presAssocID="{C8D37F27-3CDC-4636-86F2-CA44E7E45DEB}" presName="hierRoot3" presStyleCnt="0"/>
      <dgm:spPr/>
    </dgm:pt>
    <dgm:pt modelId="{DA4A0F5A-7846-4A51-B5C9-96460ADEF10E}" type="pres">
      <dgm:prSet presAssocID="{C8D37F27-3CDC-4636-86F2-CA44E7E45DEB}" presName="composite3" presStyleCnt="0"/>
      <dgm:spPr/>
    </dgm:pt>
    <dgm:pt modelId="{74763CAA-ED26-4F51-8E5C-0EBBDEE679E4}" type="pres">
      <dgm:prSet presAssocID="{C8D37F27-3CDC-4636-86F2-CA44E7E45DEB}" presName="background3" presStyleLbl="node3" presStyleIdx="1" presStyleCnt="5"/>
      <dgm:spPr/>
    </dgm:pt>
    <dgm:pt modelId="{0423CA11-1EE3-454D-B678-F4A20CB61E53}" type="pres">
      <dgm:prSet presAssocID="{C8D37F27-3CDC-4636-86F2-CA44E7E45DEB}" presName="text3" presStyleLbl="fgAcc3" presStyleIdx="1" presStyleCnt="5" custScaleX="108369">
        <dgm:presLayoutVars>
          <dgm:chPref val="3"/>
        </dgm:presLayoutVars>
      </dgm:prSet>
      <dgm:spPr/>
    </dgm:pt>
    <dgm:pt modelId="{74936C9E-43B3-44D6-A976-A7B6470FD181}" type="pres">
      <dgm:prSet presAssocID="{C8D37F27-3CDC-4636-86F2-CA44E7E45DEB}" presName="hierChild4" presStyleCnt="0"/>
      <dgm:spPr/>
    </dgm:pt>
    <dgm:pt modelId="{EF731BFD-3C91-408D-840A-269C3D233890}" type="pres">
      <dgm:prSet presAssocID="{2B42561F-229E-4AA8-B85F-6AE7A38AEE1D}" presName="Name10" presStyleLbl="parChTrans1D2" presStyleIdx="1" presStyleCnt="2"/>
      <dgm:spPr/>
    </dgm:pt>
    <dgm:pt modelId="{1B5FBE9F-B636-4DE6-8ABA-D55043B89300}" type="pres">
      <dgm:prSet presAssocID="{8A352D24-C650-445C-8019-3B1FEADECC3D}" presName="hierRoot2" presStyleCnt="0"/>
      <dgm:spPr/>
    </dgm:pt>
    <dgm:pt modelId="{417C554E-B853-4667-969F-0642132D5B14}" type="pres">
      <dgm:prSet presAssocID="{8A352D24-C650-445C-8019-3B1FEADECC3D}" presName="composite2" presStyleCnt="0"/>
      <dgm:spPr/>
    </dgm:pt>
    <dgm:pt modelId="{1BF4E467-4F29-4D1A-B199-755777428F88}" type="pres">
      <dgm:prSet presAssocID="{8A352D24-C650-445C-8019-3B1FEADECC3D}" presName="background2" presStyleLbl="node2" presStyleIdx="1" presStyleCnt="2"/>
      <dgm:spPr/>
    </dgm:pt>
    <dgm:pt modelId="{AE43078B-2F44-4EBB-97A1-BFC057CFAC3A}" type="pres">
      <dgm:prSet presAssocID="{8A352D24-C650-445C-8019-3B1FEADECC3D}" presName="text2" presStyleLbl="fgAcc2" presStyleIdx="1" presStyleCnt="2" custScaleX="138670">
        <dgm:presLayoutVars>
          <dgm:chPref val="3"/>
        </dgm:presLayoutVars>
      </dgm:prSet>
      <dgm:spPr/>
    </dgm:pt>
    <dgm:pt modelId="{2720D28B-AAC0-4407-B116-A98B5FC79D35}" type="pres">
      <dgm:prSet presAssocID="{8A352D24-C650-445C-8019-3B1FEADECC3D}" presName="hierChild3" presStyleCnt="0"/>
      <dgm:spPr/>
    </dgm:pt>
    <dgm:pt modelId="{AF1817B3-66FB-489D-913C-C54B42AFBCB7}" type="pres">
      <dgm:prSet presAssocID="{6428A703-F718-49AD-900A-2111D26DC947}" presName="Name17" presStyleLbl="parChTrans1D3" presStyleIdx="2" presStyleCnt="5"/>
      <dgm:spPr/>
    </dgm:pt>
    <dgm:pt modelId="{A2D7FCBC-A582-423F-BBD7-97C2F85A0489}" type="pres">
      <dgm:prSet presAssocID="{FCD45ACE-8C25-4BDF-9267-0186563560BE}" presName="hierRoot3" presStyleCnt="0"/>
      <dgm:spPr/>
    </dgm:pt>
    <dgm:pt modelId="{6132D412-23D9-49AB-9063-8423F690FFAB}" type="pres">
      <dgm:prSet presAssocID="{FCD45ACE-8C25-4BDF-9267-0186563560BE}" presName="composite3" presStyleCnt="0"/>
      <dgm:spPr/>
    </dgm:pt>
    <dgm:pt modelId="{9E41FAC1-DBF2-4405-8B62-24E0E7D4B78D}" type="pres">
      <dgm:prSet presAssocID="{FCD45ACE-8C25-4BDF-9267-0186563560BE}" presName="background3" presStyleLbl="node3" presStyleIdx="2" presStyleCnt="5"/>
      <dgm:spPr/>
    </dgm:pt>
    <dgm:pt modelId="{0C879547-0A89-41AE-B6AC-2DBE067AB989}" type="pres">
      <dgm:prSet presAssocID="{FCD45ACE-8C25-4BDF-9267-0186563560BE}" presName="text3" presStyleLbl="fgAcc3" presStyleIdx="2" presStyleCnt="5">
        <dgm:presLayoutVars>
          <dgm:chPref val="3"/>
        </dgm:presLayoutVars>
      </dgm:prSet>
      <dgm:spPr/>
    </dgm:pt>
    <dgm:pt modelId="{C614D5D3-B771-443C-A43C-204785CDB299}" type="pres">
      <dgm:prSet presAssocID="{FCD45ACE-8C25-4BDF-9267-0186563560BE}" presName="hierChild4" presStyleCnt="0"/>
      <dgm:spPr/>
    </dgm:pt>
    <dgm:pt modelId="{AAB10A55-E1BF-4665-B314-09B2CC3BC1B8}" type="pres">
      <dgm:prSet presAssocID="{D20D7BBF-B890-4070-B63E-3606D6897BEF}" presName="Name17" presStyleLbl="parChTrans1D3" presStyleIdx="3" presStyleCnt="5"/>
      <dgm:spPr/>
    </dgm:pt>
    <dgm:pt modelId="{389381C0-44D4-4824-8E76-E34352EB9AF3}" type="pres">
      <dgm:prSet presAssocID="{2CF0947C-96A0-4DC7-9711-5896F7697B7C}" presName="hierRoot3" presStyleCnt="0"/>
      <dgm:spPr/>
    </dgm:pt>
    <dgm:pt modelId="{7550AA50-BEF3-4ADB-A067-1358E271A46D}" type="pres">
      <dgm:prSet presAssocID="{2CF0947C-96A0-4DC7-9711-5896F7697B7C}" presName="composite3" presStyleCnt="0"/>
      <dgm:spPr/>
    </dgm:pt>
    <dgm:pt modelId="{F270F4BB-F7D8-499A-A8E1-C751311F04A4}" type="pres">
      <dgm:prSet presAssocID="{2CF0947C-96A0-4DC7-9711-5896F7697B7C}" presName="background3" presStyleLbl="node3" presStyleIdx="3" presStyleCnt="5"/>
      <dgm:spPr/>
    </dgm:pt>
    <dgm:pt modelId="{87A9244C-5136-4A05-894E-07C01EE337CA}" type="pres">
      <dgm:prSet presAssocID="{2CF0947C-96A0-4DC7-9711-5896F7697B7C}" presName="text3" presStyleLbl="fgAcc3" presStyleIdx="3" presStyleCnt="5">
        <dgm:presLayoutVars>
          <dgm:chPref val="3"/>
        </dgm:presLayoutVars>
      </dgm:prSet>
      <dgm:spPr/>
    </dgm:pt>
    <dgm:pt modelId="{8951BC46-CDC0-4D87-B16E-ABE872D584AE}" type="pres">
      <dgm:prSet presAssocID="{2CF0947C-96A0-4DC7-9711-5896F7697B7C}" presName="hierChild4" presStyleCnt="0"/>
      <dgm:spPr/>
    </dgm:pt>
    <dgm:pt modelId="{409E2A78-BF0A-4CD7-ACA5-6E7AC06A8810}" type="pres">
      <dgm:prSet presAssocID="{E724334B-1854-4220-BB99-0588AF35A9D4}" presName="Name17" presStyleLbl="parChTrans1D3" presStyleIdx="4" presStyleCnt="5"/>
      <dgm:spPr/>
    </dgm:pt>
    <dgm:pt modelId="{01557F9E-A224-462E-9005-1CDBCA78B9EB}" type="pres">
      <dgm:prSet presAssocID="{C430577A-CCE4-44B5-B060-9908D20AC220}" presName="hierRoot3" presStyleCnt="0"/>
      <dgm:spPr/>
    </dgm:pt>
    <dgm:pt modelId="{BE554A56-6DA8-402C-9ED3-A31C787CAC2D}" type="pres">
      <dgm:prSet presAssocID="{C430577A-CCE4-44B5-B060-9908D20AC220}" presName="composite3" presStyleCnt="0"/>
      <dgm:spPr/>
    </dgm:pt>
    <dgm:pt modelId="{21A0A2F8-426A-49DE-B9D7-E4609A4305A4}" type="pres">
      <dgm:prSet presAssocID="{C430577A-CCE4-44B5-B060-9908D20AC220}" presName="background3" presStyleLbl="node3" presStyleIdx="4" presStyleCnt="5"/>
      <dgm:spPr/>
    </dgm:pt>
    <dgm:pt modelId="{9C3966CD-9270-4194-83D0-EDE56298B221}" type="pres">
      <dgm:prSet presAssocID="{C430577A-CCE4-44B5-B060-9908D20AC220}" presName="text3" presStyleLbl="fgAcc3" presStyleIdx="4" presStyleCnt="5">
        <dgm:presLayoutVars>
          <dgm:chPref val="3"/>
        </dgm:presLayoutVars>
      </dgm:prSet>
      <dgm:spPr/>
    </dgm:pt>
    <dgm:pt modelId="{009ABA9B-9130-44ED-AE53-EADCD5532080}" type="pres">
      <dgm:prSet presAssocID="{C430577A-CCE4-44B5-B060-9908D20AC220}" presName="hierChild4" presStyleCnt="0"/>
      <dgm:spPr/>
    </dgm:pt>
  </dgm:ptLst>
  <dgm:cxnLst>
    <dgm:cxn modelId="{C65F2720-4AB6-44E2-AE9C-E741B3A01463}" type="presOf" srcId="{C430577A-CCE4-44B5-B060-9908D20AC220}" destId="{9C3966CD-9270-4194-83D0-EDE56298B221}" srcOrd="0" destOrd="0" presId="urn:microsoft.com/office/officeart/2005/8/layout/hierarchy1"/>
    <dgm:cxn modelId="{81DB7AA0-03A0-4953-88F1-2E1A734FA5CF}" type="presOf" srcId="{8A352D24-C650-445C-8019-3B1FEADECC3D}" destId="{AE43078B-2F44-4EBB-97A1-BFC057CFAC3A}" srcOrd="0" destOrd="0" presId="urn:microsoft.com/office/officeart/2005/8/layout/hierarchy1"/>
    <dgm:cxn modelId="{441AD7F1-223A-4320-A374-EBF8A1D13E0B}" type="presOf" srcId="{B1534565-EDBC-4CAB-834C-2A8406743E53}" destId="{4C851A8B-2E2F-4CA2-815F-776273558F39}" srcOrd="0" destOrd="0" presId="urn:microsoft.com/office/officeart/2005/8/layout/hierarchy1"/>
    <dgm:cxn modelId="{F0A05E52-AF67-4269-A472-AB579401EEDC}" type="presOf" srcId="{D20D7BBF-B890-4070-B63E-3606D6897BEF}" destId="{AAB10A55-E1BF-4665-B314-09B2CC3BC1B8}" srcOrd="0" destOrd="0" presId="urn:microsoft.com/office/officeart/2005/8/layout/hierarchy1"/>
    <dgm:cxn modelId="{4309060A-1506-4EB7-8ECF-BB509D4F511A}" type="presOf" srcId="{6428A703-F718-49AD-900A-2111D26DC947}" destId="{AF1817B3-66FB-489D-913C-C54B42AFBCB7}" srcOrd="0" destOrd="0" presId="urn:microsoft.com/office/officeart/2005/8/layout/hierarchy1"/>
    <dgm:cxn modelId="{99CDC8D3-B122-4B51-9650-CDDA2C8AA7A4}" srcId="{36F67EA7-40C7-413E-BA0E-98BD65BAF85F}" destId="{C8D37F27-3CDC-4636-86F2-CA44E7E45DEB}" srcOrd="1" destOrd="0" parTransId="{52635D1D-773F-4A3F-A464-AEAC662DBA23}" sibTransId="{35A1F179-B719-4B5C-8836-CEF95A7E6AAA}"/>
    <dgm:cxn modelId="{9610E19E-0EB3-46D3-9909-EA76CB2C54D9}" srcId="{8A352D24-C650-445C-8019-3B1FEADECC3D}" destId="{FCD45ACE-8C25-4BDF-9267-0186563560BE}" srcOrd="0" destOrd="0" parTransId="{6428A703-F718-49AD-900A-2111D26DC947}" sibTransId="{77E514B6-3A43-4683-ADE8-FABD32FE6080}"/>
    <dgm:cxn modelId="{82B81918-E421-4896-8C27-53C0DD8AF327}" srcId="{A180CF7F-5186-4598-93F8-D0AD47DBE40C}" destId="{8A352D24-C650-445C-8019-3B1FEADECC3D}" srcOrd="1" destOrd="0" parTransId="{2B42561F-229E-4AA8-B85F-6AE7A38AEE1D}" sibTransId="{ACE362C0-5A02-42C6-B7E5-E828F8C589A2}"/>
    <dgm:cxn modelId="{850AFB22-2EF6-470A-B2D9-E7A596799481}" type="presOf" srcId="{FCD45ACE-8C25-4BDF-9267-0186563560BE}" destId="{0C879547-0A89-41AE-B6AC-2DBE067AB989}" srcOrd="0" destOrd="0" presId="urn:microsoft.com/office/officeart/2005/8/layout/hierarchy1"/>
    <dgm:cxn modelId="{B928E768-9933-4187-A6C7-CEAB27958E28}" type="presOf" srcId="{2CF0947C-96A0-4DC7-9711-5896F7697B7C}" destId="{87A9244C-5136-4A05-894E-07C01EE337CA}" srcOrd="0" destOrd="0" presId="urn:microsoft.com/office/officeart/2005/8/layout/hierarchy1"/>
    <dgm:cxn modelId="{9A556C23-3DBC-46A3-BD4D-DAE5813BC3A8}" type="presOf" srcId="{7DE495FF-F2F1-4DA6-B4E1-85738897AA77}" destId="{1A2C8834-94FD-44D8-812C-381F762A768D}" srcOrd="0" destOrd="0" presId="urn:microsoft.com/office/officeart/2005/8/layout/hierarchy1"/>
    <dgm:cxn modelId="{9CA3112F-5060-4168-BF7D-BBA5F6F26067}" srcId="{36F67EA7-40C7-413E-BA0E-98BD65BAF85F}" destId="{99419F6E-50F4-4103-BC1D-C52FCEBC0934}" srcOrd="0" destOrd="0" parTransId="{B1534565-EDBC-4CAB-834C-2A8406743E53}" sibTransId="{9A58A79A-6A57-4260-B6B9-47AA8ED9239E}"/>
    <dgm:cxn modelId="{F1CE0CAE-67D4-4701-8620-B78221FE1EE5}" type="presOf" srcId="{E724334B-1854-4220-BB99-0588AF35A9D4}" destId="{409E2A78-BF0A-4CD7-ACA5-6E7AC06A8810}" srcOrd="0" destOrd="0" presId="urn:microsoft.com/office/officeart/2005/8/layout/hierarchy1"/>
    <dgm:cxn modelId="{4F03C671-FB17-43A2-A09D-13093661ABAD}" srcId="{A180CF7F-5186-4598-93F8-D0AD47DBE40C}" destId="{36F67EA7-40C7-413E-BA0E-98BD65BAF85F}" srcOrd="0" destOrd="0" parTransId="{7DE495FF-F2F1-4DA6-B4E1-85738897AA77}" sibTransId="{06DEDD25-5EC4-440C-9D51-734CC787C521}"/>
    <dgm:cxn modelId="{4E2E161A-2203-42AD-86A0-E7991F8FE898}" srcId="{7D06AC0B-EA32-4749-A120-ED67AC458793}" destId="{A180CF7F-5186-4598-93F8-D0AD47DBE40C}" srcOrd="0" destOrd="0" parTransId="{6BA092C5-9832-41DF-9F34-716FD800DFE9}" sibTransId="{2B870995-9DBB-44BF-BC7A-FC32AB40DEDD}"/>
    <dgm:cxn modelId="{BE303B31-8CE2-4DEA-9DA6-37495C00282C}" srcId="{8A352D24-C650-445C-8019-3B1FEADECC3D}" destId="{2CF0947C-96A0-4DC7-9711-5896F7697B7C}" srcOrd="1" destOrd="0" parTransId="{D20D7BBF-B890-4070-B63E-3606D6897BEF}" sibTransId="{A13810DD-CA3E-4114-9EF9-FEE2B3BD9D29}"/>
    <dgm:cxn modelId="{E0FD4748-C865-44FE-A15A-89625A437BB4}" srcId="{8A352D24-C650-445C-8019-3B1FEADECC3D}" destId="{C430577A-CCE4-44B5-B060-9908D20AC220}" srcOrd="2" destOrd="0" parTransId="{E724334B-1854-4220-BB99-0588AF35A9D4}" sibTransId="{4B11513B-4D7B-42FA-818E-4AE946B14524}"/>
    <dgm:cxn modelId="{EAD78A81-5984-49C5-B2C9-2198AC6DEB0A}" type="presOf" srcId="{7D06AC0B-EA32-4749-A120-ED67AC458793}" destId="{DB8FCE55-CC42-43E7-A2C0-3A06A8915E68}" srcOrd="0" destOrd="0" presId="urn:microsoft.com/office/officeart/2005/8/layout/hierarchy1"/>
    <dgm:cxn modelId="{FECC3EF7-F4A0-486E-86D0-46494FC092FA}" type="presOf" srcId="{99419F6E-50F4-4103-BC1D-C52FCEBC0934}" destId="{2E12FEC9-5211-491B-90FA-FEC221920929}" srcOrd="0" destOrd="0" presId="urn:microsoft.com/office/officeart/2005/8/layout/hierarchy1"/>
    <dgm:cxn modelId="{3F4421FE-6B16-4C14-8804-73A3A07805AC}" type="presOf" srcId="{A180CF7F-5186-4598-93F8-D0AD47DBE40C}" destId="{E15CC172-6F24-4CC4-897D-E51927B58510}" srcOrd="0" destOrd="0" presId="urn:microsoft.com/office/officeart/2005/8/layout/hierarchy1"/>
    <dgm:cxn modelId="{08BBA25E-0013-4A78-A7CB-DEA40BE533E5}" type="presOf" srcId="{52635D1D-773F-4A3F-A464-AEAC662DBA23}" destId="{9860D356-82F3-4996-9D1E-20F32BBFB04A}" srcOrd="0" destOrd="0" presId="urn:microsoft.com/office/officeart/2005/8/layout/hierarchy1"/>
    <dgm:cxn modelId="{C8DCF6BB-649D-4706-BA5C-A15B5EAD7E4F}" type="presOf" srcId="{2B42561F-229E-4AA8-B85F-6AE7A38AEE1D}" destId="{EF731BFD-3C91-408D-840A-269C3D233890}" srcOrd="0" destOrd="0" presId="urn:microsoft.com/office/officeart/2005/8/layout/hierarchy1"/>
    <dgm:cxn modelId="{CAE0E5AD-9BAE-4E01-AB65-752FD80947A2}" type="presOf" srcId="{36F67EA7-40C7-413E-BA0E-98BD65BAF85F}" destId="{3C73ABF9-D23C-461B-A61D-80194C422706}" srcOrd="0" destOrd="0" presId="urn:microsoft.com/office/officeart/2005/8/layout/hierarchy1"/>
    <dgm:cxn modelId="{7852080D-6741-4C17-BA53-0BE54D1E4B3A}" type="presOf" srcId="{C8D37F27-3CDC-4636-86F2-CA44E7E45DEB}" destId="{0423CA11-1EE3-454D-B678-F4A20CB61E53}" srcOrd="0" destOrd="0" presId="urn:microsoft.com/office/officeart/2005/8/layout/hierarchy1"/>
    <dgm:cxn modelId="{A1AD1380-6949-4EB0-BB5B-387049040BAD}" type="presParOf" srcId="{DB8FCE55-CC42-43E7-A2C0-3A06A8915E68}" destId="{97879D79-54D3-41FD-9A23-9C240D396758}" srcOrd="0" destOrd="0" presId="urn:microsoft.com/office/officeart/2005/8/layout/hierarchy1"/>
    <dgm:cxn modelId="{076E04BD-A1DE-436F-9472-E6EB9D45AEF4}" type="presParOf" srcId="{97879D79-54D3-41FD-9A23-9C240D396758}" destId="{A27A99B9-C331-4D39-A3C0-149196698C3C}" srcOrd="0" destOrd="0" presId="urn:microsoft.com/office/officeart/2005/8/layout/hierarchy1"/>
    <dgm:cxn modelId="{BB16979B-E081-46E4-BE94-0337B912A260}" type="presParOf" srcId="{A27A99B9-C331-4D39-A3C0-149196698C3C}" destId="{ADE37353-95A0-4744-868F-AA5A2C733C39}" srcOrd="0" destOrd="0" presId="urn:microsoft.com/office/officeart/2005/8/layout/hierarchy1"/>
    <dgm:cxn modelId="{9155BCC9-9B9B-4BE7-9901-CC4B6EBB698B}" type="presParOf" srcId="{A27A99B9-C331-4D39-A3C0-149196698C3C}" destId="{E15CC172-6F24-4CC4-897D-E51927B58510}" srcOrd="1" destOrd="0" presId="urn:microsoft.com/office/officeart/2005/8/layout/hierarchy1"/>
    <dgm:cxn modelId="{08680334-D8B0-4582-8C11-C66CE06A069B}" type="presParOf" srcId="{97879D79-54D3-41FD-9A23-9C240D396758}" destId="{1BA99ADB-BAA7-4BE2-A8A6-9B14802CBB22}" srcOrd="1" destOrd="0" presId="urn:microsoft.com/office/officeart/2005/8/layout/hierarchy1"/>
    <dgm:cxn modelId="{AD9B5DE7-5962-4BAE-A55E-2BE718BC07BB}" type="presParOf" srcId="{1BA99ADB-BAA7-4BE2-A8A6-9B14802CBB22}" destId="{1A2C8834-94FD-44D8-812C-381F762A768D}" srcOrd="0" destOrd="0" presId="urn:microsoft.com/office/officeart/2005/8/layout/hierarchy1"/>
    <dgm:cxn modelId="{E68335E6-A5ED-4CB2-B4A5-FCAE797AD177}" type="presParOf" srcId="{1BA99ADB-BAA7-4BE2-A8A6-9B14802CBB22}" destId="{AE2903B6-264D-46A5-A5AF-CD4BB63827DC}" srcOrd="1" destOrd="0" presId="urn:microsoft.com/office/officeart/2005/8/layout/hierarchy1"/>
    <dgm:cxn modelId="{ADD7FA6C-6685-4761-8566-7CF959157320}" type="presParOf" srcId="{AE2903B6-264D-46A5-A5AF-CD4BB63827DC}" destId="{14D367B1-4B01-4BBD-83DB-5E12BF47C67A}" srcOrd="0" destOrd="0" presId="urn:microsoft.com/office/officeart/2005/8/layout/hierarchy1"/>
    <dgm:cxn modelId="{DEB5025D-7E57-4DF0-88D5-D30ED8B08885}" type="presParOf" srcId="{14D367B1-4B01-4BBD-83DB-5E12BF47C67A}" destId="{5207D943-E6D1-43C2-A448-1EABBCBE9875}" srcOrd="0" destOrd="0" presId="urn:microsoft.com/office/officeart/2005/8/layout/hierarchy1"/>
    <dgm:cxn modelId="{42A308FD-FDA9-43C9-9EA9-718AEC8C9D25}" type="presParOf" srcId="{14D367B1-4B01-4BBD-83DB-5E12BF47C67A}" destId="{3C73ABF9-D23C-461B-A61D-80194C422706}" srcOrd="1" destOrd="0" presId="urn:microsoft.com/office/officeart/2005/8/layout/hierarchy1"/>
    <dgm:cxn modelId="{D06E6858-7F81-4A05-B437-733212F292AB}" type="presParOf" srcId="{AE2903B6-264D-46A5-A5AF-CD4BB63827DC}" destId="{40C87FB4-73C6-4857-A5F1-120F32AABA05}" srcOrd="1" destOrd="0" presId="urn:microsoft.com/office/officeart/2005/8/layout/hierarchy1"/>
    <dgm:cxn modelId="{3AB94A89-BB00-4F1F-A891-AFE0B889C8A9}" type="presParOf" srcId="{40C87FB4-73C6-4857-A5F1-120F32AABA05}" destId="{4C851A8B-2E2F-4CA2-815F-776273558F39}" srcOrd="0" destOrd="0" presId="urn:microsoft.com/office/officeart/2005/8/layout/hierarchy1"/>
    <dgm:cxn modelId="{958BEA87-B92D-4D83-89BD-0DC3C45441BF}" type="presParOf" srcId="{40C87FB4-73C6-4857-A5F1-120F32AABA05}" destId="{44D2FC5B-4E8A-48C9-8340-FABD0CD640BE}" srcOrd="1" destOrd="0" presId="urn:microsoft.com/office/officeart/2005/8/layout/hierarchy1"/>
    <dgm:cxn modelId="{2E52E905-A59C-4538-A180-D91AD90FBFBF}" type="presParOf" srcId="{44D2FC5B-4E8A-48C9-8340-FABD0CD640BE}" destId="{308A4B38-CD56-4916-96D7-197D1F804B7F}" srcOrd="0" destOrd="0" presId="urn:microsoft.com/office/officeart/2005/8/layout/hierarchy1"/>
    <dgm:cxn modelId="{4109BE8E-0765-4121-897E-0CF9D64404CD}" type="presParOf" srcId="{308A4B38-CD56-4916-96D7-197D1F804B7F}" destId="{5A6366FD-E500-4CD7-9611-A282D423DDC8}" srcOrd="0" destOrd="0" presId="urn:microsoft.com/office/officeart/2005/8/layout/hierarchy1"/>
    <dgm:cxn modelId="{9111FD21-B0C1-4D4D-ACC7-B5DC7DE6B3D1}" type="presParOf" srcId="{308A4B38-CD56-4916-96D7-197D1F804B7F}" destId="{2E12FEC9-5211-491B-90FA-FEC221920929}" srcOrd="1" destOrd="0" presId="urn:microsoft.com/office/officeart/2005/8/layout/hierarchy1"/>
    <dgm:cxn modelId="{EAC27645-CD93-48A5-866F-1F7B1C7A0758}" type="presParOf" srcId="{44D2FC5B-4E8A-48C9-8340-FABD0CD640BE}" destId="{EDBF33F7-013C-46E1-BD37-06262DF2F0DF}" srcOrd="1" destOrd="0" presId="urn:microsoft.com/office/officeart/2005/8/layout/hierarchy1"/>
    <dgm:cxn modelId="{0AAB525F-DCB7-425B-9D5C-DA84CD1BD0D0}" type="presParOf" srcId="{40C87FB4-73C6-4857-A5F1-120F32AABA05}" destId="{9860D356-82F3-4996-9D1E-20F32BBFB04A}" srcOrd="2" destOrd="0" presId="urn:microsoft.com/office/officeart/2005/8/layout/hierarchy1"/>
    <dgm:cxn modelId="{6A181079-F2B6-42A8-8BB5-1CA524CFBC11}" type="presParOf" srcId="{40C87FB4-73C6-4857-A5F1-120F32AABA05}" destId="{F4C37DCB-92B7-4367-AA24-3B8C1E3AA5B7}" srcOrd="3" destOrd="0" presId="urn:microsoft.com/office/officeart/2005/8/layout/hierarchy1"/>
    <dgm:cxn modelId="{1182EFEF-05E2-45E0-8F5D-84B79123A8FC}" type="presParOf" srcId="{F4C37DCB-92B7-4367-AA24-3B8C1E3AA5B7}" destId="{DA4A0F5A-7846-4A51-B5C9-96460ADEF10E}" srcOrd="0" destOrd="0" presId="urn:microsoft.com/office/officeart/2005/8/layout/hierarchy1"/>
    <dgm:cxn modelId="{32FF6322-AB8A-4CEE-8F79-98DCAD4B17E8}" type="presParOf" srcId="{DA4A0F5A-7846-4A51-B5C9-96460ADEF10E}" destId="{74763CAA-ED26-4F51-8E5C-0EBBDEE679E4}" srcOrd="0" destOrd="0" presId="urn:microsoft.com/office/officeart/2005/8/layout/hierarchy1"/>
    <dgm:cxn modelId="{B5AB72C5-5144-40C6-A9F0-08C1862276FF}" type="presParOf" srcId="{DA4A0F5A-7846-4A51-B5C9-96460ADEF10E}" destId="{0423CA11-1EE3-454D-B678-F4A20CB61E53}" srcOrd="1" destOrd="0" presId="urn:microsoft.com/office/officeart/2005/8/layout/hierarchy1"/>
    <dgm:cxn modelId="{40277770-B4E1-4C7C-AD7D-20B59D922920}" type="presParOf" srcId="{F4C37DCB-92B7-4367-AA24-3B8C1E3AA5B7}" destId="{74936C9E-43B3-44D6-A976-A7B6470FD181}" srcOrd="1" destOrd="0" presId="urn:microsoft.com/office/officeart/2005/8/layout/hierarchy1"/>
    <dgm:cxn modelId="{EE5BBE97-CCCC-4E13-A524-293DA9885BBD}" type="presParOf" srcId="{1BA99ADB-BAA7-4BE2-A8A6-9B14802CBB22}" destId="{EF731BFD-3C91-408D-840A-269C3D233890}" srcOrd="2" destOrd="0" presId="urn:microsoft.com/office/officeart/2005/8/layout/hierarchy1"/>
    <dgm:cxn modelId="{6196B5ED-21AF-46B7-8DCD-48715498FD50}" type="presParOf" srcId="{1BA99ADB-BAA7-4BE2-A8A6-9B14802CBB22}" destId="{1B5FBE9F-B636-4DE6-8ABA-D55043B89300}" srcOrd="3" destOrd="0" presId="urn:microsoft.com/office/officeart/2005/8/layout/hierarchy1"/>
    <dgm:cxn modelId="{CB22C071-6AEC-49E2-A3BE-6651C98B23F7}" type="presParOf" srcId="{1B5FBE9F-B636-4DE6-8ABA-D55043B89300}" destId="{417C554E-B853-4667-969F-0642132D5B14}" srcOrd="0" destOrd="0" presId="urn:microsoft.com/office/officeart/2005/8/layout/hierarchy1"/>
    <dgm:cxn modelId="{A410B2E7-E67D-4413-A60E-B5B30D1B6631}" type="presParOf" srcId="{417C554E-B853-4667-969F-0642132D5B14}" destId="{1BF4E467-4F29-4D1A-B199-755777428F88}" srcOrd="0" destOrd="0" presId="urn:microsoft.com/office/officeart/2005/8/layout/hierarchy1"/>
    <dgm:cxn modelId="{C7FFD38C-D82F-47CA-80A1-E06A13BE222D}" type="presParOf" srcId="{417C554E-B853-4667-969F-0642132D5B14}" destId="{AE43078B-2F44-4EBB-97A1-BFC057CFAC3A}" srcOrd="1" destOrd="0" presId="urn:microsoft.com/office/officeart/2005/8/layout/hierarchy1"/>
    <dgm:cxn modelId="{0F935704-9B51-4B74-A659-6D162AA514A5}" type="presParOf" srcId="{1B5FBE9F-B636-4DE6-8ABA-D55043B89300}" destId="{2720D28B-AAC0-4407-B116-A98B5FC79D35}" srcOrd="1" destOrd="0" presId="urn:microsoft.com/office/officeart/2005/8/layout/hierarchy1"/>
    <dgm:cxn modelId="{FE4EC4ED-6C1E-42AA-9FF8-E5752D46BCAC}" type="presParOf" srcId="{2720D28B-AAC0-4407-B116-A98B5FC79D35}" destId="{AF1817B3-66FB-489D-913C-C54B42AFBCB7}" srcOrd="0" destOrd="0" presId="urn:microsoft.com/office/officeart/2005/8/layout/hierarchy1"/>
    <dgm:cxn modelId="{D3595417-4806-4E79-BD89-41DAEE1B01A3}" type="presParOf" srcId="{2720D28B-AAC0-4407-B116-A98B5FC79D35}" destId="{A2D7FCBC-A582-423F-BBD7-97C2F85A0489}" srcOrd="1" destOrd="0" presId="urn:microsoft.com/office/officeart/2005/8/layout/hierarchy1"/>
    <dgm:cxn modelId="{DFB7E212-CDC0-4759-877D-CC55CC27B5C9}" type="presParOf" srcId="{A2D7FCBC-A582-423F-BBD7-97C2F85A0489}" destId="{6132D412-23D9-49AB-9063-8423F690FFAB}" srcOrd="0" destOrd="0" presId="urn:microsoft.com/office/officeart/2005/8/layout/hierarchy1"/>
    <dgm:cxn modelId="{B54917EB-7052-45DD-88BD-73081E94DB11}" type="presParOf" srcId="{6132D412-23D9-49AB-9063-8423F690FFAB}" destId="{9E41FAC1-DBF2-4405-8B62-24E0E7D4B78D}" srcOrd="0" destOrd="0" presId="urn:microsoft.com/office/officeart/2005/8/layout/hierarchy1"/>
    <dgm:cxn modelId="{D8792BD5-133C-4966-9FA7-DF137594AB1B}" type="presParOf" srcId="{6132D412-23D9-49AB-9063-8423F690FFAB}" destId="{0C879547-0A89-41AE-B6AC-2DBE067AB989}" srcOrd="1" destOrd="0" presId="urn:microsoft.com/office/officeart/2005/8/layout/hierarchy1"/>
    <dgm:cxn modelId="{68CD4C2D-EF74-4B8C-A528-9A77F2D0A71B}" type="presParOf" srcId="{A2D7FCBC-A582-423F-BBD7-97C2F85A0489}" destId="{C614D5D3-B771-443C-A43C-204785CDB299}" srcOrd="1" destOrd="0" presId="urn:microsoft.com/office/officeart/2005/8/layout/hierarchy1"/>
    <dgm:cxn modelId="{F6C7A363-F72E-456D-A336-43A50B68E461}" type="presParOf" srcId="{2720D28B-AAC0-4407-B116-A98B5FC79D35}" destId="{AAB10A55-E1BF-4665-B314-09B2CC3BC1B8}" srcOrd="2" destOrd="0" presId="urn:microsoft.com/office/officeart/2005/8/layout/hierarchy1"/>
    <dgm:cxn modelId="{2EDD69BD-91EC-41E2-84E5-EE030373E177}" type="presParOf" srcId="{2720D28B-AAC0-4407-B116-A98B5FC79D35}" destId="{389381C0-44D4-4824-8E76-E34352EB9AF3}" srcOrd="3" destOrd="0" presId="urn:microsoft.com/office/officeart/2005/8/layout/hierarchy1"/>
    <dgm:cxn modelId="{E57B8464-172B-4E41-B484-E3A971365D3D}" type="presParOf" srcId="{389381C0-44D4-4824-8E76-E34352EB9AF3}" destId="{7550AA50-BEF3-4ADB-A067-1358E271A46D}" srcOrd="0" destOrd="0" presId="urn:microsoft.com/office/officeart/2005/8/layout/hierarchy1"/>
    <dgm:cxn modelId="{150E99C8-E417-4EE6-8F6F-B54D358D2917}" type="presParOf" srcId="{7550AA50-BEF3-4ADB-A067-1358E271A46D}" destId="{F270F4BB-F7D8-499A-A8E1-C751311F04A4}" srcOrd="0" destOrd="0" presId="urn:microsoft.com/office/officeart/2005/8/layout/hierarchy1"/>
    <dgm:cxn modelId="{D70BC525-0427-4554-8C42-B18C2649B3D5}" type="presParOf" srcId="{7550AA50-BEF3-4ADB-A067-1358E271A46D}" destId="{87A9244C-5136-4A05-894E-07C01EE337CA}" srcOrd="1" destOrd="0" presId="urn:microsoft.com/office/officeart/2005/8/layout/hierarchy1"/>
    <dgm:cxn modelId="{DE1E9E5C-E7F1-4963-9159-DF093E2B98E7}" type="presParOf" srcId="{389381C0-44D4-4824-8E76-E34352EB9AF3}" destId="{8951BC46-CDC0-4D87-B16E-ABE872D584AE}" srcOrd="1" destOrd="0" presId="urn:microsoft.com/office/officeart/2005/8/layout/hierarchy1"/>
    <dgm:cxn modelId="{E632F2DA-7B60-40DC-A862-C89EAFA7F2A8}" type="presParOf" srcId="{2720D28B-AAC0-4407-B116-A98B5FC79D35}" destId="{409E2A78-BF0A-4CD7-ACA5-6E7AC06A8810}" srcOrd="4" destOrd="0" presId="urn:microsoft.com/office/officeart/2005/8/layout/hierarchy1"/>
    <dgm:cxn modelId="{1DEF442B-59A6-4EE9-AA5F-88C701AFCFCE}" type="presParOf" srcId="{2720D28B-AAC0-4407-B116-A98B5FC79D35}" destId="{01557F9E-A224-462E-9005-1CDBCA78B9EB}" srcOrd="5" destOrd="0" presId="urn:microsoft.com/office/officeart/2005/8/layout/hierarchy1"/>
    <dgm:cxn modelId="{A38A83D6-CF69-47F6-9859-B9BE2237D318}" type="presParOf" srcId="{01557F9E-A224-462E-9005-1CDBCA78B9EB}" destId="{BE554A56-6DA8-402C-9ED3-A31C787CAC2D}" srcOrd="0" destOrd="0" presId="urn:microsoft.com/office/officeart/2005/8/layout/hierarchy1"/>
    <dgm:cxn modelId="{CA418853-EF5B-46AC-8026-30A3FD364890}" type="presParOf" srcId="{BE554A56-6DA8-402C-9ED3-A31C787CAC2D}" destId="{21A0A2F8-426A-49DE-B9D7-E4609A4305A4}" srcOrd="0" destOrd="0" presId="urn:microsoft.com/office/officeart/2005/8/layout/hierarchy1"/>
    <dgm:cxn modelId="{A2475051-4982-40FA-A831-ED32677A49DE}" type="presParOf" srcId="{BE554A56-6DA8-402C-9ED3-A31C787CAC2D}" destId="{9C3966CD-9270-4194-83D0-EDE56298B221}" srcOrd="1" destOrd="0" presId="urn:microsoft.com/office/officeart/2005/8/layout/hierarchy1"/>
    <dgm:cxn modelId="{87A1E6AF-4F02-4815-A35D-C4B2029BA4E8}" type="presParOf" srcId="{01557F9E-A224-462E-9005-1CDBCA78B9EB}" destId="{009ABA9B-9130-44ED-AE53-EADCD553208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CC02D9-2143-46CB-88B3-8D2349DA3571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F295959-BB97-4827-8B81-08FAD3B0F81B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2800" dirty="0">
              <a:solidFill>
                <a:schemeClr val="bg1"/>
              </a:solidFill>
            </a:rPr>
            <a:t>D drive</a:t>
          </a:r>
        </a:p>
      </dgm:t>
    </dgm:pt>
    <dgm:pt modelId="{3AC451AF-421E-4DD3-B17A-F0A742FFEE4B}" type="parTrans" cxnId="{12C1FB74-3FB6-4FF8-86C7-69D1E0133BC8}">
      <dgm:prSet/>
      <dgm:spPr/>
      <dgm:t>
        <a:bodyPr/>
        <a:lstStyle/>
        <a:p>
          <a:endParaRPr lang="en-US"/>
        </a:p>
      </dgm:t>
    </dgm:pt>
    <dgm:pt modelId="{46DEA1D4-D965-4FF5-B5D4-EC7434FCF896}" type="sibTrans" cxnId="{12C1FB74-3FB6-4FF8-86C7-69D1E0133BC8}">
      <dgm:prSet/>
      <dgm:spPr/>
      <dgm:t>
        <a:bodyPr/>
        <a:lstStyle/>
        <a:p>
          <a:endParaRPr lang="en-US"/>
        </a:p>
      </dgm:t>
    </dgm:pt>
    <dgm:pt modelId="{F9290ABD-A532-4418-90C4-327856DFE789}">
      <dgm:prSet phldrT="[Text]" custT="1"/>
      <dgm:spPr>
        <a:solidFill>
          <a:srgbClr val="FF33CC"/>
        </a:solidFill>
      </dgm:spPr>
      <dgm:t>
        <a:bodyPr/>
        <a:lstStyle/>
        <a:p>
          <a:r>
            <a:rPr lang="en-US" sz="2800">
              <a:solidFill>
                <a:schemeClr val="bg1"/>
              </a:solidFill>
            </a:rPr>
            <a:t>Fakture</a:t>
          </a:r>
          <a:endParaRPr lang="en-US" sz="2800" dirty="0">
            <a:solidFill>
              <a:schemeClr val="bg1"/>
            </a:solidFill>
          </a:endParaRPr>
        </a:p>
      </dgm:t>
    </dgm:pt>
    <dgm:pt modelId="{E509FF09-4868-40E6-9EBA-8BE24470FBFD}" type="parTrans" cxnId="{3E02AA38-256B-44C1-8764-1D1DA8867D2A}">
      <dgm:prSet/>
      <dgm:spPr/>
      <dgm:t>
        <a:bodyPr/>
        <a:lstStyle/>
        <a:p>
          <a:endParaRPr lang="en-US" dirty="0"/>
        </a:p>
      </dgm:t>
    </dgm:pt>
    <dgm:pt modelId="{ACC51DDB-83E0-4A45-B65A-08EAF1E0C4A8}" type="sibTrans" cxnId="{3E02AA38-256B-44C1-8764-1D1DA8867D2A}">
      <dgm:prSet/>
      <dgm:spPr/>
      <dgm:t>
        <a:bodyPr/>
        <a:lstStyle/>
        <a:p>
          <a:endParaRPr lang="en-US"/>
        </a:p>
      </dgm:t>
    </dgm:pt>
    <dgm:pt modelId="{3ED39E76-EB8A-4349-AF1A-80015D978B62}">
      <dgm:prSet phldrT="[Text]" custT="1"/>
      <dgm:spPr>
        <a:solidFill>
          <a:srgbClr val="0033CC"/>
        </a:solidFill>
      </dgm:spPr>
      <dgm:t>
        <a:bodyPr/>
        <a:lstStyle/>
        <a:p>
          <a:r>
            <a:rPr lang="en-US" sz="2800" dirty="0">
              <a:solidFill>
                <a:schemeClr val="bg1"/>
              </a:solidFill>
            </a:rPr>
            <a:t>2017</a:t>
          </a:r>
        </a:p>
      </dgm:t>
    </dgm:pt>
    <dgm:pt modelId="{966D2FAD-1278-4E88-91BA-E6B43F925967}" type="parTrans" cxnId="{2828004A-477F-40FA-B593-A8FB74C17DFB}">
      <dgm:prSet/>
      <dgm:spPr/>
      <dgm:t>
        <a:bodyPr/>
        <a:lstStyle/>
        <a:p>
          <a:endParaRPr lang="en-US" dirty="0"/>
        </a:p>
      </dgm:t>
    </dgm:pt>
    <dgm:pt modelId="{9E73367F-A53D-46E3-B043-4D5D3C912456}" type="sibTrans" cxnId="{2828004A-477F-40FA-B593-A8FB74C17DFB}">
      <dgm:prSet/>
      <dgm:spPr/>
      <dgm:t>
        <a:bodyPr/>
        <a:lstStyle/>
        <a:p>
          <a:endParaRPr lang="en-US"/>
        </a:p>
      </dgm:t>
    </dgm:pt>
    <dgm:pt modelId="{C9169497-2A53-45FB-8C83-07743A7BD500}">
      <dgm:prSet phldrT="[Text]" custT="1"/>
      <dgm:spPr>
        <a:solidFill>
          <a:srgbClr val="008000"/>
        </a:solidFill>
      </dgm:spPr>
      <dgm:t>
        <a:bodyPr/>
        <a:lstStyle/>
        <a:p>
          <a:r>
            <a:rPr lang="en-US" sz="2800" dirty="0">
              <a:solidFill>
                <a:schemeClr val="bg1"/>
              </a:solidFill>
            </a:rPr>
            <a:t>Documents</a:t>
          </a:r>
        </a:p>
      </dgm:t>
    </dgm:pt>
    <dgm:pt modelId="{DFB816DC-DB3A-4A03-8607-8A677047066C}" type="parTrans" cxnId="{BAAF9901-7906-4DE3-9981-1088238FDAF8}">
      <dgm:prSet/>
      <dgm:spPr/>
      <dgm:t>
        <a:bodyPr/>
        <a:lstStyle/>
        <a:p>
          <a:endParaRPr lang="en-US" dirty="0"/>
        </a:p>
      </dgm:t>
    </dgm:pt>
    <dgm:pt modelId="{68D2364D-6345-4086-A45E-B0516FE0D2AB}" type="sibTrans" cxnId="{BAAF9901-7906-4DE3-9981-1088238FDAF8}">
      <dgm:prSet/>
      <dgm:spPr/>
      <dgm:t>
        <a:bodyPr/>
        <a:lstStyle/>
        <a:p>
          <a:endParaRPr lang="en-US"/>
        </a:p>
      </dgm:t>
    </dgm:pt>
    <dgm:pt modelId="{B361E158-CC96-4C42-A959-27F55B9A2145}">
      <dgm:prSet phldrT="[Text]"/>
      <dgm:spPr>
        <a:noFill/>
        <a:ln>
          <a:noFill/>
        </a:ln>
      </dgm:spPr>
      <dgm:t>
        <a:bodyPr/>
        <a:lstStyle/>
        <a:p>
          <a:endParaRPr lang="en-US" dirty="0"/>
        </a:p>
      </dgm:t>
    </dgm:pt>
    <dgm:pt modelId="{AE09E64A-D5CE-407F-BEAC-FA3A6FB20639}" type="parTrans" cxnId="{1A99F499-B283-4BB0-993B-76B2023F90C0}">
      <dgm:prSet/>
      <dgm:spPr>
        <a:noFill/>
        <a:ln>
          <a:noFill/>
        </a:ln>
      </dgm:spPr>
      <dgm:t>
        <a:bodyPr/>
        <a:lstStyle/>
        <a:p>
          <a:endParaRPr lang="en-US" dirty="0"/>
        </a:p>
      </dgm:t>
    </dgm:pt>
    <dgm:pt modelId="{25F635CA-7A8C-4D38-8EC1-C6629559D3F9}" type="sibTrans" cxnId="{1A99F499-B283-4BB0-993B-76B2023F90C0}">
      <dgm:prSet/>
      <dgm:spPr/>
      <dgm:t>
        <a:bodyPr/>
        <a:lstStyle/>
        <a:p>
          <a:endParaRPr lang="en-US"/>
        </a:p>
      </dgm:t>
    </dgm:pt>
    <dgm:pt modelId="{162297D6-E8DD-4457-954F-F579D1F5E2E9}" type="pres">
      <dgm:prSet presAssocID="{40CC02D9-2143-46CB-88B3-8D2349DA357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063BDE6-F321-4FAE-BEDC-7EE1A30DBC2D}" type="pres">
      <dgm:prSet presAssocID="{8F295959-BB97-4827-8B81-08FAD3B0F81B}" presName="hierRoot1" presStyleCnt="0">
        <dgm:presLayoutVars>
          <dgm:hierBranch val="init"/>
        </dgm:presLayoutVars>
      </dgm:prSet>
      <dgm:spPr/>
    </dgm:pt>
    <dgm:pt modelId="{AE024DA9-AEF6-4E6A-A16E-7BFF04801E56}" type="pres">
      <dgm:prSet presAssocID="{8F295959-BB97-4827-8B81-08FAD3B0F81B}" presName="rootComposite1" presStyleCnt="0"/>
      <dgm:spPr/>
    </dgm:pt>
    <dgm:pt modelId="{780744CB-CE12-4129-B28E-F7574B9C0D58}" type="pres">
      <dgm:prSet presAssocID="{8F295959-BB97-4827-8B81-08FAD3B0F81B}" presName="rootText1" presStyleLbl="node0" presStyleIdx="0" presStyleCnt="1" custScaleX="193457">
        <dgm:presLayoutVars>
          <dgm:chPref val="3"/>
        </dgm:presLayoutVars>
      </dgm:prSet>
      <dgm:spPr/>
    </dgm:pt>
    <dgm:pt modelId="{720ED35C-1BCD-43B6-973B-FF806E8D585D}" type="pres">
      <dgm:prSet presAssocID="{8F295959-BB97-4827-8B81-08FAD3B0F81B}" presName="rootConnector1" presStyleLbl="node1" presStyleIdx="0" presStyleCnt="0"/>
      <dgm:spPr/>
    </dgm:pt>
    <dgm:pt modelId="{72FD60B9-3EC5-4B7A-A015-9DB2F3973108}" type="pres">
      <dgm:prSet presAssocID="{8F295959-BB97-4827-8B81-08FAD3B0F81B}" presName="hierChild2" presStyleCnt="0"/>
      <dgm:spPr/>
    </dgm:pt>
    <dgm:pt modelId="{5D1A6348-6D62-4E1B-9058-D126A0AEBFB0}" type="pres">
      <dgm:prSet presAssocID="{DFB816DC-DB3A-4A03-8607-8A677047066C}" presName="Name37" presStyleLbl="parChTrans1D2" presStyleIdx="0" presStyleCnt="1"/>
      <dgm:spPr/>
    </dgm:pt>
    <dgm:pt modelId="{9FA5CFC8-D3F7-46A6-82C7-0E531C7EEE6D}" type="pres">
      <dgm:prSet presAssocID="{C9169497-2A53-45FB-8C83-07743A7BD500}" presName="hierRoot2" presStyleCnt="0">
        <dgm:presLayoutVars>
          <dgm:hierBranch val="init"/>
        </dgm:presLayoutVars>
      </dgm:prSet>
      <dgm:spPr/>
    </dgm:pt>
    <dgm:pt modelId="{A00343D8-384D-4D0D-A4A2-BD6B45C984A5}" type="pres">
      <dgm:prSet presAssocID="{C9169497-2A53-45FB-8C83-07743A7BD500}" presName="rootComposite" presStyleCnt="0"/>
      <dgm:spPr/>
    </dgm:pt>
    <dgm:pt modelId="{B4959537-D9F3-401A-88DB-E2BC59807329}" type="pres">
      <dgm:prSet presAssocID="{C9169497-2A53-45FB-8C83-07743A7BD500}" presName="rootText" presStyleLbl="node2" presStyleIdx="0" presStyleCnt="1" custScaleX="193457">
        <dgm:presLayoutVars>
          <dgm:chPref val="3"/>
        </dgm:presLayoutVars>
      </dgm:prSet>
      <dgm:spPr/>
    </dgm:pt>
    <dgm:pt modelId="{A9E0A4E8-4967-4620-B036-A668D257DB86}" type="pres">
      <dgm:prSet presAssocID="{C9169497-2A53-45FB-8C83-07743A7BD500}" presName="rootConnector" presStyleLbl="node2" presStyleIdx="0" presStyleCnt="1"/>
      <dgm:spPr/>
    </dgm:pt>
    <dgm:pt modelId="{B648B779-4521-4472-A113-39C8AB607FDD}" type="pres">
      <dgm:prSet presAssocID="{C9169497-2A53-45FB-8C83-07743A7BD500}" presName="hierChild4" presStyleCnt="0"/>
      <dgm:spPr/>
    </dgm:pt>
    <dgm:pt modelId="{ED8161C9-53EA-45A6-A163-7AD5B497F4F4}" type="pres">
      <dgm:prSet presAssocID="{E509FF09-4868-40E6-9EBA-8BE24470FBFD}" presName="Name37" presStyleLbl="parChTrans1D3" presStyleIdx="0" presStyleCnt="1"/>
      <dgm:spPr/>
    </dgm:pt>
    <dgm:pt modelId="{F157C4C7-5A32-47D3-A67D-FAC9E7F0F225}" type="pres">
      <dgm:prSet presAssocID="{F9290ABD-A532-4418-90C4-327856DFE789}" presName="hierRoot2" presStyleCnt="0">
        <dgm:presLayoutVars>
          <dgm:hierBranch val="init"/>
        </dgm:presLayoutVars>
      </dgm:prSet>
      <dgm:spPr/>
    </dgm:pt>
    <dgm:pt modelId="{E3B93A4F-6492-4611-A614-F489F6086A89}" type="pres">
      <dgm:prSet presAssocID="{F9290ABD-A532-4418-90C4-327856DFE789}" presName="rootComposite" presStyleCnt="0"/>
      <dgm:spPr/>
    </dgm:pt>
    <dgm:pt modelId="{8CC4F642-97E8-4707-87FD-1726F9119453}" type="pres">
      <dgm:prSet presAssocID="{F9290ABD-A532-4418-90C4-327856DFE789}" presName="rootText" presStyleLbl="node3" presStyleIdx="0" presStyleCnt="1" custScaleX="193457">
        <dgm:presLayoutVars>
          <dgm:chPref val="3"/>
        </dgm:presLayoutVars>
      </dgm:prSet>
      <dgm:spPr/>
    </dgm:pt>
    <dgm:pt modelId="{CC442D1D-5D2D-4D65-84B2-5C2A17866C42}" type="pres">
      <dgm:prSet presAssocID="{F9290ABD-A532-4418-90C4-327856DFE789}" presName="rootConnector" presStyleLbl="node3" presStyleIdx="0" presStyleCnt="1"/>
      <dgm:spPr/>
    </dgm:pt>
    <dgm:pt modelId="{899D3694-64BE-4546-914B-8C5F7FB8D56A}" type="pres">
      <dgm:prSet presAssocID="{F9290ABD-A532-4418-90C4-327856DFE789}" presName="hierChild4" presStyleCnt="0"/>
      <dgm:spPr/>
    </dgm:pt>
    <dgm:pt modelId="{7292BC7A-FDAD-45EA-8BAE-8871035E9137}" type="pres">
      <dgm:prSet presAssocID="{966D2FAD-1278-4E88-91BA-E6B43F925967}" presName="Name37" presStyleLbl="parChTrans1D4" presStyleIdx="0" presStyleCnt="2"/>
      <dgm:spPr/>
    </dgm:pt>
    <dgm:pt modelId="{5B75BB54-5478-49FC-BC51-63B5F700AE84}" type="pres">
      <dgm:prSet presAssocID="{3ED39E76-EB8A-4349-AF1A-80015D978B62}" presName="hierRoot2" presStyleCnt="0">
        <dgm:presLayoutVars>
          <dgm:hierBranch val="l"/>
        </dgm:presLayoutVars>
      </dgm:prSet>
      <dgm:spPr/>
    </dgm:pt>
    <dgm:pt modelId="{28EAFC2B-1876-466F-9DEA-A38B232D21F4}" type="pres">
      <dgm:prSet presAssocID="{3ED39E76-EB8A-4349-AF1A-80015D978B62}" presName="rootComposite" presStyleCnt="0"/>
      <dgm:spPr/>
    </dgm:pt>
    <dgm:pt modelId="{5ED29ACF-1BE6-42A5-B0ED-3D2F9F5EC7D9}" type="pres">
      <dgm:prSet presAssocID="{3ED39E76-EB8A-4349-AF1A-80015D978B62}" presName="rootText" presStyleLbl="node4" presStyleIdx="0" presStyleCnt="2" custScaleX="193457">
        <dgm:presLayoutVars>
          <dgm:chPref val="3"/>
        </dgm:presLayoutVars>
      </dgm:prSet>
      <dgm:spPr/>
    </dgm:pt>
    <dgm:pt modelId="{514C6973-AFA0-4D1A-9A86-A40E0434B0C8}" type="pres">
      <dgm:prSet presAssocID="{3ED39E76-EB8A-4349-AF1A-80015D978B62}" presName="rootConnector" presStyleLbl="node4" presStyleIdx="0" presStyleCnt="2"/>
      <dgm:spPr/>
    </dgm:pt>
    <dgm:pt modelId="{4A9E920C-4C16-4C7D-9E3A-1BA433DBC03F}" type="pres">
      <dgm:prSet presAssocID="{3ED39E76-EB8A-4349-AF1A-80015D978B62}" presName="hierChild4" presStyleCnt="0"/>
      <dgm:spPr/>
    </dgm:pt>
    <dgm:pt modelId="{4D7D2B96-153F-41C4-9AA5-96648BF9DAD6}" type="pres">
      <dgm:prSet presAssocID="{AE09E64A-D5CE-407F-BEAC-FA3A6FB20639}" presName="Name50" presStyleLbl="parChTrans1D4" presStyleIdx="1" presStyleCnt="2"/>
      <dgm:spPr/>
    </dgm:pt>
    <dgm:pt modelId="{8B7ED430-D5E7-42EA-9509-63A7A1C14837}" type="pres">
      <dgm:prSet presAssocID="{B361E158-CC96-4C42-A959-27F55B9A2145}" presName="hierRoot2" presStyleCnt="0">
        <dgm:presLayoutVars>
          <dgm:hierBranch val="init"/>
        </dgm:presLayoutVars>
      </dgm:prSet>
      <dgm:spPr/>
    </dgm:pt>
    <dgm:pt modelId="{CDD279FA-4535-4E7F-8207-77431F128B07}" type="pres">
      <dgm:prSet presAssocID="{B361E158-CC96-4C42-A959-27F55B9A2145}" presName="rootComposite" presStyleCnt="0"/>
      <dgm:spPr/>
    </dgm:pt>
    <dgm:pt modelId="{61F335AE-356B-4CFF-80A1-01D5A6D90F5E}" type="pres">
      <dgm:prSet presAssocID="{B361E158-CC96-4C42-A959-27F55B9A2145}" presName="rootText" presStyleLbl="node4" presStyleIdx="1" presStyleCnt="2">
        <dgm:presLayoutVars>
          <dgm:chPref val="3"/>
        </dgm:presLayoutVars>
      </dgm:prSet>
      <dgm:spPr/>
    </dgm:pt>
    <dgm:pt modelId="{79B1CB0D-3019-4770-840F-6CC30068AD13}" type="pres">
      <dgm:prSet presAssocID="{B361E158-CC96-4C42-A959-27F55B9A2145}" presName="rootConnector" presStyleLbl="node4" presStyleIdx="1" presStyleCnt="2"/>
      <dgm:spPr/>
    </dgm:pt>
    <dgm:pt modelId="{5B297768-4D02-4B48-A4C5-1C7BD3D762A3}" type="pres">
      <dgm:prSet presAssocID="{B361E158-CC96-4C42-A959-27F55B9A2145}" presName="hierChild4" presStyleCnt="0"/>
      <dgm:spPr/>
    </dgm:pt>
    <dgm:pt modelId="{4AC9E464-086A-46E1-816A-6FB711EAE12E}" type="pres">
      <dgm:prSet presAssocID="{B361E158-CC96-4C42-A959-27F55B9A2145}" presName="hierChild5" presStyleCnt="0"/>
      <dgm:spPr/>
    </dgm:pt>
    <dgm:pt modelId="{9F918468-1B8E-422D-A76F-6057161D5219}" type="pres">
      <dgm:prSet presAssocID="{3ED39E76-EB8A-4349-AF1A-80015D978B62}" presName="hierChild5" presStyleCnt="0"/>
      <dgm:spPr/>
    </dgm:pt>
    <dgm:pt modelId="{BED2F579-9E63-400C-A13D-C9B697FDA18F}" type="pres">
      <dgm:prSet presAssocID="{F9290ABD-A532-4418-90C4-327856DFE789}" presName="hierChild5" presStyleCnt="0"/>
      <dgm:spPr/>
    </dgm:pt>
    <dgm:pt modelId="{BFF5615D-03D0-4AA7-9047-ACB3F3A1FE33}" type="pres">
      <dgm:prSet presAssocID="{C9169497-2A53-45FB-8C83-07743A7BD500}" presName="hierChild5" presStyleCnt="0"/>
      <dgm:spPr/>
    </dgm:pt>
    <dgm:pt modelId="{E0DCB92B-24CB-4D8E-8DD6-1CA69E2CA301}" type="pres">
      <dgm:prSet presAssocID="{8F295959-BB97-4827-8B81-08FAD3B0F81B}" presName="hierChild3" presStyleCnt="0"/>
      <dgm:spPr/>
    </dgm:pt>
  </dgm:ptLst>
  <dgm:cxnLst>
    <dgm:cxn modelId="{BAAF9901-7906-4DE3-9981-1088238FDAF8}" srcId="{8F295959-BB97-4827-8B81-08FAD3B0F81B}" destId="{C9169497-2A53-45FB-8C83-07743A7BD500}" srcOrd="0" destOrd="0" parTransId="{DFB816DC-DB3A-4A03-8607-8A677047066C}" sibTransId="{68D2364D-6345-4086-A45E-B0516FE0D2AB}"/>
    <dgm:cxn modelId="{0396F234-D22A-4572-ADE3-28DE59778F1D}" type="presOf" srcId="{3ED39E76-EB8A-4349-AF1A-80015D978B62}" destId="{514C6973-AFA0-4D1A-9A86-A40E0434B0C8}" srcOrd="1" destOrd="0" presId="urn:microsoft.com/office/officeart/2005/8/layout/orgChart1"/>
    <dgm:cxn modelId="{3007F204-2E74-4E80-810A-5F07FFBA2437}" type="presOf" srcId="{C9169497-2A53-45FB-8C83-07743A7BD500}" destId="{A9E0A4E8-4967-4620-B036-A668D257DB86}" srcOrd="1" destOrd="0" presId="urn:microsoft.com/office/officeart/2005/8/layout/orgChart1"/>
    <dgm:cxn modelId="{0DF4C586-65C7-4937-9DB0-D03856868A33}" type="presOf" srcId="{8F295959-BB97-4827-8B81-08FAD3B0F81B}" destId="{720ED35C-1BCD-43B6-973B-FF806E8D585D}" srcOrd="1" destOrd="0" presId="urn:microsoft.com/office/officeart/2005/8/layout/orgChart1"/>
    <dgm:cxn modelId="{EE3FBA25-5DD4-4C30-B53F-6579B951E5C3}" type="presOf" srcId="{F9290ABD-A532-4418-90C4-327856DFE789}" destId="{CC442D1D-5D2D-4D65-84B2-5C2A17866C42}" srcOrd="1" destOrd="0" presId="urn:microsoft.com/office/officeart/2005/8/layout/orgChart1"/>
    <dgm:cxn modelId="{EC6B0A89-2DA2-476A-8DE4-ECE599B653AF}" type="presOf" srcId="{B361E158-CC96-4C42-A959-27F55B9A2145}" destId="{79B1CB0D-3019-4770-840F-6CC30068AD13}" srcOrd="1" destOrd="0" presId="urn:microsoft.com/office/officeart/2005/8/layout/orgChart1"/>
    <dgm:cxn modelId="{D4301F17-7EA2-46D1-9CCF-2F72CA5ADB59}" type="presOf" srcId="{40CC02D9-2143-46CB-88B3-8D2349DA3571}" destId="{162297D6-E8DD-4457-954F-F579D1F5E2E9}" srcOrd="0" destOrd="0" presId="urn:microsoft.com/office/officeart/2005/8/layout/orgChart1"/>
    <dgm:cxn modelId="{2828004A-477F-40FA-B593-A8FB74C17DFB}" srcId="{F9290ABD-A532-4418-90C4-327856DFE789}" destId="{3ED39E76-EB8A-4349-AF1A-80015D978B62}" srcOrd="0" destOrd="0" parTransId="{966D2FAD-1278-4E88-91BA-E6B43F925967}" sibTransId="{9E73367F-A53D-46E3-B043-4D5D3C912456}"/>
    <dgm:cxn modelId="{31B9D5FD-3CB0-4980-804C-E18F551BCDD6}" type="presOf" srcId="{8F295959-BB97-4827-8B81-08FAD3B0F81B}" destId="{780744CB-CE12-4129-B28E-F7574B9C0D58}" srcOrd="0" destOrd="0" presId="urn:microsoft.com/office/officeart/2005/8/layout/orgChart1"/>
    <dgm:cxn modelId="{BACF3E54-1189-475B-BC35-3356C533E4E1}" type="presOf" srcId="{E509FF09-4868-40E6-9EBA-8BE24470FBFD}" destId="{ED8161C9-53EA-45A6-A163-7AD5B497F4F4}" srcOrd="0" destOrd="0" presId="urn:microsoft.com/office/officeart/2005/8/layout/orgChart1"/>
    <dgm:cxn modelId="{F25E94DF-F872-4902-BB23-199835E9A323}" type="presOf" srcId="{966D2FAD-1278-4E88-91BA-E6B43F925967}" destId="{7292BC7A-FDAD-45EA-8BAE-8871035E9137}" srcOrd="0" destOrd="0" presId="urn:microsoft.com/office/officeart/2005/8/layout/orgChart1"/>
    <dgm:cxn modelId="{B6D11059-744B-4E24-8404-A970FB57C993}" type="presOf" srcId="{AE09E64A-D5CE-407F-BEAC-FA3A6FB20639}" destId="{4D7D2B96-153F-41C4-9AA5-96648BF9DAD6}" srcOrd="0" destOrd="0" presId="urn:microsoft.com/office/officeart/2005/8/layout/orgChart1"/>
    <dgm:cxn modelId="{3E02AA38-256B-44C1-8764-1D1DA8867D2A}" srcId="{C9169497-2A53-45FB-8C83-07743A7BD500}" destId="{F9290ABD-A532-4418-90C4-327856DFE789}" srcOrd="0" destOrd="0" parTransId="{E509FF09-4868-40E6-9EBA-8BE24470FBFD}" sibTransId="{ACC51DDB-83E0-4A45-B65A-08EAF1E0C4A8}"/>
    <dgm:cxn modelId="{12C1FB74-3FB6-4FF8-86C7-69D1E0133BC8}" srcId="{40CC02D9-2143-46CB-88B3-8D2349DA3571}" destId="{8F295959-BB97-4827-8B81-08FAD3B0F81B}" srcOrd="0" destOrd="0" parTransId="{3AC451AF-421E-4DD3-B17A-F0A742FFEE4B}" sibTransId="{46DEA1D4-D965-4FF5-B5D4-EC7434FCF896}"/>
    <dgm:cxn modelId="{1CC2332D-ED27-49D2-A665-FB0D25857F69}" type="presOf" srcId="{3ED39E76-EB8A-4349-AF1A-80015D978B62}" destId="{5ED29ACF-1BE6-42A5-B0ED-3D2F9F5EC7D9}" srcOrd="0" destOrd="0" presId="urn:microsoft.com/office/officeart/2005/8/layout/orgChart1"/>
    <dgm:cxn modelId="{E15CEC48-64C9-4101-B648-164C8FD01779}" type="presOf" srcId="{C9169497-2A53-45FB-8C83-07743A7BD500}" destId="{B4959537-D9F3-401A-88DB-E2BC59807329}" srcOrd="0" destOrd="0" presId="urn:microsoft.com/office/officeart/2005/8/layout/orgChart1"/>
    <dgm:cxn modelId="{1A99F499-B283-4BB0-993B-76B2023F90C0}" srcId="{3ED39E76-EB8A-4349-AF1A-80015D978B62}" destId="{B361E158-CC96-4C42-A959-27F55B9A2145}" srcOrd="0" destOrd="0" parTransId="{AE09E64A-D5CE-407F-BEAC-FA3A6FB20639}" sibTransId="{25F635CA-7A8C-4D38-8EC1-C6629559D3F9}"/>
    <dgm:cxn modelId="{A27E84DB-B586-481B-91B0-274CFAAF7BD1}" type="presOf" srcId="{F9290ABD-A532-4418-90C4-327856DFE789}" destId="{8CC4F642-97E8-4707-87FD-1726F9119453}" srcOrd="0" destOrd="0" presId="urn:microsoft.com/office/officeart/2005/8/layout/orgChart1"/>
    <dgm:cxn modelId="{24302E2D-AE12-41AC-AD7B-C2643DBA1C13}" type="presOf" srcId="{DFB816DC-DB3A-4A03-8607-8A677047066C}" destId="{5D1A6348-6D62-4E1B-9058-D126A0AEBFB0}" srcOrd="0" destOrd="0" presId="urn:microsoft.com/office/officeart/2005/8/layout/orgChart1"/>
    <dgm:cxn modelId="{2DA2572E-282C-4F16-A6DE-B1AD5207D484}" type="presOf" srcId="{B361E158-CC96-4C42-A959-27F55B9A2145}" destId="{61F335AE-356B-4CFF-80A1-01D5A6D90F5E}" srcOrd="0" destOrd="0" presId="urn:microsoft.com/office/officeart/2005/8/layout/orgChart1"/>
    <dgm:cxn modelId="{F179BA2A-9E0B-4B3C-8412-CDFEB6E5C040}" type="presParOf" srcId="{162297D6-E8DD-4457-954F-F579D1F5E2E9}" destId="{5063BDE6-F321-4FAE-BEDC-7EE1A30DBC2D}" srcOrd="0" destOrd="0" presId="urn:microsoft.com/office/officeart/2005/8/layout/orgChart1"/>
    <dgm:cxn modelId="{BF4E2EBD-82B2-4288-85A2-C8DA4A6EFB07}" type="presParOf" srcId="{5063BDE6-F321-4FAE-BEDC-7EE1A30DBC2D}" destId="{AE024DA9-AEF6-4E6A-A16E-7BFF04801E56}" srcOrd="0" destOrd="0" presId="urn:microsoft.com/office/officeart/2005/8/layout/orgChart1"/>
    <dgm:cxn modelId="{2545AD11-A5D7-447E-A43F-423C190DB39E}" type="presParOf" srcId="{AE024DA9-AEF6-4E6A-A16E-7BFF04801E56}" destId="{780744CB-CE12-4129-B28E-F7574B9C0D58}" srcOrd="0" destOrd="0" presId="urn:microsoft.com/office/officeart/2005/8/layout/orgChart1"/>
    <dgm:cxn modelId="{3809B6E5-A24C-4214-9DD3-17D9D4B2EA83}" type="presParOf" srcId="{AE024DA9-AEF6-4E6A-A16E-7BFF04801E56}" destId="{720ED35C-1BCD-43B6-973B-FF806E8D585D}" srcOrd="1" destOrd="0" presId="urn:microsoft.com/office/officeart/2005/8/layout/orgChart1"/>
    <dgm:cxn modelId="{678E559B-368D-4A11-A2B5-4C4C7FA06F67}" type="presParOf" srcId="{5063BDE6-F321-4FAE-BEDC-7EE1A30DBC2D}" destId="{72FD60B9-3EC5-4B7A-A015-9DB2F3973108}" srcOrd="1" destOrd="0" presId="urn:microsoft.com/office/officeart/2005/8/layout/orgChart1"/>
    <dgm:cxn modelId="{28F4B482-8269-4C0D-A934-6FB1CCFC437C}" type="presParOf" srcId="{72FD60B9-3EC5-4B7A-A015-9DB2F3973108}" destId="{5D1A6348-6D62-4E1B-9058-D126A0AEBFB0}" srcOrd="0" destOrd="0" presId="urn:microsoft.com/office/officeart/2005/8/layout/orgChart1"/>
    <dgm:cxn modelId="{64071427-C984-4EFD-83A5-86006BFFBC66}" type="presParOf" srcId="{72FD60B9-3EC5-4B7A-A015-9DB2F3973108}" destId="{9FA5CFC8-D3F7-46A6-82C7-0E531C7EEE6D}" srcOrd="1" destOrd="0" presId="urn:microsoft.com/office/officeart/2005/8/layout/orgChart1"/>
    <dgm:cxn modelId="{6A8057AD-9606-4C58-BF3D-00A31D409EE5}" type="presParOf" srcId="{9FA5CFC8-D3F7-46A6-82C7-0E531C7EEE6D}" destId="{A00343D8-384D-4D0D-A4A2-BD6B45C984A5}" srcOrd="0" destOrd="0" presId="urn:microsoft.com/office/officeart/2005/8/layout/orgChart1"/>
    <dgm:cxn modelId="{7C40A22C-47EF-45FC-A10E-F72D7ABB18E1}" type="presParOf" srcId="{A00343D8-384D-4D0D-A4A2-BD6B45C984A5}" destId="{B4959537-D9F3-401A-88DB-E2BC59807329}" srcOrd="0" destOrd="0" presId="urn:microsoft.com/office/officeart/2005/8/layout/orgChart1"/>
    <dgm:cxn modelId="{03F61CE4-C40A-4CA8-86CC-44FCBAE301CD}" type="presParOf" srcId="{A00343D8-384D-4D0D-A4A2-BD6B45C984A5}" destId="{A9E0A4E8-4967-4620-B036-A668D257DB86}" srcOrd="1" destOrd="0" presId="urn:microsoft.com/office/officeart/2005/8/layout/orgChart1"/>
    <dgm:cxn modelId="{7108F446-E77E-4498-9419-18D296E5F800}" type="presParOf" srcId="{9FA5CFC8-D3F7-46A6-82C7-0E531C7EEE6D}" destId="{B648B779-4521-4472-A113-39C8AB607FDD}" srcOrd="1" destOrd="0" presId="urn:microsoft.com/office/officeart/2005/8/layout/orgChart1"/>
    <dgm:cxn modelId="{46819D80-1A88-4E97-B467-49B2E23FD83E}" type="presParOf" srcId="{B648B779-4521-4472-A113-39C8AB607FDD}" destId="{ED8161C9-53EA-45A6-A163-7AD5B497F4F4}" srcOrd="0" destOrd="0" presId="urn:microsoft.com/office/officeart/2005/8/layout/orgChart1"/>
    <dgm:cxn modelId="{2D097572-0E6E-4C52-B002-885184BD257B}" type="presParOf" srcId="{B648B779-4521-4472-A113-39C8AB607FDD}" destId="{F157C4C7-5A32-47D3-A67D-FAC9E7F0F225}" srcOrd="1" destOrd="0" presId="urn:microsoft.com/office/officeart/2005/8/layout/orgChart1"/>
    <dgm:cxn modelId="{FCAEC9EA-BC6F-4503-BDE1-60F7E330E962}" type="presParOf" srcId="{F157C4C7-5A32-47D3-A67D-FAC9E7F0F225}" destId="{E3B93A4F-6492-4611-A614-F489F6086A89}" srcOrd="0" destOrd="0" presId="urn:microsoft.com/office/officeart/2005/8/layout/orgChart1"/>
    <dgm:cxn modelId="{E0BBC2D7-BE78-47C1-8E5D-1085C64C2ECB}" type="presParOf" srcId="{E3B93A4F-6492-4611-A614-F489F6086A89}" destId="{8CC4F642-97E8-4707-87FD-1726F9119453}" srcOrd="0" destOrd="0" presId="urn:microsoft.com/office/officeart/2005/8/layout/orgChart1"/>
    <dgm:cxn modelId="{514F4B35-D82A-48C3-8AFC-138EFE4B0606}" type="presParOf" srcId="{E3B93A4F-6492-4611-A614-F489F6086A89}" destId="{CC442D1D-5D2D-4D65-84B2-5C2A17866C42}" srcOrd="1" destOrd="0" presId="urn:microsoft.com/office/officeart/2005/8/layout/orgChart1"/>
    <dgm:cxn modelId="{3639E881-DDAF-4CFA-A759-DF1321EFF92E}" type="presParOf" srcId="{F157C4C7-5A32-47D3-A67D-FAC9E7F0F225}" destId="{899D3694-64BE-4546-914B-8C5F7FB8D56A}" srcOrd="1" destOrd="0" presId="urn:microsoft.com/office/officeart/2005/8/layout/orgChart1"/>
    <dgm:cxn modelId="{A3F380C8-03BE-4F9F-9CC4-AD70F5BB5D86}" type="presParOf" srcId="{899D3694-64BE-4546-914B-8C5F7FB8D56A}" destId="{7292BC7A-FDAD-45EA-8BAE-8871035E9137}" srcOrd="0" destOrd="0" presId="urn:microsoft.com/office/officeart/2005/8/layout/orgChart1"/>
    <dgm:cxn modelId="{E58C8091-6D87-4475-A182-1B396F02E790}" type="presParOf" srcId="{899D3694-64BE-4546-914B-8C5F7FB8D56A}" destId="{5B75BB54-5478-49FC-BC51-63B5F700AE84}" srcOrd="1" destOrd="0" presId="urn:microsoft.com/office/officeart/2005/8/layout/orgChart1"/>
    <dgm:cxn modelId="{4998C6B2-CC37-43FF-B385-2613A2C082DA}" type="presParOf" srcId="{5B75BB54-5478-49FC-BC51-63B5F700AE84}" destId="{28EAFC2B-1876-466F-9DEA-A38B232D21F4}" srcOrd="0" destOrd="0" presId="urn:microsoft.com/office/officeart/2005/8/layout/orgChart1"/>
    <dgm:cxn modelId="{C285770A-A60E-466E-8924-23E328353F26}" type="presParOf" srcId="{28EAFC2B-1876-466F-9DEA-A38B232D21F4}" destId="{5ED29ACF-1BE6-42A5-B0ED-3D2F9F5EC7D9}" srcOrd="0" destOrd="0" presId="urn:microsoft.com/office/officeart/2005/8/layout/orgChart1"/>
    <dgm:cxn modelId="{9335071B-AF59-4827-943D-4123DAAB054D}" type="presParOf" srcId="{28EAFC2B-1876-466F-9DEA-A38B232D21F4}" destId="{514C6973-AFA0-4D1A-9A86-A40E0434B0C8}" srcOrd="1" destOrd="0" presId="urn:microsoft.com/office/officeart/2005/8/layout/orgChart1"/>
    <dgm:cxn modelId="{C74D5011-5503-4AB2-8548-BE1D62C56BF1}" type="presParOf" srcId="{5B75BB54-5478-49FC-BC51-63B5F700AE84}" destId="{4A9E920C-4C16-4C7D-9E3A-1BA433DBC03F}" srcOrd="1" destOrd="0" presId="urn:microsoft.com/office/officeart/2005/8/layout/orgChart1"/>
    <dgm:cxn modelId="{D6E3C502-76E5-4C75-9084-C4C7E46011DA}" type="presParOf" srcId="{4A9E920C-4C16-4C7D-9E3A-1BA433DBC03F}" destId="{4D7D2B96-153F-41C4-9AA5-96648BF9DAD6}" srcOrd="0" destOrd="0" presId="urn:microsoft.com/office/officeart/2005/8/layout/orgChart1"/>
    <dgm:cxn modelId="{88E8E47D-0016-4521-ADC2-553B850CB368}" type="presParOf" srcId="{4A9E920C-4C16-4C7D-9E3A-1BA433DBC03F}" destId="{8B7ED430-D5E7-42EA-9509-63A7A1C14837}" srcOrd="1" destOrd="0" presId="urn:microsoft.com/office/officeart/2005/8/layout/orgChart1"/>
    <dgm:cxn modelId="{D9437C20-8058-4C19-8D39-9973A3649659}" type="presParOf" srcId="{8B7ED430-D5E7-42EA-9509-63A7A1C14837}" destId="{CDD279FA-4535-4E7F-8207-77431F128B07}" srcOrd="0" destOrd="0" presId="urn:microsoft.com/office/officeart/2005/8/layout/orgChart1"/>
    <dgm:cxn modelId="{539975BA-68F8-4DB8-ADFC-3C0A76458572}" type="presParOf" srcId="{CDD279FA-4535-4E7F-8207-77431F128B07}" destId="{61F335AE-356B-4CFF-80A1-01D5A6D90F5E}" srcOrd="0" destOrd="0" presId="urn:microsoft.com/office/officeart/2005/8/layout/orgChart1"/>
    <dgm:cxn modelId="{18FBDDA7-D659-4074-9024-32529C14A245}" type="presParOf" srcId="{CDD279FA-4535-4E7F-8207-77431F128B07}" destId="{79B1CB0D-3019-4770-840F-6CC30068AD13}" srcOrd="1" destOrd="0" presId="urn:microsoft.com/office/officeart/2005/8/layout/orgChart1"/>
    <dgm:cxn modelId="{EAF75A42-A03B-455B-95A2-4DC13E51A3EB}" type="presParOf" srcId="{8B7ED430-D5E7-42EA-9509-63A7A1C14837}" destId="{5B297768-4D02-4B48-A4C5-1C7BD3D762A3}" srcOrd="1" destOrd="0" presId="urn:microsoft.com/office/officeart/2005/8/layout/orgChart1"/>
    <dgm:cxn modelId="{B9773256-C21C-460C-B2E1-A2560FDC072F}" type="presParOf" srcId="{8B7ED430-D5E7-42EA-9509-63A7A1C14837}" destId="{4AC9E464-086A-46E1-816A-6FB711EAE12E}" srcOrd="2" destOrd="0" presId="urn:microsoft.com/office/officeart/2005/8/layout/orgChart1"/>
    <dgm:cxn modelId="{B301843B-F02C-481F-B866-F6650F67D4B3}" type="presParOf" srcId="{5B75BB54-5478-49FC-BC51-63B5F700AE84}" destId="{9F918468-1B8E-422D-A76F-6057161D5219}" srcOrd="2" destOrd="0" presId="urn:microsoft.com/office/officeart/2005/8/layout/orgChart1"/>
    <dgm:cxn modelId="{390C9F3F-BCCD-4A47-A205-B4475526E7B7}" type="presParOf" srcId="{F157C4C7-5A32-47D3-A67D-FAC9E7F0F225}" destId="{BED2F579-9E63-400C-A13D-C9B697FDA18F}" srcOrd="2" destOrd="0" presId="urn:microsoft.com/office/officeart/2005/8/layout/orgChart1"/>
    <dgm:cxn modelId="{1C215EEC-8C04-4151-A026-63620396C9C0}" type="presParOf" srcId="{9FA5CFC8-D3F7-46A6-82C7-0E531C7EEE6D}" destId="{BFF5615D-03D0-4AA7-9047-ACB3F3A1FE33}" srcOrd="2" destOrd="0" presId="urn:microsoft.com/office/officeart/2005/8/layout/orgChart1"/>
    <dgm:cxn modelId="{8121599D-8F8C-4FC0-877E-5AF1B19BEA88}" type="presParOf" srcId="{5063BDE6-F321-4FAE-BEDC-7EE1A30DBC2D}" destId="{E0DCB92B-24CB-4D8E-8DD6-1CA69E2CA30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46E8AD-11BE-4DCD-ABD7-C0CAB7E6A7A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A93448F-185C-4412-BD09-57033AEBED25}">
      <dgm:prSet phldrT="[Text]"/>
      <dgm:spPr/>
      <dgm:t>
        <a:bodyPr/>
        <a:lstStyle/>
        <a:p>
          <a:r>
            <a:rPr lang="en-US" dirty="0" err="1"/>
            <a:t>Beplan</a:t>
          </a:r>
          <a:r>
            <a:rPr lang="en-US" dirty="0"/>
            <a:t> ’n </a:t>
          </a:r>
          <a:r>
            <a:rPr lang="en-US" dirty="0" err="1"/>
            <a:t>logiese</a:t>
          </a:r>
          <a:r>
            <a:rPr lang="en-US" dirty="0"/>
            <a:t> </a:t>
          </a:r>
          <a:r>
            <a:rPr lang="en-US" dirty="0" err="1"/>
            <a:t>lêergidsstruktuur</a:t>
          </a:r>
          <a:endParaRPr lang="en-US" dirty="0"/>
        </a:p>
      </dgm:t>
    </dgm:pt>
    <dgm:pt modelId="{F490A3D1-A686-4FD5-98E5-8F67446B9678}" type="parTrans" cxnId="{2B183F56-B5FE-41B7-B77D-CF417A6A7D5B}">
      <dgm:prSet/>
      <dgm:spPr/>
      <dgm:t>
        <a:bodyPr/>
        <a:lstStyle/>
        <a:p>
          <a:endParaRPr lang="en-US"/>
        </a:p>
      </dgm:t>
    </dgm:pt>
    <dgm:pt modelId="{B4EC32D2-ED91-4F65-8372-944A1A33099F}" type="sibTrans" cxnId="{2B183F56-B5FE-41B7-B77D-CF417A6A7D5B}">
      <dgm:prSet/>
      <dgm:spPr/>
      <dgm:t>
        <a:bodyPr/>
        <a:lstStyle/>
        <a:p>
          <a:endParaRPr lang="en-US"/>
        </a:p>
      </dgm:t>
    </dgm:pt>
    <dgm:pt modelId="{21003F04-BF89-4607-B5B5-FD8BE8594E89}">
      <dgm:prSet phldrT="[Text]"/>
      <dgm:spPr/>
      <dgm:t>
        <a:bodyPr/>
        <a:lstStyle/>
        <a:p>
          <a:r>
            <a:rPr lang="en-US" dirty="0" err="1"/>
            <a:t>Lêername</a:t>
          </a:r>
          <a:endParaRPr lang="en-US" dirty="0"/>
        </a:p>
      </dgm:t>
    </dgm:pt>
    <dgm:pt modelId="{0AC54F53-0F2A-4061-B4A2-7D2C75B2421B}" type="parTrans" cxnId="{8B1CC4FC-2544-4E13-98D1-6D193F3866FF}">
      <dgm:prSet/>
      <dgm:spPr/>
      <dgm:t>
        <a:bodyPr/>
        <a:lstStyle/>
        <a:p>
          <a:endParaRPr lang="en-US"/>
        </a:p>
      </dgm:t>
    </dgm:pt>
    <dgm:pt modelId="{16C48739-F859-4C49-8112-A4817CB12A01}" type="sibTrans" cxnId="{8B1CC4FC-2544-4E13-98D1-6D193F3866FF}">
      <dgm:prSet/>
      <dgm:spPr/>
      <dgm:t>
        <a:bodyPr/>
        <a:lstStyle/>
        <a:p>
          <a:endParaRPr lang="en-US"/>
        </a:p>
      </dgm:t>
    </dgm:pt>
    <dgm:pt modelId="{F1924388-40DF-4C42-8B22-3D409C5A9F1A}">
      <dgm:prSet phldrT="[Text]"/>
      <dgm:spPr/>
      <dgm:t>
        <a:bodyPr/>
        <a:lstStyle/>
        <a:p>
          <a:r>
            <a:rPr lang="en-US" dirty="0" err="1"/>
            <a:t>Lêerpad</a:t>
          </a:r>
          <a:endParaRPr lang="en-US" dirty="0"/>
        </a:p>
      </dgm:t>
    </dgm:pt>
    <dgm:pt modelId="{8A4C9066-8379-417E-A93A-81780F79A95B}" type="parTrans" cxnId="{BEF0CB5B-6D99-4B39-A40B-F945D3AE8E7D}">
      <dgm:prSet/>
      <dgm:spPr/>
      <dgm:t>
        <a:bodyPr/>
        <a:lstStyle/>
        <a:p>
          <a:endParaRPr lang="en-US"/>
        </a:p>
      </dgm:t>
    </dgm:pt>
    <dgm:pt modelId="{F4C79D8D-0AE9-4A2D-AAE8-35F0B422117A}" type="sibTrans" cxnId="{BEF0CB5B-6D99-4B39-A40B-F945D3AE8E7D}">
      <dgm:prSet/>
      <dgm:spPr/>
      <dgm:t>
        <a:bodyPr/>
        <a:lstStyle/>
        <a:p>
          <a:endParaRPr lang="en-US"/>
        </a:p>
      </dgm:t>
    </dgm:pt>
    <dgm:pt modelId="{AF77E811-9BC2-41F1-92E0-FA8B366448B7}">
      <dgm:prSet phldrT="[Text]"/>
      <dgm:spPr/>
      <dgm:t>
        <a:bodyPr/>
        <a:lstStyle/>
        <a:p>
          <a:r>
            <a:rPr lang="en-US"/>
            <a:t>Netwerk-aandrywers</a:t>
          </a:r>
          <a:endParaRPr lang="en-US" dirty="0"/>
        </a:p>
      </dgm:t>
    </dgm:pt>
    <dgm:pt modelId="{B6DC0940-935E-45DC-BCE0-35E4E3974C71}" type="parTrans" cxnId="{982EDC7F-8649-4C00-AE5B-0CBE153C897C}">
      <dgm:prSet/>
      <dgm:spPr/>
      <dgm:t>
        <a:bodyPr/>
        <a:lstStyle/>
        <a:p>
          <a:endParaRPr lang="en-US"/>
        </a:p>
      </dgm:t>
    </dgm:pt>
    <dgm:pt modelId="{77F3806E-768F-41AB-8482-3D2884DE1AE0}" type="sibTrans" cxnId="{982EDC7F-8649-4C00-AE5B-0CBE153C897C}">
      <dgm:prSet/>
      <dgm:spPr/>
      <dgm:t>
        <a:bodyPr/>
        <a:lstStyle/>
        <a:p>
          <a:endParaRPr lang="en-US"/>
        </a:p>
      </dgm:t>
    </dgm:pt>
    <dgm:pt modelId="{05419401-3EEF-41E8-89F0-3BF08440E9CF}">
      <dgm:prSet/>
      <dgm:spPr/>
      <dgm:t>
        <a:bodyPr/>
        <a:lstStyle/>
        <a:p>
          <a:r>
            <a:rPr lang="en-US" dirty="0" err="1"/>
            <a:t>Lêer</a:t>
          </a:r>
          <a:r>
            <a:rPr lang="en-US" dirty="0"/>
            <a:t> </a:t>
          </a:r>
          <a:r>
            <a:rPr lang="en-US" dirty="0" err="1"/>
            <a:t>eienskappe</a:t>
          </a:r>
          <a:endParaRPr lang="en-US" dirty="0"/>
        </a:p>
      </dgm:t>
    </dgm:pt>
    <dgm:pt modelId="{00AC8B28-0B34-42DD-87B3-429CF47576C1}" type="parTrans" cxnId="{DD45C997-1EC7-4D63-B961-510A79203510}">
      <dgm:prSet/>
      <dgm:spPr/>
      <dgm:t>
        <a:bodyPr/>
        <a:lstStyle/>
        <a:p>
          <a:endParaRPr lang="en-US"/>
        </a:p>
      </dgm:t>
    </dgm:pt>
    <dgm:pt modelId="{663F8997-E9BF-4D91-946A-811E92946056}" type="sibTrans" cxnId="{DD45C997-1EC7-4D63-B961-510A79203510}">
      <dgm:prSet/>
      <dgm:spPr/>
      <dgm:t>
        <a:bodyPr/>
        <a:lstStyle/>
        <a:p>
          <a:endParaRPr lang="en-US"/>
        </a:p>
      </dgm:t>
    </dgm:pt>
    <dgm:pt modelId="{DDA45664-B387-481F-B1BB-4AC87859A5C8}">
      <dgm:prSet/>
      <dgm:spPr/>
      <dgm:t>
        <a:bodyPr/>
        <a:lstStyle/>
        <a:p>
          <a:r>
            <a:rPr lang="en-US"/>
            <a:t>Recycle Bin</a:t>
          </a:r>
          <a:endParaRPr lang="en-US" dirty="0"/>
        </a:p>
      </dgm:t>
    </dgm:pt>
    <dgm:pt modelId="{5B5863A7-0F8C-467B-A54C-BECB1EA73F1B}" type="parTrans" cxnId="{641AC97E-78FE-477F-9E0F-A84CB54D5C17}">
      <dgm:prSet/>
      <dgm:spPr/>
      <dgm:t>
        <a:bodyPr/>
        <a:lstStyle/>
        <a:p>
          <a:endParaRPr lang="en-US"/>
        </a:p>
      </dgm:t>
    </dgm:pt>
    <dgm:pt modelId="{20674860-DA10-49DB-B459-49928A3A056F}" type="sibTrans" cxnId="{641AC97E-78FE-477F-9E0F-A84CB54D5C17}">
      <dgm:prSet/>
      <dgm:spPr/>
      <dgm:t>
        <a:bodyPr/>
        <a:lstStyle/>
        <a:p>
          <a:endParaRPr lang="en-US"/>
        </a:p>
      </dgm:t>
    </dgm:pt>
    <dgm:pt modelId="{940E6AC5-AE68-44BF-A4A9-FF8420DD34BE}">
      <dgm:prSet/>
      <dgm:spPr/>
      <dgm:t>
        <a:bodyPr/>
        <a:lstStyle/>
        <a:p>
          <a:r>
            <a:rPr lang="en-US" dirty="0" err="1"/>
            <a:t>Kortpaaie</a:t>
          </a:r>
          <a:endParaRPr lang="en-US" dirty="0"/>
        </a:p>
      </dgm:t>
    </dgm:pt>
    <dgm:pt modelId="{5434D0A5-8945-4A3F-9AD2-EE9F2E765239}" type="parTrans" cxnId="{77168B61-212E-4926-B2AC-D31011C71C31}">
      <dgm:prSet/>
      <dgm:spPr/>
      <dgm:t>
        <a:bodyPr/>
        <a:lstStyle/>
        <a:p>
          <a:endParaRPr lang="en-US"/>
        </a:p>
      </dgm:t>
    </dgm:pt>
    <dgm:pt modelId="{4B669842-1F40-4444-8A21-61A7EFE891DD}" type="sibTrans" cxnId="{77168B61-212E-4926-B2AC-D31011C71C31}">
      <dgm:prSet/>
      <dgm:spPr/>
      <dgm:t>
        <a:bodyPr/>
        <a:lstStyle/>
        <a:p>
          <a:endParaRPr lang="en-US"/>
        </a:p>
      </dgm:t>
    </dgm:pt>
    <dgm:pt modelId="{A028D2AE-8216-4D45-9574-51A6BB89958A}">
      <dgm:prSet/>
      <dgm:spPr/>
      <dgm:t>
        <a:bodyPr/>
        <a:lstStyle/>
        <a:p>
          <a:r>
            <a:rPr lang="en-US" dirty="0" err="1"/>
            <a:t>Omskakeling</a:t>
          </a:r>
          <a:r>
            <a:rPr lang="en-US" dirty="0"/>
            <a:t> van </a:t>
          </a:r>
          <a:r>
            <a:rPr lang="en-US" dirty="0" err="1"/>
            <a:t>lêertipes</a:t>
          </a:r>
          <a:endParaRPr lang="en-US" dirty="0"/>
        </a:p>
      </dgm:t>
    </dgm:pt>
    <dgm:pt modelId="{EB84AF68-7ACD-4D82-81DB-B6D5344FA10E}" type="parTrans" cxnId="{5F6840BD-4DEA-4C34-96FA-7F9801926A7C}">
      <dgm:prSet/>
      <dgm:spPr/>
      <dgm:t>
        <a:bodyPr/>
        <a:lstStyle/>
        <a:p>
          <a:endParaRPr lang="en-US"/>
        </a:p>
      </dgm:t>
    </dgm:pt>
    <dgm:pt modelId="{25AB0C32-974B-4E89-B61A-1D3F5D27699A}" type="sibTrans" cxnId="{5F6840BD-4DEA-4C34-96FA-7F9801926A7C}">
      <dgm:prSet/>
      <dgm:spPr/>
      <dgm:t>
        <a:bodyPr/>
        <a:lstStyle/>
        <a:p>
          <a:endParaRPr lang="en-US"/>
        </a:p>
      </dgm:t>
    </dgm:pt>
    <dgm:pt modelId="{BC48B88B-422A-C141-9BEA-89DC2396FFBB}">
      <dgm:prSet phldrT="[Text]"/>
      <dgm:spPr/>
      <dgm:t>
        <a:bodyPr/>
        <a:lstStyle/>
        <a:p>
          <a:r>
            <a:rPr lang="en-US" dirty="0" err="1"/>
            <a:t>Algemene</a:t>
          </a:r>
          <a:r>
            <a:rPr lang="en-US" dirty="0"/>
            <a:t> </a:t>
          </a:r>
          <a:r>
            <a:rPr lang="en-US" err="1"/>
            <a:t>lêertipes</a:t>
          </a:r>
          <a:r>
            <a:rPr lang="en-US"/>
            <a:t> en</a:t>
          </a:r>
          <a:br>
            <a:rPr lang="en-US"/>
          </a:br>
          <a:r>
            <a:rPr lang="en-US"/>
            <a:t>–uitbreidings</a:t>
          </a:r>
          <a:endParaRPr lang="en-US" dirty="0"/>
        </a:p>
      </dgm:t>
    </dgm:pt>
    <dgm:pt modelId="{234CCCF4-F7B7-0648-9CCC-56D175D96622}" type="parTrans" cxnId="{49C9F104-936C-D841-85DE-3719936B45A3}">
      <dgm:prSet/>
      <dgm:spPr/>
    </dgm:pt>
    <dgm:pt modelId="{07736F62-59F9-B041-A7FB-91607109DC55}" type="sibTrans" cxnId="{49C9F104-936C-D841-85DE-3719936B45A3}">
      <dgm:prSet/>
      <dgm:spPr/>
    </dgm:pt>
    <dgm:pt modelId="{CB3E1FB1-A0A5-4F4A-917A-F710AD2AE23F}" type="pres">
      <dgm:prSet presAssocID="{7846E8AD-11BE-4DCD-ABD7-C0CAB7E6A7A2}" presName="diagram" presStyleCnt="0">
        <dgm:presLayoutVars>
          <dgm:dir/>
          <dgm:resizeHandles val="exact"/>
        </dgm:presLayoutVars>
      </dgm:prSet>
      <dgm:spPr/>
    </dgm:pt>
    <dgm:pt modelId="{222D1CB3-A1BA-4478-947C-4160DABCED2A}" type="pres">
      <dgm:prSet presAssocID="{AA93448F-185C-4412-BD09-57033AEBED25}" presName="node" presStyleLbl="node1" presStyleIdx="0" presStyleCnt="9">
        <dgm:presLayoutVars>
          <dgm:bulletEnabled val="1"/>
        </dgm:presLayoutVars>
      </dgm:prSet>
      <dgm:spPr/>
    </dgm:pt>
    <dgm:pt modelId="{2C8DA058-1307-4CD0-A621-6DA243C8B90E}" type="pres">
      <dgm:prSet presAssocID="{B4EC32D2-ED91-4F65-8372-944A1A33099F}" presName="sibTrans" presStyleCnt="0"/>
      <dgm:spPr/>
    </dgm:pt>
    <dgm:pt modelId="{5AA933B0-CD94-4DA5-9FE2-67B9982E08E5}" type="pres">
      <dgm:prSet presAssocID="{21003F04-BF89-4607-B5B5-FD8BE8594E89}" presName="node" presStyleLbl="node1" presStyleIdx="1" presStyleCnt="9">
        <dgm:presLayoutVars>
          <dgm:bulletEnabled val="1"/>
        </dgm:presLayoutVars>
      </dgm:prSet>
      <dgm:spPr/>
    </dgm:pt>
    <dgm:pt modelId="{85DCE26D-9D75-45BA-B311-A501C46AFCB7}" type="pres">
      <dgm:prSet presAssocID="{16C48739-F859-4C49-8112-A4817CB12A01}" presName="sibTrans" presStyleCnt="0"/>
      <dgm:spPr/>
    </dgm:pt>
    <dgm:pt modelId="{80C05FD7-0823-4136-8BA7-C618C39CE950}" type="pres">
      <dgm:prSet presAssocID="{F1924388-40DF-4C42-8B22-3D409C5A9F1A}" presName="node" presStyleLbl="node1" presStyleIdx="2" presStyleCnt="9">
        <dgm:presLayoutVars>
          <dgm:bulletEnabled val="1"/>
        </dgm:presLayoutVars>
      </dgm:prSet>
      <dgm:spPr/>
    </dgm:pt>
    <dgm:pt modelId="{C097285D-95E5-43B3-990A-2791D2BF5FAD}" type="pres">
      <dgm:prSet presAssocID="{F4C79D8D-0AE9-4A2D-AAE8-35F0B422117A}" presName="sibTrans" presStyleCnt="0"/>
      <dgm:spPr/>
    </dgm:pt>
    <dgm:pt modelId="{3F128437-CD0B-4693-A07D-E13DE85035B6}" type="pres">
      <dgm:prSet presAssocID="{AF77E811-9BC2-41F1-92E0-FA8B366448B7}" presName="node" presStyleLbl="node1" presStyleIdx="3" presStyleCnt="9">
        <dgm:presLayoutVars>
          <dgm:bulletEnabled val="1"/>
        </dgm:presLayoutVars>
      </dgm:prSet>
      <dgm:spPr/>
    </dgm:pt>
    <dgm:pt modelId="{3112EB86-78DC-4072-8AC3-E3FA199D8DFA}" type="pres">
      <dgm:prSet presAssocID="{77F3806E-768F-41AB-8482-3D2884DE1AE0}" presName="sibTrans" presStyleCnt="0"/>
      <dgm:spPr/>
    </dgm:pt>
    <dgm:pt modelId="{40B4174E-3363-8140-A3ED-8FDEEE295249}" type="pres">
      <dgm:prSet presAssocID="{BC48B88B-422A-C141-9BEA-89DC2396FFBB}" presName="node" presStyleLbl="node1" presStyleIdx="4" presStyleCnt="9">
        <dgm:presLayoutVars>
          <dgm:bulletEnabled val="1"/>
        </dgm:presLayoutVars>
      </dgm:prSet>
      <dgm:spPr/>
    </dgm:pt>
    <dgm:pt modelId="{1CA8BDA8-A8F1-7D48-8D71-8A128F21CB33}" type="pres">
      <dgm:prSet presAssocID="{07736F62-59F9-B041-A7FB-91607109DC55}" presName="sibTrans" presStyleCnt="0"/>
      <dgm:spPr/>
    </dgm:pt>
    <dgm:pt modelId="{E087A996-6E04-4D25-83F5-4B040D03AECC}" type="pres">
      <dgm:prSet presAssocID="{05419401-3EEF-41E8-89F0-3BF08440E9CF}" presName="node" presStyleLbl="node1" presStyleIdx="5" presStyleCnt="9">
        <dgm:presLayoutVars>
          <dgm:bulletEnabled val="1"/>
        </dgm:presLayoutVars>
      </dgm:prSet>
      <dgm:spPr/>
    </dgm:pt>
    <dgm:pt modelId="{C92FC56F-8CA8-4E45-810D-FAE1A53B4EB9}" type="pres">
      <dgm:prSet presAssocID="{663F8997-E9BF-4D91-946A-811E92946056}" presName="sibTrans" presStyleCnt="0"/>
      <dgm:spPr/>
    </dgm:pt>
    <dgm:pt modelId="{404EA5DA-21A6-4A8E-A891-A0C20E69E03E}" type="pres">
      <dgm:prSet presAssocID="{DDA45664-B387-481F-B1BB-4AC87859A5C8}" presName="node" presStyleLbl="node1" presStyleIdx="6" presStyleCnt="9">
        <dgm:presLayoutVars>
          <dgm:bulletEnabled val="1"/>
        </dgm:presLayoutVars>
      </dgm:prSet>
      <dgm:spPr/>
    </dgm:pt>
    <dgm:pt modelId="{D3F019A9-124B-4A32-AF38-76154AC5355C}" type="pres">
      <dgm:prSet presAssocID="{20674860-DA10-49DB-B459-49928A3A056F}" presName="sibTrans" presStyleCnt="0"/>
      <dgm:spPr/>
    </dgm:pt>
    <dgm:pt modelId="{39F4F93A-FC20-4973-8AE0-BC306D478B69}" type="pres">
      <dgm:prSet presAssocID="{940E6AC5-AE68-44BF-A4A9-FF8420DD34BE}" presName="node" presStyleLbl="node1" presStyleIdx="7" presStyleCnt="9">
        <dgm:presLayoutVars>
          <dgm:bulletEnabled val="1"/>
        </dgm:presLayoutVars>
      </dgm:prSet>
      <dgm:spPr/>
    </dgm:pt>
    <dgm:pt modelId="{4A9EA286-3781-4C9F-B7ED-89996015F81B}" type="pres">
      <dgm:prSet presAssocID="{4B669842-1F40-4444-8A21-61A7EFE891DD}" presName="sibTrans" presStyleCnt="0"/>
      <dgm:spPr/>
    </dgm:pt>
    <dgm:pt modelId="{20FEC2DC-472F-4B15-9BC7-3273341407C6}" type="pres">
      <dgm:prSet presAssocID="{A028D2AE-8216-4D45-9574-51A6BB89958A}" presName="node" presStyleLbl="node1" presStyleIdx="8" presStyleCnt="9">
        <dgm:presLayoutVars>
          <dgm:bulletEnabled val="1"/>
        </dgm:presLayoutVars>
      </dgm:prSet>
      <dgm:spPr/>
    </dgm:pt>
  </dgm:ptLst>
  <dgm:cxnLst>
    <dgm:cxn modelId="{49C9F104-936C-D841-85DE-3719936B45A3}" srcId="{7846E8AD-11BE-4DCD-ABD7-C0CAB7E6A7A2}" destId="{BC48B88B-422A-C141-9BEA-89DC2396FFBB}" srcOrd="4" destOrd="0" parTransId="{234CCCF4-F7B7-0648-9CCC-56D175D96622}" sibTransId="{07736F62-59F9-B041-A7FB-91607109DC55}"/>
    <dgm:cxn modelId="{C36BBDB3-D77F-439B-900D-2DAF710CA1CA}" type="presOf" srcId="{AF77E811-9BC2-41F1-92E0-FA8B366448B7}" destId="{3F128437-CD0B-4693-A07D-E13DE85035B6}" srcOrd="0" destOrd="0" presId="urn:microsoft.com/office/officeart/2005/8/layout/default"/>
    <dgm:cxn modelId="{7B2CF38D-6732-4F8C-981B-826E737591E6}" type="presOf" srcId="{05419401-3EEF-41E8-89F0-3BF08440E9CF}" destId="{E087A996-6E04-4D25-83F5-4B040D03AECC}" srcOrd="0" destOrd="0" presId="urn:microsoft.com/office/officeart/2005/8/layout/default"/>
    <dgm:cxn modelId="{CC405535-2486-4483-8325-95F3BDC7B20F}" type="presOf" srcId="{AA93448F-185C-4412-BD09-57033AEBED25}" destId="{222D1CB3-A1BA-4478-947C-4160DABCED2A}" srcOrd="0" destOrd="0" presId="urn:microsoft.com/office/officeart/2005/8/layout/default"/>
    <dgm:cxn modelId="{2B183F56-B5FE-41B7-B77D-CF417A6A7D5B}" srcId="{7846E8AD-11BE-4DCD-ABD7-C0CAB7E6A7A2}" destId="{AA93448F-185C-4412-BD09-57033AEBED25}" srcOrd="0" destOrd="0" parTransId="{F490A3D1-A686-4FD5-98E5-8F67446B9678}" sibTransId="{B4EC32D2-ED91-4F65-8372-944A1A33099F}"/>
    <dgm:cxn modelId="{490A318D-A11C-470E-A9D9-99933C61BE97}" type="presOf" srcId="{7846E8AD-11BE-4DCD-ABD7-C0CAB7E6A7A2}" destId="{CB3E1FB1-A0A5-4F4A-917A-F710AD2AE23F}" srcOrd="0" destOrd="0" presId="urn:microsoft.com/office/officeart/2005/8/layout/default"/>
    <dgm:cxn modelId="{641AC97E-78FE-477F-9E0F-A84CB54D5C17}" srcId="{7846E8AD-11BE-4DCD-ABD7-C0CAB7E6A7A2}" destId="{DDA45664-B387-481F-B1BB-4AC87859A5C8}" srcOrd="6" destOrd="0" parTransId="{5B5863A7-0F8C-467B-A54C-BECB1EA73F1B}" sibTransId="{20674860-DA10-49DB-B459-49928A3A056F}"/>
    <dgm:cxn modelId="{5F6840BD-4DEA-4C34-96FA-7F9801926A7C}" srcId="{7846E8AD-11BE-4DCD-ABD7-C0CAB7E6A7A2}" destId="{A028D2AE-8216-4D45-9574-51A6BB89958A}" srcOrd="8" destOrd="0" parTransId="{EB84AF68-7ACD-4D82-81DB-B6D5344FA10E}" sibTransId="{25AB0C32-974B-4E89-B61A-1D3F5D27699A}"/>
    <dgm:cxn modelId="{F2CD5C49-F989-4E34-AE50-F6E7A64D9079}" type="presOf" srcId="{DDA45664-B387-481F-B1BB-4AC87859A5C8}" destId="{404EA5DA-21A6-4A8E-A891-A0C20E69E03E}" srcOrd="0" destOrd="0" presId="urn:microsoft.com/office/officeart/2005/8/layout/default"/>
    <dgm:cxn modelId="{A89E1250-4564-4C1E-8F4C-B65EFD11184F}" type="presOf" srcId="{21003F04-BF89-4607-B5B5-FD8BE8594E89}" destId="{5AA933B0-CD94-4DA5-9FE2-67B9982E08E5}" srcOrd="0" destOrd="0" presId="urn:microsoft.com/office/officeart/2005/8/layout/default"/>
    <dgm:cxn modelId="{DD45C997-1EC7-4D63-B961-510A79203510}" srcId="{7846E8AD-11BE-4DCD-ABD7-C0CAB7E6A7A2}" destId="{05419401-3EEF-41E8-89F0-3BF08440E9CF}" srcOrd="5" destOrd="0" parTransId="{00AC8B28-0B34-42DD-87B3-429CF47576C1}" sibTransId="{663F8997-E9BF-4D91-946A-811E92946056}"/>
    <dgm:cxn modelId="{8B1CC4FC-2544-4E13-98D1-6D193F3866FF}" srcId="{7846E8AD-11BE-4DCD-ABD7-C0CAB7E6A7A2}" destId="{21003F04-BF89-4607-B5B5-FD8BE8594E89}" srcOrd="1" destOrd="0" parTransId="{0AC54F53-0F2A-4061-B4A2-7D2C75B2421B}" sibTransId="{16C48739-F859-4C49-8112-A4817CB12A01}"/>
    <dgm:cxn modelId="{1D5E1FF0-D7FD-47D1-AB69-390E5BADF809}" type="presOf" srcId="{940E6AC5-AE68-44BF-A4A9-FF8420DD34BE}" destId="{39F4F93A-FC20-4973-8AE0-BC306D478B69}" srcOrd="0" destOrd="0" presId="urn:microsoft.com/office/officeart/2005/8/layout/default"/>
    <dgm:cxn modelId="{CFC70420-BB56-4E40-8F61-217EEC8FE4D2}" type="presOf" srcId="{A028D2AE-8216-4D45-9574-51A6BB89958A}" destId="{20FEC2DC-472F-4B15-9BC7-3273341407C6}" srcOrd="0" destOrd="0" presId="urn:microsoft.com/office/officeart/2005/8/layout/default"/>
    <dgm:cxn modelId="{BEF0CB5B-6D99-4B39-A40B-F945D3AE8E7D}" srcId="{7846E8AD-11BE-4DCD-ABD7-C0CAB7E6A7A2}" destId="{F1924388-40DF-4C42-8B22-3D409C5A9F1A}" srcOrd="2" destOrd="0" parTransId="{8A4C9066-8379-417E-A93A-81780F79A95B}" sibTransId="{F4C79D8D-0AE9-4A2D-AAE8-35F0B422117A}"/>
    <dgm:cxn modelId="{77168B61-212E-4926-B2AC-D31011C71C31}" srcId="{7846E8AD-11BE-4DCD-ABD7-C0CAB7E6A7A2}" destId="{940E6AC5-AE68-44BF-A4A9-FF8420DD34BE}" srcOrd="7" destOrd="0" parTransId="{5434D0A5-8945-4A3F-9AD2-EE9F2E765239}" sibTransId="{4B669842-1F40-4444-8A21-61A7EFE891DD}"/>
    <dgm:cxn modelId="{982EDC7F-8649-4C00-AE5B-0CBE153C897C}" srcId="{7846E8AD-11BE-4DCD-ABD7-C0CAB7E6A7A2}" destId="{AF77E811-9BC2-41F1-92E0-FA8B366448B7}" srcOrd="3" destOrd="0" parTransId="{B6DC0940-935E-45DC-BCE0-35E4E3974C71}" sibTransId="{77F3806E-768F-41AB-8482-3D2884DE1AE0}"/>
    <dgm:cxn modelId="{CDB3A8AD-8695-41AA-B441-B04787918067}" type="presOf" srcId="{F1924388-40DF-4C42-8B22-3D409C5A9F1A}" destId="{80C05FD7-0823-4136-8BA7-C618C39CE950}" srcOrd="0" destOrd="0" presId="urn:microsoft.com/office/officeart/2005/8/layout/default"/>
    <dgm:cxn modelId="{E128F20C-7D29-2843-AEF4-26A59B10B480}" type="presOf" srcId="{BC48B88B-422A-C141-9BEA-89DC2396FFBB}" destId="{40B4174E-3363-8140-A3ED-8FDEEE295249}" srcOrd="0" destOrd="0" presId="urn:microsoft.com/office/officeart/2005/8/layout/default"/>
    <dgm:cxn modelId="{DBEFBDD1-CDC8-48C1-8DF0-93D4EA8A5E38}" type="presParOf" srcId="{CB3E1FB1-A0A5-4F4A-917A-F710AD2AE23F}" destId="{222D1CB3-A1BA-4478-947C-4160DABCED2A}" srcOrd="0" destOrd="0" presId="urn:microsoft.com/office/officeart/2005/8/layout/default"/>
    <dgm:cxn modelId="{0625CB0E-41D0-40E2-B9C3-4C0972DC0464}" type="presParOf" srcId="{CB3E1FB1-A0A5-4F4A-917A-F710AD2AE23F}" destId="{2C8DA058-1307-4CD0-A621-6DA243C8B90E}" srcOrd="1" destOrd="0" presId="urn:microsoft.com/office/officeart/2005/8/layout/default"/>
    <dgm:cxn modelId="{5D28EBD4-0BA9-4957-A5F7-6F870E39F5ED}" type="presParOf" srcId="{CB3E1FB1-A0A5-4F4A-917A-F710AD2AE23F}" destId="{5AA933B0-CD94-4DA5-9FE2-67B9982E08E5}" srcOrd="2" destOrd="0" presId="urn:microsoft.com/office/officeart/2005/8/layout/default"/>
    <dgm:cxn modelId="{BBCCB8DB-2828-42AD-9D80-7F7A3FEA0B81}" type="presParOf" srcId="{CB3E1FB1-A0A5-4F4A-917A-F710AD2AE23F}" destId="{85DCE26D-9D75-45BA-B311-A501C46AFCB7}" srcOrd="3" destOrd="0" presId="urn:microsoft.com/office/officeart/2005/8/layout/default"/>
    <dgm:cxn modelId="{C7FDE1AF-4F36-452E-A0FF-33BA023CC36D}" type="presParOf" srcId="{CB3E1FB1-A0A5-4F4A-917A-F710AD2AE23F}" destId="{80C05FD7-0823-4136-8BA7-C618C39CE950}" srcOrd="4" destOrd="0" presId="urn:microsoft.com/office/officeart/2005/8/layout/default"/>
    <dgm:cxn modelId="{8E9FFC5C-3DA9-4A8C-B824-B7EA3CBFD42B}" type="presParOf" srcId="{CB3E1FB1-A0A5-4F4A-917A-F710AD2AE23F}" destId="{C097285D-95E5-43B3-990A-2791D2BF5FAD}" srcOrd="5" destOrd="0" presId="urn:microsoft.com/office/officeart/2005/8/layout/default"/>
    <dgm:cxn modelId="{5A195751-5F5E-4F8E-B671-6465834CBD31}" type="presParOf" srcId="{CB3E1FB1-A0A5-4F4A-917A-F710AD2AE23F}" destId="{3F128437-CD0B-4693-A07D-E13DE85035B6}" srcOrd="6" destOrd="0" presId="urn:microsoft.com/office/officeart/2005/8/layout/default"/>
    <dgm:cxn modelId="{9B46D17D-43C5-4F43-ABE2-29D06BA24B6B}" type="presParOf" srcId="{CB3E1FB1-A0A5-4F4A-917A-F710AD2AE23F}" destId="{3112EB86-78DC-4072-8AC3-E3FA199D8DFA}" srcOrd="7" destOrd="0" presId="urn:microsoft.com/office/officeart/2005/8/layout/default"/>
    <dgm:cxn modelId="{88B12F32-CB49-8F43-89EE-B9C4B4DCBA7E}" type="presParOf" srcId="{CB3E1FB1-A0A5-4F4A-917A-F710AD2AE23F}" destId="{40B4174E-3363-8140-A3ED-8FDEEE295249}" srcOrd="8" destOrd="0" presId="urn:microsoft.com/office/officeart/2005/8/layout/default"/>
    <dgm:cxn modelId="{475BFEF7-D814-A442-8D87-2D685516F169}" type="presParOf" srcId="{CB3E1FB1-A0A5-4F4A-917A-F710AD2AE23F}" destId="{1CA8BDA8-A8F1-7D48-8D71-8A128F21CB33}" srcOrd="9" destOrd="0" presId="urn:microsoft.com/office/officeart/2005/8/layout/default"/>
    <dgm:cxn modelId="{7699FFDD-68CF-4AEB-AD9A-3EBF889FAEA1}" type="presParOf" srcId="{CB3E1FB1-A0A5-4F4A-917A-F710AD2AE23F}" destId="{E087A996-6E04-4D25-83F5-4B040D03AECC}" srcOrd="10" destOrd="0" presId="urn:microsoft.com/office/officeart/2005/8/layout/default"/>
    <dgm:cxn modelId="{83415414-282E-4C1B-AABD-29408B2CC35E}" type="presParOf" srcId="{CB3E1FB1-A0A5-4F4A-917A-F710AD2AE23F}" destId="{C92FC56F-8CA8-4E45-810D-FAE1A53B4EB9}" srcOrd="11" destOrd="0" presId="urn:microsoft.com/office/officeart/2005/8/layout/default"/>
    <dgm:cxn modelId="{AB8BC378-AE7F-43F2-B219-2493DE6A90D6}" type="presParOf" srcId="{CB3E1FB1-A0A5-4F4A-917A-F710AD2AE23F}" destId="{404EA5DA-21A6-4A8E-A891-A0C20E69E03E}" srcOrd="12" destOrd="0" presId="urn:microsoft.com/office/officeart/2005/8/layout/default"/>
    <dgm:cxn modelId="{96590ED2-CC82-4C6C-A7E5-88B26497AF6E}" type="presParOf" srcId="{CB3E1FB1-A0A5-4F4A-917A-F710AD2AE23F}" destId="{D3F019A9-124B-4A32-AF38-76154AC5355C}" srcOrd="13" destOrd="0" presId="urn:microsoft.com/office/officeart/2005/8/layout/default"/>
    <dgm:cxn modelId="{4982DDD6-E162-4CB0-B73F-670F1237ECBA}" type="presParOf" srcId="{CB3E1FB1-A0A5-4F4A-917A-F710AD2AE23F}" destId="{39F4F93A-FC20-4973-8AE0-BC306D478B69}" srcOrd="14" destOrd="0" presId="urn:microsoft.com/office/officeart/2005/8/layout/default"/>
    <dgm:cxn modelId="{D9612056-57FB-41B8-B012-723E09E0567D}" type="presParOf" srcId="{CB3E1FB1-A0A5-4F4A-917A-F710AD2AE23F}" destId="{4A9EA286-3781-4C9F-B7ED-89996015F81B}" srcOrd="15" destOrd="0" presId="urn:microsoft.com/office/officeart/2005/8/layout/default"/>
    <dgm:cxn modelId="{7278B898-3525-46AB-8CCC-A748E73DF6E2}" type="presParOf" srcId="{CB3E1FB1-A0A5-4F4A-917A-F710AD2AE23F}" destId="{20FEC2DC-472F-4B15-9BC7-3273341407C6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E2A78-BF0A-4CD7-ACA5-6E7AC06A8810}">
      <dsp:nvSpPr>
        <dsp:cNvPr id="0" name=""/>
        <dsp:cNvSpPr/>
      </dsp:nvSpPr>
      <dsp:spPr>
        <a:xfrm>
          <a:off x="2407202" y="1148451"/>
          <a:ext cx="692153" cy="164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238"/>
              </a:lnTo>
              <a:lnTo>
                <a:pt x="692153" y="112238"/>
              </a:lnTo>
              <a:lnTo>
                <a:pt x="692153" y="164701"/>
              </a:lnTo>
            </a:path>
          </a:pathLst>
        </a:custGeom>
        <a:noFill/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B10A55-E1BF-4665-B314-09B2CC3BC1B8}">
      <dsp:nvSpPr>
        <dsp:cNvPr id="0" name=""/>
        <dsp:cNvSpPr/>
      </dsp:nvSpPr>
      <dsp:spPr>
        <a:xfrm>
          <a:off x="2361482" y="1148451"/>
          <a:ext cx="91440" cy="1647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4701"/>
              </a:lnTo>
            </a:path>
          </a:pathLst>
        </a:custGeom>
        <a:noFill/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1817B3-66FB-489D-913C-C54B42AFBCB7}">
      <dsp:nvSpPr>
        <dsp:cNvPr id="0" name=""/>
        <dsp:cNvSpPr/>
      </dsp:nvSpPr>
      <dsp:spPr>
        <a:xfrm>
          <a:off x="1715048" y="1148451"/>
          <a:ext cx="692153" cy="164701"/>
        </a:xfrm>
        <a:custGeom>
          <a:avLst/>
          <a:gdLst/>
          <a:ahLst/>
          <a:cxnLst/>
          <a:rect l="0" t="0" r="0" b="0"/>
          <a:pathLst>
            <a:path>
              <a:moveTo>
                <a:pt x="692153" y="0"/>
              </a:moveTo>
              <a:lnTo>
                <a:pt x="692153" y="112238"/>
              </a:lnTo>
              <a:lnTo>
                <a:pt x="0" y="112238"/>
              </a:lnTo>
              <a:lnTo>
                <a:pt x="0" y="164701"/>
              </a:lnTo>
            </a:path>
          </a:pathLst>
        </a:custGeom>
        <a:noFill/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731BFD-3C91-408D-840A-269C3D233890}">
      <dsp:nvSpPr>
        <dsp:cNvPr id="0" name=""/>
        <dsp:cNvSpPr/>
      </dsp:nvSpPr>
      <dsp:spPr>
        <a:xfrm>
          <a:off x="1584909" y="624145"/>
          <a:ext cx="822292" cy="164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238"/>
              </a:lnTo>
              <a:lnTo>
                <a:pt x="822292" y="112238"/>
              </a:lnTo>
              <a:lnTo>
                <a:pt x="822292" y="164701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60D356-82F3-4996-9D1E-20F32BBFB04A}">
      <dsp:nvSpPr>
        <dsp:cNvPr id="0" name=""/>
        <dsp:cNvSpPr/>
      </dsp:nvSpPr>
      <dsp:spPr>
        <a:xfrm>
          <a:off x="653121" y="1148451"/>
          <a:ext cx="346076" cy="164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238"/>
              </a:lnTo>
              <a:lnTo>
                <a:pt x="346076" y="112238"/>
              </a:lnTo>
              <a:lnTo>
                <a:pt x="346076" y="164701"/>
              </a:lnTo>
            </a:path>
          </a:pathLst>
        </a:custGeom>
        <a:noFill/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851A8B-2E2F-4CA2-815F-776273558F39}">
      <dsp:nvSpPr>
        <dsp:cNvPr id="0" name=""/>
        <dsp:cNvSpPr/>
      </dsp:nvSpPr>
      <dsp:spPr>
        <a:xfrm>
          <a:off x="283347" y="1148451"/>
          <a:ext cx="369773" cy="164701"/>
        </a:xfrm>
        <a:custGeom>
          <a:avLst/>
          <a:gdLst/>
          <a:ahLst/>
          <a:cxnLst/>
          <a:rect l="0" t="0" r="0" b="0"/>
          <a:pathLst>
            <a:path>
              <a:moveTo>
                <a:pt x="369773" y="0"/>
              </a:moveTo>
              <a:lnTo>
                <a:pt x="369773" y="112238"/>
              </a:lnTo>
              <a:lnTo>
                <a:pt x="0" y="112238"/>
              </a:lnTo>
              <a:lnTo>
                <a:pt x="0" y="164701"/>
              </a:lnTo>
            </a:path>
          </a:pathLst>
        </a:custGeom>
        <a:noFill/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2C8834-94FD-44D8-812C-381F762A768D}">
      <dsp:nvSpPr>
        <dsp:cNvPr id="0" name=""/>
        <dsp:cNvSpPr/>
      </dsp:nvSpPr>
      <dsp:spPr>
        <a:xfrm>
          <a:off x="653121" y="624145"/>
          <a:ext cx="931788" cy="164701"/>
        </a:xfrm>
        <a:custGeom>
          <a:avLst/>
          <a:gdLst/>
          <a:ahLst/>
          <a:cxnLst/>
          <a:rect l="0" t="0" r="0" b="0"/>
          <a:pathLst>
            <a:path>
              <a:moveTo>
                <a:pt x="931788" y="0"/>
              </a:moveTo>
              <a:lnTo>
                <a:pt x="931788" y="112238"/>
              </a:lnTo>
              <a:lnTo>
                <a:pt x="0" y="112238"/>
              </a:lnTo>
              <a:lnTo>
                <a:pt x="0" y="164701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E37353-95A0-4744-868F-AA5A2C733C39}">
      <dsp:nvSpPr>
        <dsp:cNvPr id="0" name=""/>
        <dsp:cNvSpPr/>
      </dsp:nvSpPr>
      <dsp:spPr>
        <a:xfrm>
          <a:off x="1301755" y="264540"/>
          <a:ext cx="566307" cy="3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15CC172-6F24-4CC4-897D-E51927B58510}">
      <dsp:nvSpPr>
        <dsp:cNvPr id="0" name=""/>
        <dsp:cNvSpPr/>
      </dsp:nvSpPr>
      <dsp:spPr>
        <a:xfrm>
          <a:off x="1364678" y="324316"/>
          <a:ext cx="566307" cy="35960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b="1" kern="1200"/>
            <a:t>My Lêers</a:t>
          </a:r>
        </a:p>
      </dsp:txBody>
      <dsp:txXfrm>
        <a:off x="1375210" y="334848"/>
        <a:ext cx="545243" cy="338541"/>
      </dsp:txXfrm>
    </dsp:sp>
    <dsp:sp modelId="{5207D943-E6D1-43C2-A448-1EABBCBE9875}">
      <dsp:nvSpPr>
        <dsp:cNvPr id="0" name=""/>
        <dsp:cNvSpPr/>
      </dsp:nvSpPr>
      <dsp:spPr>
        <a:xfrm>
          <a:off x="369967" y="788846"/>
          <a:ext cx="566307" cy="3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C73ABF9-D23C-461B-A61D-80194C422706}">
      <dsp:nvSpPr>
        <dsp:cNvPr id="0" name=""/>
        <dsp:cNvSpPr/>
      </dsp:nvSpPr>
      <dsp:spPr>
        <a:xfrm>
          <a:off x="432890" y="848623"/>
          <a:ext cx="566307" cy="35960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b="1" kern="1200"/>
            <a:t>Skool</a:t>
          </a:r>
        </a:p>
      </dsp:txBody>
      <dsp:txXfrm>
        <a:off x="443422" y="859155"/>
        <a:ext cx="545243" cy="338541"/>
      </dsp:txXfrm>
    </dsp:sp>
    <dsp:sp modelId="{5A6366FD-E500-4CD7-9611-A282D423DDC8}">
      <dsp:nvSpPr>
        <dsp:cNvPr id="0" name=""/>
        <dsp:cNvSpPr/>
      </dsp:nvSpPr>
      <dsp:spPr>
        <a:xfrm>
          <a:off x="193" y="1313152"/>
          <a:ext cx="566307" cy="3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E12FEC9-5211-491B-90FA-FEC221920929}">
      <dsp:nvSpPr>
        <dsp:cNvPr id="0" name=""/>
        <dsp:cNvSpPr/>
      </dsp:nvSpPr>
      <dsp:spPr>
        <a:xfrm>
          <a:off x="63116" y="1372929"/>
          <a:ext cx="566307" cy="35960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b="1" kern="1200"/>
            <a:t>RTT</a:t>
          </a:r>
        </a:p>
      </dsp:txBody>
      <dsp:txXfrm>
        <a:off x="73648" y="1383461"/>
        <a:ext cx="545243" cy="338541"/>
      </dsp:txXfrm>
    </dsp:sp>
    <dsp:sp modelId="{74763CAA-ED26-4F51-8E5C-0EBBDEE679E4}">
      <dsp:nvSpPr>
        <dsp:cNvPr id="0" name=""/>
        <dsp:cNvSpPr/>
      </dsp:nvSpPr>
      <dsp:spPr>
        <a:xfrm>
          <a:off x="692347" y="1313152"/>
          <a:ext cx="613701" cy="3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423CA11-1EE3-454D-B678-F4A20CB61E53}">
      <dsp:nvSpPr>
        <dsp:cNvPr id="0" name=""/>
        <dsp:cNvSpPr/>
      </dsp:nvSpPr>
      <dsp:spPr>
        <a:xfrm>
          <a:off x="755270" y="1372929"/>
          <a:ext cx="613701" cy="35960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b="1" kern="1200"/>
            <a:t>Ander Vakke</a:t>
          </a:r>
        </a:p>
      </dsp:txBody>
      <dsp:txXfrm>
        <a:off x="765802" y="1383461"/>
        <a:ext cx="592637" cy="338541"/>
      </dsp:txXfrm>
    </dsp:sp>
    <dsp:sp modelId="{1BF4E467-4F29-4D1A-B199-755777428F88}">
      <dsp:nvSpPr>
        <dsp:cNvPr id="0" name=""/>
        <dsp:cNvSpPr/>
      </dsp:nvSpPr>
      <dsp:spPr>
        <a:xfrm>
          <a:off x="2014552" y="788846"/>
          <a:ext cx="785298" cy="3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E43078B-2F44-4EBB-97A1-BFC057CFAC3A}">
      <dsp:nvSpPr>
        <dsp:cNvPr id="0" name=""/>
        <dsp:cNvSpPr/>
      </dsp:nvSpPr>
      <dsp:spPr>
        <a:xfrm>
          <a:off x="2077475" y="848623"/>
          <a:ext cx="785298" cy="35960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b="1" kern="1200" dirty="0" err="1"/>
            <a:t>Persoonlik</a:t>
          </a:r>
          <a:endParaRPr lang="en-ZA" sz="1100" b="1" kern="1200" dirty="0"/>
        </a:p>
      </dsp:txBody>
      <dsp:txXfrm>
        <a:off x="2088007" y="859155"/>
        <a:ext cx="764234" cy="338541"/>
      </dsp:txXfrm>
    </dsp:sp>
    <dsp:sp modelId="{9E41FAC1-DBF2-4405-8B62-24E0E7D4B78D}">
      <dsp:nvSpPr>
        <dsp:cNvPr id="0" name=""/>
        <dsp:cNvSpPr/>
      </dsp:nvSpPr>
      <dsp:spPr>
        <a:xfrm>
          <a:off x="1431894" y="1313152"/>
          <a:ext cx="566307" cy="3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C879547-0A89-41AE-B6AC-2DBE067AB989}">
      <dsp:nvSpPr>
        <dsp:cNvPr id="0" name=""/>
        <dsp:cNvSpPr/>
      </dsp:nvSpPr>
      <dsp:spPr>
        <a:xfrm>
          <a:off x="1494817" y="1372929"/>
          <a:ext cx="566307" cy="35960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b="1" kern="1200"/>
            <a:t>E-posse</a:t>
          </a:r>
        </a:p>
      </dsp:txBody>
      <dsp:txXfrm>
        <a:off x="1505349" y="1383461"/>
        <a:ext cx="545243" cy="338541"/>
      </dsp:txXfrm>
    </dsp:sp>
    <dsp:sp modelId="{F270F4BB-F7D8-499A-A8E1-C751311F04A4}">
      <dsp:nvSpPr>
        <dsp:cNvPr id="0" name=""/>
        <dsp:cNvSpPr/>
      </dsp:nvSpPr>
      <dsp:spPr>
        <a:xfrm>
          <a:off x="2124048" y="1313152"/>
          <a:ext cx="566307" cy="3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7A9244C-5136-4A05-894E-07C01EE337CA}">
      <dsp:nvSpPr>
        <dsp:cNvPr id="0" name=""/>
        <dsp:cNvSpPr/>
      </dsp:nvSpPr>
      <dsp:spPr>
        <a:xfrm>
          <a:off x="2186971" y="1372929"/>
          <a:ext cx="566307" cy="35960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b="1" kern="1200"/>
            <a:t>Musiek</a:t>
          </a:r>
        </a:p>
      </dsp:txBody>
      <dsp:txXfrm>
        <a:off x="2197503" y="1383461"/>
        <a:ext cx="545243" cy="338541"/>
      </dsp:txXfrm>
    </dsp:sp>
    <dsp:sp modelId="{21A0A2F8-426A-49DE-B9D7-E4609A4305A4}">
      <dsp:nvSpPr>
        <dsp:cNvPr id="0" name=""/>
        <dsp:cNvSpPr/>
      </dsp:nvSpPr>
      <dsp:spPr>
        <a:xfrm>
          <a:off x="2816202" y="1313152"/>
          <a:ext cx="566307" cy="3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C3966CD-9270-4194-83D0-EDE56298B221}">
      <dsp:nvSpPr>
        <dsp:cNvPr id="0" name=""/>
        <dsp:cNvSpPr/>
      </dsp:nvSpPr>
      <dsp:spPr>
        <a:xfrm>
          <a:off x="2879125" y="1372929"/>
          <a:ext cx="566307" cy="35960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100" b="1" kern="1200"/>
            <a:t>Foto's</a:t>
          </a:r>
        </a:p>
      </dsp:txBody>
      <dsp:txXfrm>
        <a:off x="2889657" y="1383461"/>
        <a:ext cx="545243" cy="338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D2B96-153F-41C4-9AA5-96648BF9DAD6}">
      <dsp:nvSpPr>
        <dsp:cNvPr id="0" name=""/>
        <dsp:cNvSpPr/>
      </dsp:nvSpPr>
      <dsp:spPr>
        <a:xfrm>
          <a:off x="1925890" y="2488175"/>
          <a:ext cx="274208" cy="434673"/>
        </a:xfrm>
        <a:custGeom>
          <a:avLst/>
          <a:gdLst/>
          <a:ahLst/>
          <a:cxnLst/>
          <a:rect l="0" t="0" r="0" b="0"/>
          <a:pathLst>
            <a:path>
              <a:moveTo>
                <a:pt x="274208" y="0"/>
              </a:moveTo>
              <a:lnTo>
                <a:pt x="274208" y="434673"/>
              </a:lnTo>
              <a:lnTo>
                <a:pt x="0" y="434673"/>
              </a:lnTo>
            </a:path>
          </a:pathLst>
        </a:custGeom>
        <a:noFill/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92BC7A-FDAD-45EA-8BAE-8871035E9137}">
      <dsp:nvSpPr>
        <dsp:cNvPr id="0" name=""/>
        <dsp:cNvSpPr/>
      </dsp:nvSpPr>
      <dsp:spPr>
        <a:xfrm>
          <a:off x="1423155" y="1817265"/>
          <a:ext cx="91440" cy="1984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8438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8161C9-53EA-45A6-A163-7AD5B497F4F4}">
      <dsp:nvSpPr>
        <dsp:cNvPr id="0" name=""/>
        <dsp:cNvSpPr/>
      </dsp:nvSpPr>
      <dsp:spPr>
        <a:xfrm>
          <a:off x="1423155" y="1146356"/>
          <a:ext cx="91440" cy="1984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8438"/>
              </a:lnTo>
            </a:path>
          </a:pathLst>
        </a:custGeom>
        <a:noFill/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1A6348-6D62-4E1B-9058-D126A0AEBFB0}">
      <dsp:nvSpPr>
        <dsp:cNvPr id="0" name=""/>
        <dsp:cNvSpPr/>
      </dsp:nvSpPr>
      <dsp:spPr>
        <a:xfrm>
          <a:off x="1423155" y="475446"/>
          <a:ext cx="91440" cy="1984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8438"/>
              </a:lnTo>
            </a:path>
          </a:pathLst>
        </a:custGeom>
        <a:noFill/>
        <a:ln w="1587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0744CB-CE12-4129-B28E-F7574B9C0D58}">
      <dsp:nvSpPr>
        <dsp:cNvPr id="0" name=""/>
        <dsp:cNvSpPr/>
      </dsp:nvSpPr>
      <dsp:spPr>
        <a:xfrm>
          <a:off x="554846" y="2974"/>
          <a:ext cx="1828059" cy="472471"/>
        </a:xfrm>
        <a:prstGeom prst="rect">
          <a:avLst/>
        </a:prstGeom>
        <a:solidFill>
          <a:srgbClr val="C00000"/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D drive</a:t>
          </a:r>
        </a:p>
      </dsp:txBody>
      <dsp:txXfrm>
        <a:off x="554846" y="2974"/>
        <a:ext cx="1828059" cy="472471"/>
      </dsp:txXfrm>
    </dsp:sp>
    <dsp:sp modelId="{B4959537-D9F3-401A-88DB-E2BC59807329}">
      <dsp:nvSpPr>
        <dsp:cNvPr id="0" name=""/>
        <dsp:cNvSpPr/>
      </dsp:nvSpPr>
      <dsp:spPr>
        <a:xfrm>
          <a:off x="554846" y="673884"/>
          <a:ext cx="1828059" cy="472471"/>
        </a:xfrm>
        <a:prstGeom prst="rect">
          <a:avLst/>
        </a:prstGeom>
        <a:solidFill>
          <a:srgbClr val="008000"/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Documents</a:t>
          </a:r>
        </a:p>
      </dsp:txBody>
      <dsp:txXfrm>
        <a:off x="554846" y="673884"/>
        <a:ext cx="1828059" cy="472471"/>
      </dsp:txXfrm>
    </dsp:sp>
    <dsp:sp modelId="{8CC4F642-97E8-4707-87FD-1726F9119453}">
      <dsp:nvSpPr>
        <dsp:cNvPr id="0" name=""/>
        <dsp:cNvSpPr/>
      </dsp:nvSpPr>
      <dsp:spPr>
        <a:xfrm>
          <a:off x="554846" y="1344794"/>
          <a:ext cx="1828059" cy="472471"/>
        </a:xfrm>
        <a:prstGeom prst="rect">
          <a:avLst/>
        </a:prstGeom>
        <a:solidFill>
          <a:srgbClr val="FF33CC"/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bg1"/>
              </a:solidFill>
            </a:rPr>
            <a:t>Fakture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554846" y="1344794"/>
        <a:ext cx="1828059" cy="472471"/>
      </dsp:txXfrm>
    </dsp:sp>
    <dsp:sp modelId="{5ED29ACF-1BE6-42A5-B0ED-3D2F9F5EC7D9}">
      <dsp:nvSpPr>
        <dsp:cNvPr id="0" name=""/>
        <dsp:cNvSpPr/>
      </dsp:nvSpPr>
      <dsp:spPr>
        <a:xfrm>
          <a:off x="554846" y="2015703"/>
          <a:ext cx="1828059" cy="472471"/>
        </a:xfrm>
        <a:prstGeom prst="rect">
          <a:avLst/>
        </a:prstGeom>
        <a:solidFill>
          <a:srgbClr val="0033CC"/>
        </a:solidFill>
        <a:ln w="15875" cap="rnd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2017</a:t>
          </a:r>
        </a:p>
      </dsp:txBody>
      <dsp:txXfrm>
        <a:off x="554846" y="2015703"/>
        <a:ext cx="1828059" cy="472471"/>
      </dsp:txXfrm>
    </dsp:sp>
    <dsp:sp modelId="{61F335AE-356B-4CFF-80A1-01D5A6D90F5E}">
      <dsp:nvSpPr>
        <dsp:cNvPr id="0" name=""/>
        <dsp:cNvSpPr/>
      </dsp:nvSpPr>
      <dsp:spPr>
        <a:xfrm>
          <a:off x="980947" y="2686613"/>
          <a:ext cx="944943" cy="472471"/>
        </a:xfrm>
        <a:prstGeom prst="rect">
          <a:avLst/>
        </a:prstGeom>
        <a:noFill/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 dirty="0"/>
        </a:p>
      </dsp:txBody>
      <dsp:txXfrm>
        <a:off x="980947" y="2686613"/>
        <a:ext cx="944943" cy="4724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D1CB3-A1BA-4478-947C-4160DABCED2A}">
      <dsp:nvSpPr>
        <dsp:cNvPr id="0" name=""/>
        <dsp:cNvSpPr/>
      </dsp:nvSpPr>
      <dsp:spPr>
        <a:xfrm>
          <a:off x="73808" y="1125"/>
          <a:ext cx="1799074" cy="10794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Beplan</a:t>
          </a:r>
          <a:r>
            <a:rPr lang="en-US" sz="1900" kern="1200" dirty="0"/>
            <a:t> ’n </a:t>
          </a:r>
          <a:r>
            <a:rPr lang="en-US" sz="1900" kern="1200" dirty="0" err="1"/>
            <a:t>logiese</a:t>
          </a:r>
          <a:r>
            <a:rPr lang="en-US" sz="1900" kern="1200" dirty="0"/>
            <a:t> </a:t>
          </a:r>
          <a:r>
            <a:rPr lang="en-US" sz="1900" kern="1200" dirty="0" err="1"/>
            <a:t>lêergidsstruktuur</a:t>
          </a:r>
          <a:endParaRPr lang="en-US" sz="1900" kern="1200" dirty="0"/>
        </a:p>
      </dsp:txBody>
      <dsp:txXfrm>
        <a:off x="73808" y="1125"/>
        <a:ext cx="1799074" cy="1079444"/>
      </dsp:txXfrm>
    </dsp:sp>
    <dsp:sp modelId="{5AA933B0-CD94-4DA5-9FE2-67B9982E08E5}">
      <dsp:nvSpPr>
        <dsp:cNvPr id="0" name=""/>
        <dsp:cNvSpPr/>
      </dsp:nvSpPr>
      <dsp:spPr>
        <a:xfrm>
          <a:off x="2052790" y="1125"/>
          <a:ext cx="1799074" cy="10794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Lêername</a:t>
          </a:r>
          <a:endParaRPr lang="en-US" sz="1900" kern="1200" dirty="0"/>
        </a:p>
      </dsp:txBody>
      <dsp:txXfrm>
        <a:off x="2052790" y="1125"/>
        <a:ext cx="1799074" cy="1079444"/>
      </dsp:txXfrm>
    </dsp:sp>
    <dsp:sp modelId="{80C05FD7-0823-4136-8BA7-C618C39CE950}">
      <dsp:nvSpPr>
        <dsp:cNvPr id="0" name=""/>
        <dsp:cNvSpPr/>
      </dsp:nvSpPr>
      <dsp:spPr>
        <a:xfrm>
          <a:off x="4031772" y="1125"/>
          <a:ext cx="1799074" cy="10794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Lêerpad</a:t>
          </a:r>
          <a:endParaRPr lang="en-US" sz="1900" kern="1200" dirty="0"/>
        </a:p>
      </dsp:txBody>
      <dsp:txXfrm>
        <a:off x="4031772" y="1125"/>
        <a:ext cx="1799074" cy="1079444"/>
      </dsp:txXfrm>
    </dsp:sp>
    <dsp:sp modelId="{3F128437-CD0B-4693-A07D-E13DE85035B6}">
      <dsp:nvSpPr>
        <dsp:cNvPr id="0" name=""/>
        <dsp:cNvSpPr/>
      </dsp:nvSpPr>
      <dsp:spPr>
        <a:xfrm>
          <a:off x="73808" y="1260477"/>
          <a:ext cx="1799074" cy="10794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Netwerk-aandrywers</a:t>
          </a:r>
          <a:endParaRPr lang="en-US" sz="1900" kern="1200" dirty="0"/>
        </a:p>
      </dsp:txBody>
      <dsp:txXfrm>
        <a:off x="73808" y="1260477"/>
        <a:ext cx="1799074" cy="1079444"/>
      </dsp:txXfrm>
    </dsp:sp>
    <dsp:sp modelId="{40B4174E-3363-8140-A3ED-8FDEEE295249}">
      <dsp:nvSpPr>
        <dsp:cNvPr id="0" name=""/>
        <dsp:cNvSpPr/>
      </dsp:nvSpPr>
      <dsp:spPr>
        <a:xfrm>
          <a:off x="2052790" y="1260477"/>
          <a:ext cx="1799074" cy="107944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Algemene</a:t>
          </a:r>
          <a:r>
            <a:rPr lang="en-US" sz="1900" kern="1200" dirty="0"/>
            <a:t> </a:t>
          </a:r>
          <a:r>
            <a:rPr lang="en-US" sz="1900" kern="1200" err="1"/>
            <a:t>lêertipes</a:t>
          </a:r>
          <a:r>
            <a:rPr lang="en-US" sz="1900" kern="1200"/>
            <a:t> en</a:t>
          </a:r>
          <a:br>
            <a:rPr lang="en-US" sz="1900" kern="1200"/>
          </a:br>
          <a:r>
            <a:rPr lang="en-US" sz="1900" kern="1200"/>
            <a:t>–uitbreidings</a:t>
          </a:r>
          <a:endParaRPr lang="en-US" sz="1900" kern="1200" dirty="0"/>
        </a:p>
      </dsp:txBody>
      <dsp:txXfrm>
        <a:off x="2052790" y="1260477"/>
        <a:ext cx="1799074" cy="1079444"/>
      </dsp:txXfrm>
    </dsp:sp>
    <dsp:sp modelId="{E087A996-6E04-4D25-83F5-4B040D03AECC}">
      <dsp:nvSpPr>
        <dsp:cNvPr id="0" name=""/>
        <dsp:cNvSpPr/>
      </dsp:nvSpPr>
      <dsp:spPr>
        <a:xfrm>
          <a:off x="4031772" y="1260477"/>
          <a:ext cx="1799074" cy="10794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Lêer</a:t>
          </a:r>
          <a:r>
            <a:rPr lang="en-US" sz="1900" kern="1200" dirty="0"/>
            <a:t> </a:t>
          </a:r>
          <a:r>
            <a:rPr lang="en-US" sz="1900" kern="1200" dirty="0" err="1"/>
            <a:t>eienskappe</a:t>
          </a:r>
          <a:endParaRPr lang="en-US" sz="1900" kern="1200" dirty="0"/>
        </a:p>
      </dsp:txBody>
      <dsp:txXfrm>
        <a:off x="4031772" y="1260477"/>
        <a:ext cx="1799074" cy="1079444"/>
      </dsp:txXfrm>
    </dsp:sp>
    <dsp:sp modelId="{404EA5DA-21A6-4A8E-A891-A0C20E69E03E}">
      <dsp:nvSpPr>
        <dsp:cNvPr id="0" name=""/>
        <dsp:cNvSpPr/>
      </dsp:nvSpPr>
      <dsp:spPr>
        <a:xfrm>
          <a:off x="73808" y="2519829"/>
          <a:ext cx="1799074" cy="10794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Recycle Bin</a:t>
          </a:r>
          <a:endParaRPr lang="en-US" sz="1900" kern="1200" dirty="0"/>
        </a:p>
      </dsp:txBody>
      <dsp:txXfrm>
        <a:off x="73808" y="2519829"/>
        <a:ext cx="1799074" cy="1079444"/>
      </dsp:txXfrm>
    </dsp:sp>
    <dsp:sp modelId="{39F4F93A-FC20-4973-8AE0-BC306D478B69}">
      <dsp:nvSpPr>
        <dsp:cNvPr id="0" name=""/>
        <dsp:cNvSpPr/>
      </dsp:nvSpPr>
      <dsp:spPr>
        <a:xfrm>
          <a:off x="2052790" y="2519829"/>
          <a:ext cx="1799074" cy="10794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Kortpaaie</a:t>
          </a:r>
          <a:endParaRPr lang="en-US" sz="1900" kern="1200" dirty="0"/>
        </a:p>
      </dsp:txBody>
      <dsp:txXfrm>
        <a:off x="2052790" y="2519829"/>
        <a:ext cx="1799074" cy="1079444"/>
      </dsp:txXfrm>
    </dsp:sp>
    <dsp:sp modelId="{20FEC2DC-472F-4B15-9BC7-3273341407C6}">
      <dsp:nvSpPr>
        <dsp:cNvPr id="0" name=""/>
        <dsp:cNvSpPr/>
      </dsp:nvSpPr>
      <dsp:spPr>
        <a:xfrm>
          <a:off x="4031772" y="2519829"/>
          <a:ext cx="1799074" cy="10794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Omskakeling</a:t>
          </a:r>
          <a:r>
            <a:rPr lang="en-US" sz="1900" kern="1200" dirty="0"/>
            <a:t> van </a:t>
          </a:r>
          <a:r>
            <a:rPr lang="en-US" sz="1900" kern="1200" dirty="0" err="1"/>
            <a:t>lêertipes</a:t>
          </a:r>
          <a:endParaRPr lang="en-US" sz="1900" kern="1200" dirty="0"/>
        </a:p>
      </dsp:txBody>
      <dsp:txXfrm>
        <a:off x="4031772" y="2519829"/>
        <a:ext cx="1799074" cy="1079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17277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60767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80431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32355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8795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28314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17215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4738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3315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36021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55054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8127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85845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48576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92480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83440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33501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76345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03476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014051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9369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8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5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63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3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16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4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09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3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4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7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306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777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379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49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57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385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4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1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4.xml"/><Relationship Id="rId7" Type="http://schemas.openxmlformats.org/officeDocument/2006/relationships/slide" Target="slide2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2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/>
              <a:t>Module 1.4 </a:t>
            </a:r>
            <a:endParaRPr lang="en-ZA" b="1" dirty="0"/>
          </a:p>
        </p:txBody>
      </p:sp>
      <p:sp>
        <p:nvSpPr>
          <p:cNvPr id="4" name="Rectangle 3"/>
          <p:cNvSpPr/>
          <p:nvPr/>
        </p:nvSpPr>
        <p:spPr>
          <a:xfrm>
            <a:off x="2415073" y="3608771"/>
            <a:ext cx="28087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4000" b="1"/>
              <a:t>Lêerbestuur</a:t>
            </a:r>
            <a:endParaRPr lang="en-ZA" sz="4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2372">
            <a:off x="5716993" y="2438032"/>
            <a:ext cx="1519888" cy="2160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>
                <a:solidFill>
                  <a:schemeClr val="tx1"/>
                </a:solidFill>
              </a:rPr>
              <a:t>Inhoud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5736" y="2276872"/>
            <a:ext cx="5195335" cy="3444997"/>
          </a:xfrm>
        </p:spPr>
        <p:txBody>
          <a:bodyPr>
            <a:normAutofit fontScale="92500" lnSpcReduction="20000"/>
          </a:bodyPr>
          <a:lstStyle/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US" sz="2800" u="sng" dirty="0">
                <a:hlinkClick r:id="rId2" action="ppaction://hlinksldjump"/>
              </a:rPr>
              <a:t>Inleiding</a:t>
            </a:r>
            <a:endParaRPr lang="en-US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3" action="ppaction://hlinksldjump"/>
              </a:rPr>
              <a:t>File/Windows Explorer</a:t>
            </a:r>
            <a:endParaRPr lang="en-ZA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4" action="ppaction://hlinksldjump"/>
              </a:rPr>
              <a:t>Nodigheid om te organiseer</a:t>
            </a:r>
            <a:endParaRPr lang="en-US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5" action="ppaction://hlinksldjump"/>
              </a:rPr>
              <a:t>Meer oor lêers</a:t>
            </a:r>
            <a:endParaRPr lang="en-ZA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6" action="ppaction://hlinksldjump"/>
              </a:rPr>
              <a:t>Werk met lêers </a:t>
            </a:r>
            <a:r>
              <a:rPr lang="en-ZA" sz="2800" u="sng">
                <a:hlinkClick r:id="rId6" action="ppaction://hlinksldjump"/>
              </a:rPr>
              <a:t>en lêergidse</a:t>
            </a:r>
            <a:endParaRPr lang="en-US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7" action="ppaction://hlinksldjump"/>
              </a:rPr>
              <a:t>Toets en verbeter</a:t>
            </a:r>
            <a:endParaRPr lang="en-ZA" sz="2800" u="sng" dirty="0"/>
          </a:p>
          <a:p>
            <a:pPr indent="-468000">
              <a:buClr>
                <a:schemeClr val="accent1">
                  <a:lumMod val="50000"/>
                </a:schemeClr>
              </a:buClr>
            </a:pPr>
            <a:r>
              <a:rPr lang="en-ZA" sz="2800" u="sng" dirty="0">
                <a:hlinkClick r:id="rId8" action="ppaction://hlinksldjump"/>
              </a:rPr>
              <a:t>Module-aktiwiteite</a:t>
            </a:r>
            <a:endParaRPr lang="en-ZA" sz="2800" u="sng" dirty="0"/>
          </a:p>
          <a:p>
            <a:endParaRPr lang="en-ZA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57049" y="6500222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2</a:t>
            </a:fld>
            <a:endParaRPr lang="en-US" sz="16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Rectangle 11"/>
          <p:cNvSpPr/>
          <p:nvPr/>
        </p:nvSpPr>
        <p:spPr>
          <a:xfrm>
            <a:off x="1664701" y="2527286"/>
            <a:ext cx="28483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0" dirty="0" err="1">
                <a:latin typeface="+mn-lt"/>
              </a:rPr>
              <a:t>Rekenaarwerk</a:t>
            </a:r>
            <a:r>
              <a:rPr lang="en-ZA" sz="2800" dirty="0"/>
              <a:t> word in </a:t>
            </a:r>
            <a:r>
              <a:rPr lang="en-ZA" sz="2800" dirty="0" err="1"/>
              <a:t>lêers</a:t>
            </a:r>
            <a:r>
              <a:rPr lang="en-ZA" sz="2800" dirty="0"/>
              <a:t> </a:t>
            </a:r>
            <a:r>
              <a:rPr lang="en-ZA" sz="2800" dirty="0" err="1"/>
              <a:t>gestoor</a:t>
            </a:r>
            <a:endParaRPr lang="en-ZA" sz="2800" b="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032180" y="4256558"/>
            <a:ext cx="34809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0" dirty="0" err="1">
                <a:latin typeface="+mn-lt"/>
              </a:rPr>
              <a:t>Elektroniese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lêers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moet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1" dirty="0" err="1">
                <a:solidFill>
                  <a:srgbClr val="FF0000"/>
                </a:solidFill>
                <a:latin typeface="+mn-lt"/>
              </a:rPr>
              <a:t>georganiseer</a:t>
            </a:r>
            <a:r>
              <a:rPr lang="en-ZA" sz="2800" b="1" dirty="0">
                <a:solidFill>
                  <a:srgbClr val="FF0000"/>
                </a:solidFill>
              </a:rPr>
              <a:t> </a:t>
            </a:r>
            <a:r>
              <a:rPr lang="en-ZA" sz="2800" dirty="0"/>
              <a:t>word</a:t>
            </a:r>
            <a:r>
              <a:rPr lang="en-ZA" sz="2800" b="0" dirty="0">
                <a:latin typeface="+mn-lt"/>
              </a:rPr>
              <a:t>, net </a:t>
            </a:r>
            <a:r>
              <a:rPr lang="en-ZA" sz="2800" b="0" dirty="0" err="1">
                <a:latin typeface="+mn-lt"/>
              </a:rPr>
              <a:t>soos</a:t>
            </a:r>
            <a:r>
              <a:rPr lang="en-ZA" sz="2800" b="0" dirty="0">
                <a:latin typeface="+mn-lt"/>
              </a:rPr>
              <a:t> ’n </a:t>
            </a:r>
            <a:r>
              <a:rPr lang="en-ZA" sz="2800" b="0" dirty="0" err="1">
                <a:latin typeface="+mn-lt"/>
              </a:rPr>
              <a:t>liasseerkabinet</a:t>
            </a:r>
            <a:endParaRPr lang="en-ZA" sz="2800" b="0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878825" y="2219204"/>
            <a:ext cx="2179699" cy="1416873"/>
            <a:chOff x="3452961" y="2241598"/>
            <a:chExt cx="2179699" cy="1416873"/>
          </a:xfrm>
        </p:grpSpPr>
        <p:pic>
          <p:nvPicPr>
            <p:cNvPr id="37" name="Picture 36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20641192">
              <a:off x="3452961" y="2564904"/>
              <a:ext cx="720080" cy="89726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40" name="Picture 39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760938">
              <a:off x="5056596" y="2761211"/>
              <a:ext cx="576064" cy="89726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41" name="Picture 40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21106934">
              <a:off x="4087822" y="2241598"/>
              <a:ext cx="576064" cy="864096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42" name="Picture 41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541925">
              <a:off x="4605089" y="2420888"/>
              <a:ext cx="648072" cy="864096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38" name="Picture 37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8025"/>
            <a:stretch>
              <a:fillRect/>
            </a:stretch>
          </p:blipFill>
          <p:spPr>
            <a:xfrm rot="4302659">
              <a:off x="4122812" y="2828053"/>
              <a:ext cx="648072" cy="969268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>
                <a:solidFill>
                  <a:schemeClr val="tx1"/>
                </a:solidFill>
              </a:rPr>
              <a:t>Inleiding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7112" y="6505588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3</a:t>
            </a:fld>
            <a:endParaRPr lang="en-US" sz="1600" dirty="0"/>
          </a:p>
        </p:txBody>
      </p:sp>
      <p:sp>
        <p:nvSpPr>
          <p:cNvPr id="4" name="Action Button: Home 3">
            <a:hlinkClick r:id="rId8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356" y="4112990"/>
            <a:ext cx="1178243" cy="19662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91" y="2478330"/>
            <a:ext cx="5759450" cy="3485515"/>
          </a:xfrm>
          <a:prstGeom prst="rect">
            <a:avLst/>
          </a:prstGeom>
        </p:spPr>
      </p:pic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485104" y="1371601"/>
            <a:ext cx="814393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lang="en-ZA" sz="2800" dirty="0" err="1">
                <a:latin typeface="+mn-lt"/>
              </a:rPr>
              <a:t>Lêerbestuurprogram</a:t>
            </a:r>
            <a:r>
              <a:rPr lang="en-ZA" sz="2800" dirty="0">
                <a:latin typeface="+mn-lt"/>
              </a:rPr>
              <a:t> met </a:t>
            </a:r>
            <a:r>
              <a:rPr lang="en-ZA" sz="2800" dirty="0" err="1">
                <a:latin typeface="+mn-lt"/>
              </a:rPr>
              <a:t>alle</a:t>
            </a:r>
            <a:r>
              <a:rPr lang="en-ZA" sz="2800" dirty="0">
                <a:latin typeface="+mn-lt"/>
              </a:rPr>
              <a:t> Windows </a:t>
            </a:r>
            <a:r>
              <a:rPr lang="en-ZA" sz="2800" dirty="0" err="1">
                <a:latin typeface="+mn-lt"/>
              </a:rPr>
              <a:t>bedryfstelsels</a:t>
            </a:r>
            <a:r>
              <a:rPr lang="en-ZA" sz="2800" dirty="0">
                <a:latin typeface="+mn-lt"/>
              </a:rPr>
              <a:t> </a:t>
            </a:r>
            <a:r>
              <a:rPr lang="en-ZA" sz="2800" dirty="0" err="1">
                <a:latin typeface="+mn-lt"/>
              </a:rPr>
              <a:t>voorsien</a:t>
            </a:r>
            <a:endParaRPr kumimoji="0" lang="en-GB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46083" name="Oval 34"/>
          <p:cNvSpPr>
            <a:spLocks noChangeArrowheads="1"/>
          </p:cNvSpPr>
          <p:nvPr/>
        </p:nvSpPr>
        <p:spPr bwMode="auto">
          <a:xfrm>
            <a:off x="2915816" y="3505685"/>
            <a:ext cx="307975" cy="3302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Calibri" pitchFamily="34" charset="0"/>
              </a:rPr>
              <a:t>2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2" name="Oval 35"/>
          <p:cNvSpPr>
            <a:spLocks noChangeArrowheads="1"/>
          </p:cNvSpPr>
          <p:nvPr/>
        </p:nvSpPr>
        <p:spPr bwMode="auto">
          <a:xfrm>
            <a:off x="683568" y="3395091"/>
            <a:ext cx="307975" cy="288925"/>
          </a:xfrm>
          <a:prstGeom prst="ellipse">
            <a:avLst/>
          </a:prstGeom>
          <a:solidFill>
            <a:srgbClr val="66FF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Arial" pitchFamily="34" charset="0"/>
              </a:rPr>
              <a:t>1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4" name="Oval 36"/>
          <p:cNvSpPr>
            <a:spLocks noChangeArrowheads="1"/>
          </p:cNvSpPr>
          <p:nvPr/>
        </p:nvSpPr>
        <p:spPr bwMode="auto">
          <a:xfrm>
            <a:off x="5768961" y="3440184"/>
            <a:ext cx="307975" cy="309563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Calibri" pitchFamily="34" charset="0"/>
              </a:rPr>
              <a:t>3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5" name="Oval 37"/>
          <p:cNvSpPr>
            <a:spLocks noChangeArrowheads="1"/>
          </p:cNvSpPr>
          <p:nvPr/>
        </p:nvSpPr>
        <p:spPr bwMode="auto">
          <a:xfrm>
            <a:off x="4133378" y="2790855"/>
            <a:ext cx="307975" cy="336550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itchFamily="18" charset="0"/>
                <a:cs typeface="Calibri" pitchFamily="34" charset="0"/>
              </a:rPr>
              <a:t>4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7" name="Oval 38"/>
          <p:cNvSpPr>
            <a:spLocks noChangeArrowheads="1"/>
          </p:cNvSpPr>
          <p:nvPr/>
        </p:nvSpPr>
        <p:spPr bwMode="auto">
          <a:xfrm>
            <a:off x="1475656" y="4203320"/>
            <a:ext cx="307975" cy="323850"/>
          </a:xfrm>
          <a:prstGeom prst="ellipse">
            <a:avLst/>
          </a:prstGeom>
          <a:solidFill>
            <a:srgbClr val="FF33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1" dirty="0">
                <a:cs typeface="Calibri" pitchFamily="34" charset="0"/>
              </a:rPr>
              <a:t>5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88" name="Oval 40"/>
          <p:cNvSpPr>
            <a:spLocks noChangeArrowheads="1"/>
          </p:cNvSpPr>
          <p:nvPr/>
        </p:nvSpPr>
        <p:spPr bwMode="auto">
          <a:xfrm>
            <a:off x="3797929" y="5252998"/>
            <a:ext cx="307975" cy="330200"/>
          </a:xfrm>
          <a:prstGeom prst="ellipse">
            <a:avLst/>
          </a:prstGeom>
          <a:solidFill>
            <a:srgbClr val="CC66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50" b="1" dirty="0">
                <a:cs typeface="Calibri" pitchFamily="34" charset="0"/>
              </a:rPr>
              <a:t>6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57200" y="457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3" name="Rectangle 22"/>
          <p:cNvSpPr/>
          <p:nvPr/>
        </p:nvSpPr>
        <p:spPr>
          <a:xfrm>
            <a:off x="6372200" y="2496192"/>
            <a:ext cx="2137252" cy="369332"/>
          </a:xfrm>
          <a:prstGeom prst="rect">
            <a:avLst/>
          </a:prstGeom>
          <a:solidFill>
            <a:srgbClr val="66FF33"/>
          </a:solidFill>
        </p:spPr>
        <p:txBody>
          <a:bodyPr wrap="none">
            <a:spAutoFit/>
          </a:bodyPr>
          <a:lstStyle/>
          <a:p>
            <a:r>
              <a:rPr lang="en-ZA" dirty="0" err="1"/>
              <a:t>Vorentoe</a:t>
            </a:r>
            <a:r>
              <a:rPr lang="en-ZA" dirty="0"/>
              <a:t>- </a:t>
            </a:r>
            <a:r>
              <a:rPr lang="en-ZA" dirty="0" err="1"/>
              <a:t>en</a:t>
            </a:r>
            <a:r>
              <a:rPr lang="en-ZA" dirty="0"/>
              <a:t> </a:t>
            </a:r>
            <a:r>
              <a:rPr lang="en-ZA" dirty="0" err="1"/>
              <a:t>agtertoe</a:t>
            </a:r>
            <a:endParaRPr lang="en-ZA" b="0" dirty="0">
              <a:latin typeface="+mn-lt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72200" y="3022848"/>
            <a:ext cx="1088760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ZA" b="0" dirty="0" err="1">
                <a:latin typeface="+mn-lt"/>
              </a:rPr>
              <a:t>Adresbalk</a:t>
            </a:r>
            <a:endParaRPr lang="en-ZA" b="0" dirty="0">
              <a:latin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72200" y="3587646"/>
            <a:ext cx="1218603" cy="369332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en-ZA" b="0" dirty="0" err="1">
                <a:latin typeface="+mn-lt"/>
              </a:rPr>
              <a:t>Soekhokkie</a:t>
            </a:r>
            <a:endParaRPr lang="en-ZA" b="0" dirty="0">
              <a:latin typeface="+mn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72200" y="4142699"/>
            <a:ext cx="2160240" cy="646331"/>
          </a:xfrm>
          <a:prstGeom prst="rect">
            <a:avLst/>
          </a:prstGeom>
          <a:solidFill>
            <a:srgbClr val="FF6600"/>
          </a:solidFill>
        </p:spPr>
        <p:txBody>
          <a:bodyPr wrap="square">
            <a:spAutoFit/>
          </a:bodyPr>
          <a:lstStyle/>
          <a:p>
            <a:r>
              <a:rPr lang="en-ZA" b="0" dirty="0" err="1">
                <a:latin typeface="+mn-lt"/>
              </a:rPr>
              <a:t>Balkie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en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kieslys</a:t>
            </a:r>
            <a:r>
              <a:rPr lang="en-ZA" b="0" dirty="0">
                <a:latin typeface="+mn-lt"/>
              </a:rPr>
              <a:t> (</a:t>
            </a:r>
            <a:r>
              <a:rPr lang="en-ZA" b="0" i="1" dirty="0">
                <a:latin typeface="+mn-lt"/>
              </a:rPr>
              <a:t>Ribbon</a:t>
            </a:r>
            <a:r>
              <a:rPr lang="en-ZA" b="0" dirty="0">
                <a:latin typeface="+mn-lt"/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6776" y="4953718"/>
            <a:ext cx="1964640" cy="646331"/>
          </a:xfrm>
          <a:prstGeom prst="rect">
            <a:avLst/>
          </a:prstGeom>
          <a:solidFill>
            <a:srgbClr val="FF33CC"/>
          </a:solidFill>
        </p:spPr>
        <p:txBody>
          <a:bodyPr wrap="none">
            <a:spAutoFit/>
          </a:bodyPr>
          <a:lstStyle/>
          <a:p>
            <a:r>
              <a:rPr lang="en-ZA" b="0" dirty="0">
                <a:latin typeface="+mn-lt"/>
              </a:rPr>
              <a:t>Linker- (</a:t>
            </a:r>
            <a:r>
              <a:rPr lang="en-ZA" b="0" dirty="0" err="1">
                <a:latin typeface="+mn-lt"/>
              </a:rPr>
              <a:t>Navigasie</a:t>
            </a:r>
            <a:r>
              <a:rPr lang="en-ZA" b="0" dirty="0">
                <a:latin typeface="+mn-lt"/>
              </a:rPr>
              <a:t>)-</a:t>
            </a:r>
            <a:br>
              <a:rPr lang="en-ZA" b="0" dirty="0">
                <a:latin typeface="+mn-lt"/>
              </a:rPr>
            </a:br>
            <a:r>
              <a:rPr lang="en-ZA" b="0" dirty="0" err="1">
                <a:latin typeface="+mn-lt"/>
              </a:rPr>
              <a:t>paneel</a:t>
            </a:r>
            <a:endParaRPr lang="en-ZA" b="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02836" y="5723964"/>
            <a:ext cx="2158411" cy="369332"/>
          </a:xfrm>
          <a:prstGeom prst="rect">
            <a:avLst/>
          </a:prstGeom>
          <a:solidFill>
            <a:srgbClr val="CC6600"/>
          </a:solidFill>
        </p:spPr>
        <p:txBody>
          <a:bodyPr wrap="none">
            <a:spAutoFit/>
          </a:bodyPr>
          <a:lstStyle/>
          <a:p>
            <a:r>
              <a:rPr lang="en-ZA" b="0" dirty="0" err="1">
                <a:latin typeface="+mn-lt"/>
              </a:rPr>
              <a:t>Regterpaneel</a:t>
            </a:r>
            <a:r>
              <a:rPr lang="en-ZA" b="0" dirty="0">
                <a:latin typeface="+mn-lt"/>
              </a:rPr>
              <a:t> (</a:t>
            </a:r>
            <a:r>
              <a:rPr lang="en-ZA" b="0" i="1" dirty="0">
                <a:latin typeface="+mn-lt"/>
              </a:rPr>
              <a:t>Details</a:t>
            </a:r>
            <a:r>
              <a:rPr lang="en-ZA" b="0" dirty="0">
                <a:latin typeface="+mn-lt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711" y="397327"/>
            <a:ext cx="6798734" cy="1338858"/>
          </a:xfrm>
        </p:spPr>
        <p:txBody>
          <a:bodyPr/>
          <a:lstStyle/>
          <a:p>
            <a:r>
              <a:rPr lang="en-ZA" b="1" dirty="0">
                <a:solidFill>
                  <a:schemeClr val="tx1"/>
                </a:solidFill>
              </a:rPr>
              <a:t>File/Windows Explorer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51977" y="650609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4</a:t>
            </a:fld>
            <a:endParaRPr lang="en-US" sz="1600" dirty="0"/>
          </a:p>
        </p:txBody>
      </p:sp>
      <p:sp>
        <p:nvSpPr>
          <p:cNvPr id="20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nimBg="1"/>
      <p:bldP spid="46082" grpId="0" animBg="1"/>
      <p:bldP spid="46084" grpId="0" animBg="1"/>
      <p:bldP spid="46085" grpId="0" animBg="1"/>
      <p:bldP spid="46087" grpId="0" animBg="1"/>
      <p:bldP spid="46088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02796" y="1196752"/>
            <a:ext cx="6595534" cy="68299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Aktiwiteite</a:t>
            </a:r>
            <a:r>
              <a:rPr lang="en-US" dirty="0"/>
              <a:t> 1 &amp; 2 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73805" y="6494787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5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74660">
            <a:off x="773720" y="2819915"/>
            <a:ext cx="5594307" cy="14271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18796">
            <a:off x="4934075" y="3699214"/>
            <a:ext cx="2844248" cy="2153895"/>
          </a:xfrm>
          <a:prstGeom prst="rect">
            <a:avLst/>
          </a:prstGeom>
        </p:spPr>
      </p:pic>
      <p:sp>
        <p:nvSpPr>
          <p:cNvPr id="11" name="Action Button: Home 3">
            <a:hlinkClick r:id="rId5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479889" y="1988840"/>
            <a:ext cx="6192688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ZA" sz="2800" dirty="0" err="1"/>
              <a:t>Bep</a:t>
            </a:r>
            <a:r>
              <a:rPr lang="en-ZA" sz="2800" b="0" dirty="0" err="1">
                <a:latin typeface="+mn-lt"/>
              </a:rPr>
              <a:t>lan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dirty="0" err="1"/>
              <a:t>j</a:t>
            </a:r>
            <a:r>
              <a:rPr lang="en-ZA" sz="2800" b="0" dirty="0" err="1">
                <a:latin typeface="+mn-lt"/>
              </a:rPr>
              <a:t>ou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basiese</a:t>
            </a:r>
            <a:r>
              <a:rPr lang="en-ZA" sz="2800" b="0" dirty="0">
                <a:latin typeface="+mn-lt"/>
              </a:rPr>
              <a:t> </a:t>
            </a:r>
            <a:r>
              <a:rPr lang="en-ZA" sz="2800" b="0" dirty="0" err="1">
                <a:latin typeface="+mn-lt"/>
              </a:rPr>
              <a:t>lêergidsstruktuur</a:t>
            </a:r>
            <a:r>
              <a:rPr lang="en-ZA" sz="2800" b="0" dirty="0">
                <a:latin typeface="+mn-lt"/>
              </a:rPr>
              <a:t> op papier of </a:t>
            </a:r>
            <a:r>
              <a:rPr lang="en-ZA" sz="2800" b="0" dirty="0" err="1">
                <a:latin typeface="+mn-lt"/>
              </a:rPr>
              <a:t>gebruik</a:t>
            </a:r>
            <a:r>
              <a:rPr lang="en-ZA" sz="2800" b="0" dirty="0">
                <a:latin typeface="+mn-lt"/>
              </a:rPr>
              <a:t> SmartArt in Word</a:t>
            </a:r>
            <a:endParaRPr lang="en-US" sz="28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1600" y="3285858"/>
            <a:ext cx="418722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000" indent="-288000">
              <a:buFont typeface="Arial" pitchFamily="34" charset="0"/>
              <a:buChar char="•"/>
            </a:pPr>
            <a:r>
              <a:rPr lang="en-ZA" sz="2200" b="0" dirty="0" err="1"/>
              <a:t>Hoofkategorieë</a:t>
            </a:r>
            <a:r>
              <a:rPr lang="en-ZA" sz="2200" b="0" dirty="0"/>
              <a:t> (</a:t>
            </a:r>
            <a:r>
              <a:rPr lang="en-ZA" sz="2200" b="0" dirty="0" err="1"/>
              <a:t>lêergidse</a:t>
            </a:r>
            <a:r>
              <a:rPr lang="en-ZA" sz="2200" b="0" dirty="0"/>
              <a:t>)</a:t>
            </a:r>
            <a:r>
              <a:rPr lang="en-ZA" sz="2200" dirty="0"/>
              <a:t>: </a:t>
            </a:r>
            <a:br>
              <a:rPr lang="en-ZA" sz="2200" dirty="0"/>
            </a:br>
            <a:r>
              <a:rPr lang="en-ZA" sz="2200" dirty="0" err="1"/>
              <a:t>Skool</a:t>
            </a:r>
            <a:r>
              <a:rPr lang="en-ZA" sz="2200" dirty="0"/>
              <a:t> &amp; </a:t>
            </a:r>
            <a:r>
              <a:rPr lang="en-ZA" sz="2200" dirty="0" err="1"/>
              <a:t>Persoonlik</a:t>
            </a:r>
            <a:endParaRPr lang="en-ZA" sz="2200" dirty="0"/>
          </a:p>
          <a:p>
            <a:pPr marL="288000" indent="-288000">
              <a:buFont typeface="Arial" pitchFamily="34" charset="0"/>
              <a:buChar char="•"/>
            </a:pPr>
            <a:r>
              <a:rPr lang="en-ZA" sz="2200" dirty="0" err="1"/>
              <a:t>Voeg</a:t>
            </a:r>
            <a:r>
              <a:rPr lang="en-ZA" sz="2200" dirty="0"/>
              <a:t> </a:t>
            </a:r>
            <a:r>
              <a:rPr lang="en-ZA" sz="2200" dirty="0" err="1"/>
              <a:t>subgidse</a:t>
            </a:r>
            <a:r>
              <a:rPr lang="en-ZA" sz="2200" dirty="0"/>
              <a:t> by </a:t>
            </a:r>
            <a:r>
              <a:rPr lang="en-ZA" sz="2200" dirty="0" err="1"/>
              <a:t>soos</a:t>
            </a:r>
            <a:r>
              <a:rPr lang="en-ZA" sz="2200" dirty="0"/>
              <a:t> </a:t>
            </a:r>
            <a:r>
              <a:rPr lang="en-ZA" sz="2200" dirty="0" err="1"/>
              <a:t>nodig</a:t>
            </a:r>
            <a:endParaRPr lang="en-ZA" sz="2200" dirty="0"/>
          </a:p>
          <a:p>
            <a:pPr marL="288000" indent="-288000">
              <a:buFont typeface="Arial" pitchFamily="34" charset="0"/>
              <a:buChar char="•"/>
            </a:pPr>
            <a:r>
              <a:rPr lang="en-ZA" sz="2200" dirty="0" err="1"/>
              <a:t>Verfyn</a:t>
            </a:r>
            <a:r>
              <a:rPr lang="en-ZA" sz="2200" dirty="0"/>
              <a:t> </a:t>
            </a:r>
            <a:r>
              <a:rPr lang="en-ZA" sz="2200" dirty="0" err="1"/>
              <a:t>elke</a:t>
            </a:r>
            <a:r>
              <a:rPr lang="en-ZA" sz="2200" dirty="0"/>
              <a:t> </a:t>
            </a:r>
            <a:r>
              <a:rPr lang="en-ZA" sz="2200" dirty="0" err="1"/>
              <a:t>vlak</a:t>
            </a:r>
            <a:endParaRPr lang="en-ZA" sz="2200" dirty="0"/>
          </a:p>
          <a:p>
            <a:pPr marL="288000" indent="-288000">
              <a:buFont typeface="Arial" pitchFamily="34" charset="0"/>
              <a:buChar char="•"/>
            </a:pPr>
            <a:r>
              <a:rPr lang="en-ZA" sz="2200" dirty="0" err="1"/>
              <a:t>Betekenisvolle</a:t>
            </a:r>
            <a:r>
              <a:rPr lang="en-ZA" sz="2200" dirty="0"/>
              <a:t> name </a:t>
            </a:r>
            <a:r>
              <a:rPr lang="en-ZA" sz="2200" dirty="0" err="1"/>
              <a:t>vir</a:t>
            </a:r>
            <a:r>
              <a:rPr lang="en-ZA" sz="2200" dirty="0"/>
              <a:t> </a:t>
            </a:r>
            <a:r>
              <a:rPr lang="en-ZA" sz="2200" dirty="0" err="1"/>
              <a:t>lêergidse</a:t>
            </a:r>
            <a:r>
              <a:rPr lang="en-ZA" sz="2200" dirty="0"/>
              <a:t> </a:t>
            </a:r>
            <a:r>
              <a:rPr lang="en-ZA" sz="2200" dirty="0" err="1"/>
              <a:t>en</a:t>
            </a:r>
            <a:r>
              <a:rPr lang="en-ZA" sz="2200" dirty="0"/>
              <a:t> </a:t>
            </a:r>
            <a:r>
              <a:rPr lang="en-ZA" sz="2200" dirty="0" err="1"/>
              <a:t>lêers</a:t>
            </a:r>
            <a:endParaRPr lang="en-US" sz="2200" dirty="0"/>
          </a:p>
          <a:p>
            <a:pPr marL="288000" indent="-288000">
              <a:buFont typeface="Arial" pitchFamily="34" charset="0"/>
              <a:buChar char="•"/>
            </a:pPr>
            <a:r>
              <a:rPr lang="en-ZA" sz="2200" dirty="0" err="1"/>
              <a:t>Gebruik</a:t>
            </a:r>
            <a:r>
              <a:rPr lang="en-ZA" sz="2200" dirty="0"/>
              <a:t> </a:t>
            </a:r>
            <a:r>
              <a:rPr lang="en-ZA" sz="2200" dirty="0" err="1"/>
              <a:t>dieselfde</a:t>
            </a:r>
            <a:r>
              <a:rPr lang="en-ZA" sz="2200" dirty="0"/>
              <a:t> </a:t>
            </a:r>
            <a:r>
              <a:rPr lang="en-ZA" sz="2200" dirty="0" err="1"/>
              <a:t>lêerstruktuur</a:t>
            </a:r>
            <a:r>
              <a:rPr lang="en-ZA" sz="2200" dirty="0"/>
              <a:t> op al </a:t>
            </a:r>
            <a:r>
              <a:rPr lang="en-ZA" sz="2200" dirty="0" err="1"/>
              <a:t>jou</a:t>
            </a:r>
            <a:r>
              <a:rPr lang="en-ZA" sz="2200" dirty="0"/>
              <a:t> </a:t>
            </a:r>
            <a:r>
              <a:rPr lang="en-ZA" sz="2200" dirty="0" err="1"/>
              <a:t>rekenaars</a:t>
            </a:r>
            <a:r>
              <a:rPr lang="en-ZA" sz="2200" dirty="0"/>
              <a:t> wat </a:t>
            </a:r>
            <a:r>
              <a:rPr lang="en-ZA" sz="2200" dirty="0" err="1"/>
              <a:t>jy</a:t>
            </a:r>
            <a:r>
              <a:rPr lang="en-ZA" sz="2200" dirty="0"/>
              <a:t> </a:t>
            </a:r>
            <a:r>
              <a:rPr lang="en-ZA" sz="2200" dirty="0" err="1"/>
              <a:t>gebruik</a:t>
            </a:r>
            <a:endParaRPr lang="en-US" sz="2400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836712"/>
            <a:ext cx="6798734" cy="734420"/>
          </a:xfrm>
        </p:spPr>
        <p:txBody>
          <a:bodyPr/>
          <a:lstStyle/>
          <a:p>
            <a:r>
              <a:rPr lang="en-ZA" b="1" dirty="0" err="1">
                <a:solidFill>
                  <a:schemeClr val="tx1"/>
                </a:solidFill>
              </a:rPr>
              <a:t>Nodigheid</a:t>
            </a:r>
            <a:r>
              <a:rPr lang="en-ZA" b="1" dirty="0">
                <a:solidFill>
                  <a:schemeClr val="tx1"/>
                </a:solidFill>
              </a:rPr>
              <a:t> om </a:t>
            </a:r>
            <a:r>
              <a:rPr lang="en-ZA" b="1" dirty="0" err="1">
                <a:solidFill>
                  <a:schemeClr val="tx1"/>
                </a:solidFill>
              </a:rPr>
              <a:t>te</a:t>
            </a:r>
            <a:r>
              <a:rPr lang="en-ZA" b="1" dirty="0">
                <a:solidFill>
                  <a:schemeClr val="tx1"/>
                </a:solidFill>
              </a:rPr>
              <a:t> </a:t>
            </a:r>
            <a:r>
              <a:rPr lang="en-ZA" b="1" dirty="0" err="1">
                <a:solidFill>
                  <a:schemeClr val="tx1"/>
                </a:solidFill>
              </a:rPr>
              <a:t>organiseer</a:t>
            </a:r>
            <a:endParaRPr lang="en-ZA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67112" y="6518651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6</a:t>
            </a:fld>
            <a:endParaRPr lang="en-US" sz="1600" dirty="0"/>
          </a:p>
        </p:txBody>
      </p:sp>
      <p:sp>
        <p:nvSpPr>
          <p:cNvPr id="12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94531879"/>
              </p:ext>
            </p:extLst>
          </p:nvPr>
        </p:nvGraphicFramePr>
        <p:xfrm>
          <a:off x="5158822" y="3285858"/>
          <a:ext cx="3445626" cy="199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8465" y="3068960"/>
            <a:ext cx="6595534" cy="6109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Aktiwiteit</a:t>
            </a:r>
            <a:r>
              <a:rPr lang="en-US" dirty="0"/>
              <a:t> 3 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76456" y="6507850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7</a:t>
            </a:fld>
            <a:endParaRPr lang="en-US" sz="1600" dirty="0"/>
          </a:p>
        </p:txBody>
      </p:sp>
      <p:sp>
        <p:nvSpPr>
          <p:cNvPr id="8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018168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723258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Meer </a:t>
            </a:r>
            <a:r>
              <a:rPr lang="en-ZA" b="1" dirty="0" err="1">
                <a:solidFill>
                  <a:schemeClr val="tx1"/>
                </a:solidFill>
              </a:rPr>
              <a:t>oor</a:t>
            </a:r>
            <a:r>
              <a:rPr lang="en-ZA" b="1" dirty="0">
                <a:solidFill>
                  <a:schemeClr val="tx1"/>
                </a:solidFill>
              </a:rPr>
              <a:t>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77367" y="6555542"/>
            <a:ext cx="395510" cy="218645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8</a:t>
            </a:fld>
            <a:endParaRPr lang="en-US" sz="1600" dirty="0"/>
          </a:p>
        </p:txBody>
      </p:sp>
      <p:sp>
        <p:nvSpPr>
          <p:cNvPr id="28" name="Rectangle 27"/>
          <p:cNvSpPr/>
          <p:nvPr/>
        </p:nvSpPr>
        <p:spPr>
          <a:xfrm>
            <a:off x="897122" y="1571031"/>
            <a:ext cx="7349755" cy="175432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Elke program </a:t>
            </a:r>
            <a:r>
              <a:rPr lang="en-ZA" sz="2400" b="0" dirty="0" err="1">
                <a:latin typeface="+mn-lt"/>
              </a:rPr>
              <a:t>stoor</a:t>
            </a:r>
            <a:r>
              <a:rPr lang="en-ZA" sz="2400" b="0" dirty="0">
                <a:latin typeface="+mn-lt"/>
              </a:rPr>
              <a:t> die </a:t>
            </a:r>
            <a:r>
              <a:rPr lang="en-ZA" sz="2400" b="0" dirty="0" err="1">
                <a:latin typeface="+mn-lt"/>
              </a:rPr>
              <a:t>lêers</a:t>
            </a:r>
            <a:r>
              <a:rPr lang="en-ZA" sz="2400" b="0" dirty="0">
                <a:latin typeface="+mn-lt"/>
              </a:rPr>
              <a:t> wat </a:t>
            </a:r>
            <a:r>
              <a:rPr lang="en-ZA" sz="2400" b="0" dirty="0" err="1">
                <a:latin typeface="+mn-lt"/>
              </a:rPr>
              <a:t>dit</a:t>
            </a:r>
            <a:r>
              <a:rPr lang="en-ZA" sz="2400" b="0" dirty="0">
                <a:latin typeface="+mn-lt"/>
              </a:rPr>
              <a:t> skep op </a:t>
            </a:r>
            <a:r>
              <a:rPr lang="en-ZA" sz="2400" b="0" dirty="0" err="1">
                <a:latin typeface="+mn-lt"/>
              </a:rPr>
              <a:t>sy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eie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manier</a:t>
            </a:r>
            <a:r>
              <a:rPr lang="en-ZA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+mn-lt"/>
              </a:rPr>
              <a:t>Aan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elke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lêertipe</a:t>
            </a:r>
            <a:r>
              <a:rPr lang="en-ZA" sz="2400" b="0" dirty="0">
                <a:latin typeface="+mn-lt"/>
              </a:rPr>
              <a:t> word ’n </a:t>
            </a:r>
            <a:r>
              <a:rPr lang="en-ZA" sz="2400" b="0" dirty="0" err="1">
                <a:latin typeface="+mn-lt"/>
              </a:rPr>
              <a:t>unieke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ikoon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toegeken</a:t>
            </a:r>
            <a:r>
              <a:rPr lang="en-ZA" sz="2400" b="0">
                <a:latin typeface="+mn-lt"/>
              </a:rPr>
              <a:t>. </a:t>
            </a:r>
            <a:endParaRPr lang="en-US" sz="2400" b="0" dirty="0"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71144" y="3574694"/>
            <a:ext cx="7601710" cy="1728986"/>
            <a:chOff x="806212" y="4166318"/>
            <a:chExt cx="7601710" cy="1728986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6212" y="4166318"/>
              <a:ext cx="7601710" cy="1537964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827687" y="5519616"/>
              <a:ext cx="14155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Class.JPG</a:t>
              </a:r>
              <a:endParaRPr lang="en-ZA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64705" y="5522794"/>
              <a:ext cx="23423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IntroComputers.pptx</a:t>
              </a:r>
              <a:endParaRPr lang="en-ZA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61168" y="5525972"/>
              <a:ext cx="14155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Invoice.xlsx</a:t>
              </a:r>
              <a:endParaRPr lang="en-ZA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28462" y="5515121"/>
              <a:ext cx="153936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Letter.docx</a:t>
              </a:r>
              <a:endParaRPr lang="en-ZA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67828" y="5519616"/>
              <a:ext cx="11213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Names.txt</a:t>
              </a:r>
              <a:endParaRPr lang="en-ZA" dirty="0"/>
            </a:p>
          </p:txBody>
        </p:sp>
      </p:grpSp>
      <p:sp>
        <p:nvSpPr>
          <p:cNvPr id="14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2633" y="764704"/>
            <a:ext cx="6798734" cy="1027320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Meer </a:t>
            </a:r>
            <a:r>
              <a:rPr lang="en-ZA" b="1" dirty="0" err="1">
                <a:solidFill>
                  <a:schemeClr val="tx1"/>
                </a:solidFill>
              </a:rPr>
              <a:t>oor</a:t>
            </a:r>
            <a:r>
              <a:rPr lang="en-ZA" b="1" dirty="0">
                <a:solidFill>
                  <a:schemeClr val="tx1"/>
                </a:solidFill>
              </a:rPr>
              <a:t>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89519" y="651422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9</a:t>
            </a:fld>
            <a:endParaRPr lang="en-US" sz="1600" dirty="0"/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047351" y="1825660"/>
            <a:ext cx="50812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800" b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Lêername</a:t>
            </a:r>
            <a:r>
              <a:rPr kumimoji="0" lang="en-ZA" sz="28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 </a:t>
            </a:r>
            <a:r>
              <a:rPr kumimoji="0" lang="en-ZA" sz="2800" b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bestaan</a:t>
            </a:r>
            <a:r>
              <a:rPr kumimoji="0" lang="en-ZA" sz="28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 </a:t>
            </a:r>
            <a:r>
              <a:rPr kumimoji="0" lang="en-ZA" sz="2800" b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uit</a:t>
            </a:r>
            <a:r>
              <a:rPr kumimoji="0" lang="en-ZA" sz="28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 </a:t>
            </a:r>
            <a:r>
              <a:rPr kumimoji="0" lang="en-ZA" sz="2800" b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drie</a:t>
            </a:r>
            <a:r>
              <a:rPr kumimoji="0" lang="en-ZA" sz="28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 dele: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2285984" y="2791684"/>
            <a:ext cx="3714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</a:rPr>
              <a:t>Verjaardaglys    </a:t>
            </a:r>
            <a:r>
              <a:rPr kumimoji="0" lang="en-Z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</a:rPr>
              <a:t>.   </a:t>
            </a:r>
            <a:r>
              <a:rPr kumimoji="0" lang="en-ZA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</a:rPr>
              <a:t> </a:t>
            </a:r>
            <a:r>
              <a:rPr kumimoji="0" lang="en-Z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</a:rPr>
              <a:t>docx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2771800" y="2676243"/>
            <a:ext cx="1646659" cy="571504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86116" y="328195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FF0000"/>
                </a:solidFill>
              </a:rPr>
              <a:t>naam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83968" y="364322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008" y="3267977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33CC"/>
                </a:solidFill>
              </a:rPr>
              <a:t>uitbreiding</a:t>
            </a:r>
            <a:endParaRPr lang="en-US" sz="2000" b="1" dirty="0">
              <a:solidFill>
                <a:srgbClr val="0033CC"/>
              </a:solidFill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4721716" y="2676243"/>
            <a:ext cx="786388" cy="571504"/>
          </a:xfrm>
          <a:prstGeom prst="roundRect">
            <a:avLst/>
          </a:prstGeom>
          <a:noFill/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988488" y="4018903"/>
            <a:ext cx="3427314" cy="15542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ZA" b="1" dirty="0" err="1">
                <a:solidFill>
                  <a:srgbClr val="FF0000"/>
                </a:solidFill>
                <a:ea typeface="Calibri" pitchFamily="34" charset="0"/>
              </a:rPr>
              <a:t>N</a:t>
            </a:r>
            <a:r>
              <a:rPr kumimoji="0" lang="en-ZA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</a:rPr>
              <a:t>aam</a:t>
            </a:r>
            <a:r>
              <a:rPr kumimoji="0" lang="en-ZA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</a:rPr>
              <a:t>:</a:t>
            </a:r>
            <a:r>
              <a:rPr kumimoji="0" lang="en-ZA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Calibri" pitchFamily="34" charset="0"/>
              </a:rPr>
              <a:t> </a:t>
            </a:r>
            <a:r>
              <a:rPr kumimoji="0" lang="en-Z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soos</a:t>
            </a:r>
            <a:r>
              <a:rPr kumimoji="0" lang="en-Z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 </a:t>
            </a:r>
            <a:r>
              <a:rPr kumimoji="0" lang="en-Z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deur</a:t>
            </a:r>
            <a:r>
              <a:rPr kumimoji="0" lang="en-Z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 die </a:t>
            </a:r>
            <a:r>
              <a:rPr kumimoji="0" lang="en-Z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gebruiker</a:t>
            </a:r>
            <a:r>
              <a:rPr kumimoji="0" lang="en-Z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 </a:t>
            </a:r>
            <a:r>
              <a:rPr kumimoji="0" lang="en-Z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</a:rPr>
              <a:t>gegee</a:t>
            </a: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ZA" dirty="0">
                <a:ea typeface="Calibri" pitchFamily="34" charset="0"/>
              </a:rPr>
              <a:t>Mag </a:t>
            </a:r>
            <a:r>
              <a:rPr lang="en-ZA" dirty="0" err="1">
                <a:ea typeface="Calibri" pitchFamily="34" charset="0"/>
              </a:rPr>
              <a:t>uit</a:t>
            </a:r>
            <a:r>
              <a:rPr lang="en-ZA" dirty="0">
                <a:ea typeface="Calibri" pitchFamily="34" charset="0"/>
              </a:rPr>
              <a:t> al die </a:t>
            </a:r>
            <a:r>
              <a:rPr lang="en-ZA" dirty="0" err="1">
                <a:ea typeface="Calibri" pitchFamily="34" charset="0"/>
              </a:rPr>
              <a:t>alfabetiese</a:t>
            </a:r>
            <a:r>
              <a:rPr lang="en-ZA" dirty="0">
                <a:ea typeface="Calibri" pitchFamily="34" charset="0"/>
              </a:rPr>
              <a:t> </a:t>
            </a:r>
            <a:r>
              <a:rPr lang="en-ZA" dirty="0" err="1">
                <a:ea typeface="Calibri" pitchFamily="34" charset="0"/>
              </a:rPr>
              <a:t>karakters</a:t>
            </a:r>
            <a:r>
              <a:rPr lang="en-ZA" dirty="0">
                <a:ea typeface="Calibri" pitchFamily="34" charset="0"/>
              </a:rPr>
              <a:t>, </a:t>
            </a:r>
            <a:r>
              <a:rPr lang="en-ZA" dirty="0" err="1">
                <a:ea typeface="Calibri" pitchFamily="34" charset="0"/>
              </a:rPr>
              <a:t>sommige</a:t>
            </a:r>
            <a:r>
              <a:rPr lang="en-ZA" dirty="0">
                <a:ea typeface="Calibri" pitchFamily="34" charset="0"/>
              </a:rPr>
              <a:t> </a:t>
            </a:r>
            <a:r>
              <a:rPr lang="en-ZA" dirty="0" err="1">
                <a:ea typeface="Calibri" pitchFamily="34" charset="0"/>
              </a:rPr>
              <a:t>spesiale</a:t>
            </a:r>
            <a:r>
              <a:rPr lang="en-ZA" dirty="0">
                <a:ea typeface="Calibri" pitchFamily="34" charset="0"/>
              </a:rPr>
              <a:t> </a:t>
            </a:r>
            <a:r>
              <a:rPr lang="en-ZA" dirty="0" err="1">
                <a:ea typeface="Calibri" pitchFamily="34" charset="0"/>
              </a:rPr>
              <a:t>karakters</a:t>
            </a:r>
            <a:r>
              <a:rPr lang="en-ZA" dirty="0">
                <a:ea typeface="Calibri" pitchFamily="34" charset="0"/>
              </a:rPr>
              <a:t>, die </a:t>
            </a:r>
            <a:r>
              <a:rPr lang="en-ZA" dirty="0" err="1">
                <a:ea typeface="Calibri" pitchFamily="34" charset="0"/>
              </a:rPr>
              <a:t>syfers</a:t>
            </a:r>
            <a:r>
              <a:rPr lang="en-ZA" dirty="0">
                <a:ea typeface="Calibri" pitchFamily="34" charset="0"/>
              </a:rPr>
              <a:t> (0 tot 9) </a:t>
            </a:r>
            <a:r>
              <a:rPr lang="en-ZA" dirty="0" err="1">
                <a:ea typeface="Calibri" pitchFamily="34" charset="0"/>
              </a:rPr>
              <a:t>en</a:t>
            </a:r>
            <a:r>
              <a:rPr lang="en-ZA" dirty="0">
                <a:ea typeface="Calibri" pitchFamily="34" charset="0"/>
              </a:rPr>
              <a:t> </a:t>
            </a:r>
            <a:r>
              <a:rPr lang="en-ZA" dirty="0" err="1">
                <a:ea typeface="Calibri" pitchFamily="34" charset="0"/>
              </a:rPr>
              <a:t>spasies</a:t>
            </a:r>
            <a:r>
              <a:rPr lang="en-ZA" dirty="0">
                <a:ea typeface="Calibri" pitchFamily="34" charset="0"/>
              </a:rPr>
              <a:t> </a:t>
            </a:r>
            <a:r>
              <a:rPr lang="en-ZA" dirty="0" err="1">
                <a:ea typeface="Calibri" pitchFamily="34" charset="0"/>
              </a:rPr>
              <a:t>bestaan</a:t>
            </a: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721715" y="4167951"/>
            <a:ext cx="3450685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ZA" b="1" dirty="0" err="1">
                <a:solidFill>
                  <a:srgbClr val="0033CC"/>
                </a:solidFill>
              </a:rPr>
              <a:t>Uitbreiding</a:t>
            </a:r>
            <a:r>
              <a:rPr lang="en-ZA" sz="1800" b="1" dirty="0">
                <a:solidFill>
                  <a:srgbClr val="0033CC"/>
                </a:solidFill>
              </a:rPr>
              <a:t>: </a:t>
            </a:r>
            <a:r>
              <a:rPr lang="en-ZA" dirty="0" err="1"/>
              <a:t>drie</a:t>
            </a:r>
            <a:r>
              <a:rPr lang="en-ZA" dirty="0"/>
              <a:t>- of </a:t>
            </a:r>
            <a:r>
              <a:rPr lang="en-ZA" dirty="0" err="1"/>
              <a:t>vierletterkode</a:t>
            </a:r>
            <a:r>
              <a:rPr lang="en-ZA" dirty="0"/>
              <a:t> wat die </a:t>
            </a:r>
            <a:r>
              <a:rPr lang="en-ZA" dirty="0" err="1"/>
              <a:t>lêertipe</a:t>
            </a:r>
            <a:r>
              <a:rPr lang="en-ZA" dirty="0"/>
              <a:t> </a:t>
            </a:r>
            <a:r>
              <a:rPr lang="en-ZA" dirty="0" err="1"/>
              <a:t>identifiseer</a:t>
            </a:r>
            <a:r>
              <a:rPr lang="en-ZA" dirty="0"/>
              <a:t>. </a:t>
            </a:r>
            <a:r>
              <a:rPr lang="en-ZA" i="1" dirty="0" err="1"/>
              <a:t>O</a:t>
            </a:r>
            <a:r>
              <a:rPr lang="en-ZA" sz="1800" b="0" i="1" dirty="0" err="1">
                <a:latin typeface="+mn-lt"/>
              </a:rPr>
              <a:t>utomaties</a:t>
            </a:r>
            <a:r>
              <a:rPr lang="en-ZA" sz="1800" b="0" i="1" dirty="0">
                <a:latin typeface="+mn-lt"/>
              </a:rPr>
              <a:t> </a:t>
            </a:r>
            <a:r>
              <a:rPr lang="en-ZA" dirty="0" err="1"/>
              <a:t>deur</a:t>
            </a:r>
            <a:r>
              <a:rPr lang="en-ZA" dirty="0"/>
              <a:t> die program </a:t>
            </a:r>
            <a:r>
              <a:rPr lang="en-ZA" dirty="0" err="1"/>
              <a:t>bygevoeg</a:t>
            </a:r>
            <a:r>
              <a:rPr lang="en-ZA" dirty="0"/>
              <a:t> </a:t>
            </a:r>
            <a:r>
              <a:rPr lang="en-ZA" dirty="0" err="1"/>
              <a:t>wanneer</a:t>
            </a:r>
            <a:r>
              <a:rPr lang="en-ZA" dirty="0"/>
              <a:t> </a:t>
            </a:r>
            <a:r>
              <a:rPr lang="en-ZA" dirty="0" err="1"/>
              <a:t>jy</a:t>
            </a:r>
            <a:r>
              <a:rPr lang="en-ZA" dirty="0"/>
              <a:t> die </a:t>
            </a:r>
            <a:r>
              <a:rPr lang="en-ZA" dirty="0" err="1"/>
              <a:t>lêer</a:t>
            </a:r>
            <a:r>
              <a:rPr lang="en-ZA" dirty="0"/>
              <a:t> </a:t>
            </a:r>
            <a:r>
              <a:rPr lang="en-ZA" dirty="0" err="1"/>
              <a:t>stoor</a:t>
            </a:r>
            <a:endParaRPr lang="en-US" sz="1800" b="0" dirty="0">
              <a:latin typeface="+mn-lt"/>
            </a:endParaRPr>
          </a:p>
        </p:txBody>
      </p:sp>
      <p:sp>
        <p:nvSpPr>
          <p:cNvPr id="16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572000" y="3161016"/>
            <a:ext cx="0" cy="52105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1" grpId="0"/>
      <p:bldP spid="22" grpId="0" animBg="1"/>
      <p:bldP spid="3891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Meer </a:t>
            </a:r>
            <a:r>
              <a:rPr lang="en-ZA" b="1" dirty="0" err="1">
                <a:solidFill>
                  <a:schemeClr val="tx1"/>
                </a:solidFill>
              </a:rPr>
              <a:t>oor</a:t>
            </a:r>
            <a:r>
              <a:rPr lang="en-ZA" b="1" dirty="0">
                <a:solidFill>
                  <a:schemeClr val="tx1"/>
                </a:solidFill>
              </a:rPr>
              <a:t>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500153" y="6496597"/>
            <a:ext cx="595288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10</a:t>
            </a:fld>
            <a:endParaRPr lang="en-US" sz="1600" dirty="0"/>
          </a:p>
        </p:txBody>
      </p:sp>
      <p:sp>
        <p:nvSpPr>
          <p:cNvPr id="68610" name="AutoShape 52"/>
          <p:cNvSpPr>
            <a:spLocks noChangeArrowheads="1"/>
          </p:cNvSpPr>
          <p:nvPr/>
        </p:nvSpPr>
        <p:spPr bwMode="auto">
          <a:xfrm>
            <a:off x="796741" y="4365104"/>
            <a:ext cx="7591683" cy="1080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66666"/>
            </a:solidFill>
            <a:round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Moet </a:t>
            </a:r>
            <a:r>
              <a:rPr kumimoji="0" lang="en-US" sz="280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nooit</a:t>
            </a: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sz="2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die lêeruitbreiding </a:t>
            </a: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van ’n </a:t>
            </a:r>
            <a:r>
              <a:rPr kumimoji="0" lang="en-US" sz="280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bestaande</a:t>
            </a: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sz="280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lêer</a:t>
            </a: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sz="280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verander</a:t>
            </a: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sz="280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nie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lt"/>
            </a:endParaRPr>
          </a:p>
        </p:txBody>
      </p:sp>
      <p:sp>
        <p:nvSpPr>
          <p:cNvPr id="8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/>
          <p:cNvSpPr txBox="1"/>
          <p:nvPr/>
        </p:nvSpPr>
        <p:spPr>
          <a:xfrm>
            <a:off x="1763688" y="2332231"/>
            <a:ext cx="5616624" cy="18261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defTabSz="914400" fontAlgn="base">
              <a:spcBef>
                <a:spcPts val="1200"/>
              </a:spcBef>
              <a:spcAft>
                <a:spcPts val="1000"/>
              </a:spcAft>
            </a:pPr>
            <a:r>
              <a:rPr lang="en-US" sz="2400" b="1" dirty="0"/>
              <a:t>Die </a:t>
            </a:r>
            <a:r>
              <a:rPr lang="en-US" sz="2400" b="1" dirty="0" err="1"/>
              <a:t>lêeruitbreiding</a:t>
            </a:r>
            <a:r>
              <a:rPr lang="en-US" sz="2400" b="1" dirty="0"/>
              <a:t> dui </a:t>
            </a:r>
            <a:r>
              <a:rPr lang="en-US" sz="2400" b="1" dirty="0" err="1"/>
              <a:t>aan</a:t>
            </a:r>
            <a:endParaRPr lang="en-US" sz="2400" b="1" dirty="0"/>
          </a:p>
          <a:p>
            <a:pPr marL="360000" indent="-360000">
              <a:spcAft>
                <a:spcPts val="1000"/>
              </a:spcAft>
              <a:buFont typeface="Arial" pitchFamily="34" charset="0"/>
              <a:buChar char="•"/>
            </a:pPr>
            <a:r>
              <a:rPr lang="en-US" sz="2400" dirty="0" err="1"/>
              <a:t>watter</a:t>
            </a:r>
            <a:r>
              <a:rPr lang="en-US" sz="2400" dirty="0"/>
              <a:t> </a:t>
            </a:r>
            <a:r>
              <a:rPr lang="en-US" sz="2400" dirty="0" err="1"/>
              <a:t>tipe</a:t>
            </a:r>
            <a:r>
              <a:rPr lang="en-US" sz="2400" dirty="0"/>
              <a:t> </a:t>
            </a:r>
            <a:r>
              <a:rPr lang="en-US" sz="2400" dirty="0" err="1"/>
              <a:t>lêer</a:t>
            </a:r>
            <a:r>
              <a:rPr lang="en-US" sz="2400" dirty="0"/>
              <a:t> </a:t>
            </a:r>
            <a:r>
              <a:rPr lang="en-US" sz="2400" dirty="0" err="1"/>
              <a:t>dit</a:t>
            </a:r>
            <a:r>
              <a:rPr lang="en-US" sz="2400" dirty="0"/>
              <a:t> is, </a:t>
            </a:r>
            <a:r>
              <a:rPr lang="en-US" sz="2400" dirty="0" err="1"/>
              <a:t>en</a:t>
            </a:r>
            <a:endParaRPr lang="en-US" sz="2400" dirty="0"/>
          </a:p>
          <a:p>
            <a:pPr marL="36000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err="1"/>
              <a:t>watter</a:t>
            </a:r>
            <a:r>
              <a:rPr lang="en-US" sz="2400" dirty="0"/>
              <a:t> </a:t>
            </a:r>
            <a:r>
              <a:rPr lang="en-US" sz="2400" dirty="0" err="1"/>
              <a:t>tipe</a:t>
            </a:r>
            <a:r>
              <a:rPr lang="en-US" sz="2400" dirty="0"/>
              <a:t> program </a:t>
            </a:r>
            <a:r>
              <a:rPr lang="en-US" sz="2400" dirty="0" err="1"/>
              <a:t>dit</a:t>
            </a:r>
            <a:r>
              <a:rPr lang="en-US" sz="2400" dirty="0"/>
              <a:t> </a:t>
            </a:r>
            <a:r>
              <a:rPr lang="en-US" sz="2400" dirty="0" err="1"/>
              <a:t>moet</a:t>
            </a:r>
            <a:r>
              <a:rPr lang="en-US" sz="2400" dirty="0"/>
              <a:t> </a:t>
            </a:r>
            <a:r>
              <a:rPr lang="en-US" sz="2400" dirty="0" err="1"/>
              <a:t>gebruik</a:t>
            </a:r>
            <a:r>
              <a:rPr lang="en-US" sz="2400" dirty="0"/>
              <a:t> om die </a:t>
            </a:r>
            <a:r>
              <a:rPr lang="en-US" sz="2400" dirty="0" err="1"/>
              <a:t>lêer</a:t>
            </a:r>
            <a:r>
              <a:rPr lang="en-US" sz="2400" dirty="0"/>
              <a:t> </a:t>
            </a:r>
            <a:r>
              <a:rPr lang="en-US" sz="2400" dirty="0" err="1"/>
              <a:t>mee</a:t>
            </a:r>
            <a:r>
              <a:rPr lang="en-US" sz="2400" dirty="0"/>
              <a:t> </a:t>
            </a:r>
            <a:r>
              <a:rPr lang="en-US" sz="2400" dirty="0" err="1"/>
              <a:t>oop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maak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865224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Meer </a:t>
            </a:r>
            <a:r>
              <a:rPr lang="en-ZA" b="1" dirty="0" err="1">
                <a:solidFill>
                  <a:schemeClr val="tx1"/>
                </a:solidFill>
              </a:rPr>
              <a:t>oor</a:t>
            </a:r>
            <a:r>
              <a:rPr lang="en-ZA" b="1" dirty="0">
                <a:solidFill>
                  <a:schemeClr val="tx1"/>
                </a:solidFill>
              </a:rPr>
              <a:t>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99621" y="6496597"/>
            <a:ext cx="595289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11</a:t>
            </a:fld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4552494" y="3288099"/>
            <a:ext cx="3714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b="0" dirty="0">
              <a:latin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33109" y="3067845"/>
            <a:ext cx="4034749" cy="2836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ZA" sz="2000" b="1" dirty="0">
                <a:latin typeface="+mn-lt"/>
              </a:rPr>
              <a:t>Om </a:t>
            </a:r>
            <a:r>
              <a:rPr lang="en-ZA" sz="2000" b="1" dirty="0" err="1">
                <a:latin typeface="+mn-lt"/>
              </a:rPr>
              <a:t>hierdie</a:t>
            </a:r>
            <a:r>
              <a:rPr lang="en-ZA" sz="2000" b="1" dirty="0">
                <a:latin typeface="+mn-lt"/>
              </a:rPr>
              <a:t> </a:t>
            </a:r>
            <a:r>
              <a:rPr lang="en-ZA" sz="2000" b="1" dirty="0" err="1">
                <a:latin typeface="+mn-lt"/>
              </a:rPr>
              <a:t>lêer</a:t>
            </a:r>
            <a:r>
              <a:rPr lang="en-ZA" sz="2000" b="1" dirty="0">
                <a:latin typeface="+mn-lt"/>
              </a:rPr>
              <a:t> </a:t>
            </a:r>
            <a:r>
              <a:rPr lang="en-ZA" sz="2000" b="1" dirty="0" err="1">
                <a:latin typeface="+mn-lt"/>
              </a:rPr>
              <a:t>oop</a:t>
            </a:r>
            <a:r>
              <a:rPr lang="en-ZA" sz="2000" b="1" dirty="0">
                <a:latin typeface="+mn-lt"/>
              </a:rPr>
              <a:t> </a:t>
            </a:r>
            <a:r>
              <a:rPr lang="en-ZA" sz="2000" b="1" dirty="0" err="1">
                <a:latin typeface="+mn-lt"/>
              </a:rPr>
              <a:t>te</a:t>
            </a:r>
            <a:r>
              <a:rPr lang="en-ZA" sz="2000" b="1" dirty="0">
                <a:latin typeface="+mn-lt"/>
              </a:rPr>
              <a:t> </a:t>
            </a:r>
            <a:r>
              <a:rPr lang="en-ZA" sz="2000" b="1" dirty="0" err="1">
                <a:latin typeface="+mn-lt"/>
              </a:rPr>
              <a:t>maak</a:t>
            </a:r>
            <a:r>
              <a:rPr lang="en-ZA" sz="2000" b="1" dirty="0">
                <a:latin typeface="+mn-lt"/>
              </a:rPr>
              <a:t> </a:t>
            </a:r>
            <a:r>
              <a:rPr lang="en-ZA" sz="2000" b="1" dirty="0" err="1">
                <a:latin typeface="+mn-lt"/>
              </a:rPr>
              <a:t>kan</a:t>
            </a:r>
            <a:r>
              <a:rPr lang="en-ZA" sz="2000" b="1" dirty="0">
                <a:latin typeface="+mn-lt"/>
              </a:rPr>
              <a:t> </a:t>
            </a:r>
            <a:r>
              <a:rPr lang="en-ZA" sz="2000" b="1" dirty="0" err="1">
                <a:latin typeface="+mn-lt"/>
              </a:rPr>
              <a:t>jy</a:t>
            </a:r>
            <a:r>
              <a:rPr lang="en-ZA" sz="2000" b="1" dirty="0">
                <a:latin typeface="+mn-lt"/>
              </a:rPr>
              <a:t>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2000" dirty="0"/>
              <a:t>Na die </a:t>
            </a:r>
            <a:r>
              <a:rPr lang="en-ZA" sz="2000" dirty="0" err="1"/>
              <a:t>voorgestelde</a:t>
            </a:r>
            <a:r>
              <a:rPr lang="en-ZA" sz="2000" dirty="0"/>
              <a:t> </a:t>
            </a:r>
            <a:r>
              <a:rPr lang="en-ZA" sz="2000" dirty="0" err="1"/>
              <a:t>lys</a:t>
            </a:r>
            <a:r>
              <a:rPr lang="en-ZA" sz="2000" dirty="0"/>
              <a:t> programme </a:t>
            </a:r>
            <a:r>
              <a:rPr lang="en-ZA" sz="2000" dirty="0" err="1"/>
              <a:t>kyk</a:t>
            </a:r>
            <a:endParaRPr lang="en-ZA" sz="20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2000"/>
              <a:t>Op die internet </a:t>
            </a:r>
            <a:r>
              <a:rPr lang="en-ZA" sz="2000" dirty="0" err="1"/>
              <a:t>vir</a:t>
            </a:r>
            <a:r>
              <a:rPr lang="en-ZA" sz="2000" dirty="0"/>
              <a:t> ’n </a:t>
            </a:r>
            <a:r>
              <a:rPr lang="en-ZA" sz="2000" err="1"/>
              <a:t>gepaste</a:t>
            </a:r>
            <a:r>
              <a:rPr lang="en-ZA" sz="2000"/>
              <a:t> program soek </a:t>
            </a:r>
            <a:endParaRPr lang="en-ZA" sz="20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2000" dirty="0"/>
              <a:t>Die </a:t>
            </a:r>
            <a:r>
              <a:rPr lang="en-ZA" sz="2000" dirty="0" err="1"/>
              <a:t>verstekprogram</a:t>
            </a:r>
            <a:r>
              <a:rPr lang="en-ZA" sz="2000" dirty="0"/>
              <a:t> </a:t>
            </a:r>
            <a:r>
              <a:rPr lang="en-ZA" sz="2000" dirty="0" err="1"/>
              <a:t>verander</a:t>
            </a:r>
            <a:endParaRPr lang="en-Z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 err="1"/>
              <a:t>Regsklik</a:t>
            </a:r>
            <a:r>
              <a:rPr lang="en-ZA" sz="2000" dirty="0"/>
              <a:t> </a:t>
            </a:r>
            <a:r>
              <a:rPr lang="en-ZA" sz="2000" dirty="0" err="1"/>
              <a:t>en</a:t>
            </a:r>
            <a:r>
              <a:rPr lang="en-ZA" sz="2000" dirty="0"/>
              <a:t> die </a:t>
            </a:r>
            <a:r>
              <a:rPr lang="en-ZA" sz="2000" i="1"/>
              <a:t>Open With</a:t>
            </a:r>
            <a:r>
              <a:rPr lang="en-ZA" sz="2000"/>
              <a:t>-opdrag </a:t>
            </a:r>
            <a:r>
              <a:rPr lang="en-ZA" sz="2000" dirty="0" err="1"/>
              <a:t>gebruik</a:t>
            </a:r>
            <a:endParaRPr lang="en-US" sz="2000" b="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17" y="3068960"/>
            <a:ext cx="3161441" cy="2261585"/>
          </a:xfrm>
          <a:prstGeom prst="rect">
            <a:avLst/>
          </a:prstGeom>
        </p:spPr>
      </p:pic>
      <p:sp>
        <p:nvSpPr>
          <p:cNvPr id="10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827584" y="1979358"/>
            <a:ext cx="424847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ZA" sz="2800" dirty="0"/>
              <a:t>Windows </a:t>
            </a:r>
            <a:r>
              <a:rPr lang="en-ZA" sz="2800" dirty="0" err="1"/>
              <a:t>kan</a:t>
            </a:r>
            <a:r>
              <a:rPr lang="en-ZA" sz="2800" dirty="0"/>
              <a:t> </a:t>
            </a:r>
            <a:r>
              <a:rPr lang="en-ZA" sz="2800" dirty="0" err="1"/>
              <a:t>nie</a:t>
            </a:r>
            <a:r>
              <a:rPr lang="en-ZA" sz="2800" dirty="0"/>
              <a:t> </a:t>
            </a:r>
            <a:r>
              <a:rPr lang="en-ZA" sz="2800" dirty="0" err="1"/>
              <a:t>hierdie</a:t>
            </a:r>
            <a:r>
              <a:rPr lang="en-ZA" sz="2800" dirty="0"/>
              <a:t> </a:t>
            </a:r>
            <a:r>
              <a:rPr lang="en-ZA" sz="2800" dirty="0" err="1"/>
              <a:t>lêer</a:t>
            </a:r>
            <a:r>
              <a:rPr lang="en-ZA" sz="2800" dirty="0"/>
              <a:t> </a:t>
            </a:r>
            <a:r>
              <a:rPr lang="en-ZA" sz="2800" dirty="0" err="1"/>
              <a:t>oopmaak</a:t>
            </a:r>
            <a:r>
              <a:rPr lang="en-ZA" sz="2800" dirty="0"/>
              <a:t> </a:t>
            </a:r>
            <a:r>
              <a:rPr lang="en-ZA" sz="2800" dirty="0" err="1"/>
              <a:t>nie</a:t>
            </a:r>
            <a:r>
              <a:rPr lang="en-ZA" sz="2800" dirty="0"/>
              <a:t>!</a:t>
            </a:r>
            <a:endParaRPr lang="en-US" dirty="0"/>
          </a:p>
        </p:txBody>
      </p:sp>
      <p:sp>
        <p:nvSpPr>
          <p:cNvPr id="5" name="Arrow: Down 4"/>
          <p:cNvSpPr/>
          <p:nvPr/>
        </p:nvSpPr>
        <p:spPr>
          <a:xfrm>
            <a:off x="1724958" y="2852936"/>
            <a:ext cx="254754" cy="430288"/>
          </a:xfrm>
          <a:prstGeom prst="downArrow">
            <a:avLst>
              <a:gd name="adj1" fmla="val 36772"/>
              <a:gd name="adj2" fmla="val 9629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843808" y="1878537"/>
            <a:ext cx="3456384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 err="1">
                <a:solidFill>
                  <a:schemeClr val="tx1"/>
                </a:solidFill>
              </a:rPr>
              <a:t>Lêerpaaie</a:t>
            </a:r>
            <a:endParaRPr lang="en-US" sz="3200" b="0" dirty="0">
              <a:solidFill>
                <a:schemeClr val="tx1"/>
              </a:solidFill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8099" y="994009"/>
            <a:ext cx="6798734" cy="723980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Meer </a:t>
            </a:r>
            <a:r>
              <a:rPr lang="en-ZA" b="1" dirty="0" err="1">
                <a:solidFill>
                  <a:schemeClr val="tx1"/>
                </a:solidFill>
              </a:rPr>
              <a:t>oor</a:t>
            </a:r>
            <a:r>
              <a:rPr lang="en-ZA" b="1" dirty="0">
                <a:solidFill>
                  <a:schemeClr val="tx1"/>
                </a:solidFill>
              </a:rPr>
              <a:t>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80396" y="6496597"/>
            <a:ext cx="595289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12</a:t>
            </a:fld>
            <a:endParaRPr lang="en-US" sz="1600" dirty="0"/>
          </a:p>
        </p:txBody>
      </p:sp>
      <p:sp>
        <p:nvSpPr>
          <p:cNvPr id="25" name="Rectangle 24"/>
          <p:cNvSpPr/>
          <p:nvPr/>
        </p:nvSpPr>
        <p:spPr>
          <a:xfrm>
            <a:off x="3477304" y="3360532"/>
            <a:ext cx="476710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b="0" dirty="0">
                <a:latin typeface="+mn-lt"/>
              </a:rPr>
              <a:t>Die pad </a:t>
            </a:r>
            <a:r>
              <a:rPr lang="en-ZA" sz="2200" b="0" dirty="0" err="1">
                <a:latin typeface="+mn-lt"/>
              </a:rPr>
              <a:t>na</a:t>
            </a:r>
            <a:r>
              <a:rPr lang="en-ZA" sz="2200" b="0" dirty="0">
                <a:latin typeface="+mn-lt"/>
              </a:rPr>
              <a:t> ’n </a:t>
            </a:r>
            <a:r>
              <a:rPr lang="en-ZA" sz="2200" b="0" dirty="0" err="1">
                <a:latin typeface="+mn-lt"/>
              </a:rPr>
              <a:t>spesifieke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lêer</a:t>
            </a:r>
            <a:r>
              <a:rPr lang="en-ZA" sz="2200" b="0" dirty="0">
                <a:latin typeface="+mn-lt"/>
              </a:rPr>
              <a:t> mag wees…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7304" y="3861048"/>
            <a:ext cx="4880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>
                <a:solidFill>
                  <a:srgbClr val="C00000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D:\ </a:t>
            </a:r>
            <a:r>
              <a:rPr lang="en-ZA" sz="2400" b="1" dirty="0">
                <a:solidFill>
                  <a:srgbClr val="008000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Documents </a:t>
            </a:r>
            <a:r>
              <a:rPr lang="en-ZA" sz="2400" b="1">
                <a:solidFill>
                  <a:srgbClr val="008000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\ </a:t>
            </a:r>
            <a:r>
              <a:rPr lang="en-ZA" sz="2400" b="1">
                <a:solidFill>
                  <a:srgbClr val="FF33CC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Fakture </a:t>
            </a:r>
            <a:r>
              <a:rPr lang="en-ZA" sz="2400" b="1" dirty="0">
                <a:solidFill>
                  <a:srgbClr val="FF33CC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\ </a:t>
            </a:r>
            <a:r>
              <a:rPr lang="en-ZA" sz="2400" b="1" dirty="0">
                <a:solidFill>
                  <a:srgbClr val="0033CC"/>
                </a:solidFill>
                <a:latin typeface="Arial" panose="020B0604020202020204" pitchFamily="34" charset="0"/>
                <a:ea typeface="Adobe Fangsong Std R" panose="02020400000000000000" pitchFamily="18" charset="-128"/>
                <a:cs typeface="Arial" panose="020B0604020202020204" pitchFamily="34" charset="0"/>
              </a:rPr>
              <a:t>2017</a:t>
            </a:r>
            <a:endParaRPr lang="en-ZA" b="1" dirty="0"/>
          </a:p>
        </p:txBody>
      </p:sp>
      <p:graphicFrame>
        <p:nvGraphicFramePr>
          <p:cNvPr id="39" name="Diagram 38"/>
          <p:cNvGraphicFramePr/>
          <p:nvPr>
            <p:extLst>
              <p:ext uri="{D42A27DB-BD31-4B8C-83A1-F6EECF244321}">
                <p14:modId xmlns:p14="http://schemas.microsoft.com/office/powerpoint/2010/main" val="851759117"/>
              </p:ext>
            </p:extLst>
          </p:nvPr>
        </p:nvGraphicFramePr>
        <p:xfrm>
          <a:off x="539552" y="2859228"/>
          <a:ext cx="2937752" cy="3162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Action Button: Home 3">
            <a:hlinkClick r:id="rId8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683569" y="2797027"/>
            <a:ext cx="1944216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solidFill>
                  <a:schemeClr val="tx1"/>
                </a:solidFill>
              </a:rPr>
              <a:t>Algemene</a:t>
            </a:r>
            <a:r>
              <a:rPr lang="en-ZA" sz="2800" dirty="0">
                <a:solidFill>
                  <a:schemeClr val="tx1"/>
                </a:solidFill>
              </a:rPr>
              <a:t> </a:t>
            </a:r>
            <a:r>
              <a:rPr lang="en-ZA" sz="2800" dirty="0" err="1">
                <a:solidFill>
                  <a:schemeClr val="tx1"/>
                </a:solidFill>
              </a:rPr>
              <a:t>lêertipes</a:t>
            </a:r>
            <a:r>
              <a:rPr lang="en-ZA" sz="2800" dirty="0">
                <a:solidFill>
                  <a:schemeClr val="tx1"/>
                </a:solidFill>
              </a:rPr>
              <a:t> </a:t>
            </a:r>
            <a:r>
              <a:rPr lang="en-ZA" sz="2800" dirty="0" err="1">
                <a:solidFill>
                  <a:schemeClr val="tx1"/>
                </a:solidFill>
              </a:rPr>
              <a:t>en</a:t>
            </a:r>
            <a:r>
              <a:rPr lang="en-ZA" sz="2800" dirty="0">
                <a:solidFill>
                  <a:schemeClr val="tx1"/>
                </a:solidFill>
              </a:rPr>
              <a:t> -</a:t>
            </a:r>
            <a:r>
              <a:rPr lang="en-ZA" sz="2800" dirty="0" err="1">
                <a:solidFill>
                  <a:schemeClr val="tx1"/>
                </a:solidFill>
              </a:rPr>
              <a:t>uitbreidings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262365" y="703830"/>
            <a:ext cx="4619270" cy="713463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Meer </a:t>
            </a:r>
            <a:r>
              <a:rPr lang="en-ZA" b="1" dirty="0" err="1">
                <a:solidFill>
                  <a:schemeClr val="tx1"/>
                </a:solidFill>
              </a:rPr>
              <a:t>oor</a:t>
            </a:r>
            <a:r>
              <a:rPr lang="en-ZA" b="1" dirty="0">
                <a:solidFill>
                  <a:schemeClr val="tx1"/>
                </a:solidFill>
              </a:rPr>
              <a:t>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07857" y="6496597"/>
            <a:ext cx="667297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13</a:t>
            </a:fld>
            <a:endParaRPr lang="en-US" sz="16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051015"/>
              </p:ext>
            </p:extLst>
          </p:nvPr>
        </p:nvGraphicFramePr>
        <p:xfrm>
          <a:off x="3087351" y="1628800"/>
          <a:ext cx="5320506" cy="42100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13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 err="1"/>
                        <a:t>Lêertipe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995" marR="67995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 err="1"/>
                        <a:t>Lêeruitbreiding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995" marR="67995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 err="1"/>
                        <a:t>Grafika</a:t>
                      </a:r>
                      <a:endParaRPr lang="en-US" sz="2000" b="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jpeg, jpg, bmp, gif, tiff, png </a:t>
                      </a:r>
                      <a:endParaRPr lang="en-US" sz="2000" b="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Office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docx, xlsx, pptx, accdb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 err="1">
                          <a:latin typeface="+mn-lt"/>
                          <a:ea typeface="+mn-ea"/>
                        </a:rPr>
                        <a:t>Klank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mp3, wav, cda, wma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Video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mp4, mpeg, asf, wmv, avi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Program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exe, com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4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Portable Document Format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pdf 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 err="1"/>
                        <a:t>Saamgepers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zip, rar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(</a:t>
                      </a:r>
                      <a:r>
                        <a:rPr lang="en-US" sz="2000" dirty="0" err="1"/>
                        <a:t>Gewone</a:t>
                      </a:r>
                      <a:r>
                        <a:rPr lang="en-US" sz="2000" dirty="0"/>
                        <a:t>) </a:t>
                      </a:r>
                      <a:r>
                        <a:rPr lang="en-US" sz="2000" dirty="0" err="1"/>
                        <a:t>teks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txt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Rich Text Format 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rtf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Hypertext Markup Language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 dirty="0"/>
                        <a:t>html, xhtml</a:t>
                      </a:r>
                      <a:endParaRPr lang="en-US" sz="2000" dirty="0">
                        <a:latin typeface="Arial"/>
                        <a:ea typeface="Calibri"/>
                      </a:endParaRPr>
                    </a:p>
                  </a:txBody>
                  <a:tcPr marL="67995" marR="67995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716536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Meer </a:t>
            </a:r>
            <a:r>
              <a:rPr lang="en-ZA" b="1" dirty="0" err="1">
                <a:solidFill>
                  <a:schemeClr val="tx1"/>
                </a:solidFill>
              </a:rPr>
              <a:t>oor</a:t>
            </a:r>
            <a:r>
              <a:rPr lang="en-ZA" b="1" dirty="0">
                <a:solidFill>
                  <a:schemeClr val="tx1"/>
                </a:solidFill>
              </a:rPr>
              <a:t>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87089" y="6496597"/>
            <a:ext cx="595289" cy="290653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14</a:t>
            </a:fld>
            <a:endParaRPr lang="en-US" sz="1600" dirty="0"/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2018458"/>
            <a:ext cx="6106715" cy="42742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1403648" y="1528217"/>
            <a:ext cx="6308775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400" dirty="0" err="1">
                <a:solidFill>
                  <a:schemeClr val="tx1"/>
                </a:solidFill>
              </a:rPr>
              <a:t>Algemene</a:t>
            </a:r>
            <a:r>
              <a:rPr lang="en-ZA" sz="2400" dirty="0">
                <a:solidFill>
                  <a:schemeClr val="tx1"/>
                </a:solidFill>
              </a:rPr>
              <a:t> </a:t>
            </a:r>
            <a:r>
              <a:rPr lang="en-ZA" sz="2400" dirty="0" err="1">
                <a:solidFill>
                  <a:schemeClr val="tx1"/>
                </a:solidFill>
              </a:rPr>
              <a:t>lêertipes</a:t>
            </a:r>
            <a:r>
              <a:rPr lang="en-ZA" sz="2400" dirty="0">
                <a:solidFill>
                  <a:schemeClr val="tx1"/>
                </a:solidFill>
              </a:rPr>
              <a:t> </a:t>
            </a:r>
            <a:r>
              <a:rPr lang="en-ZA" sz="2400" dirty="0" err="1">
                <a:solidFill>
                  <a:schemeClr val="tx1"/>
                </a:solidFill>
              </a:rPr>
              <a:t>en</a:t>
            </a:r>
            <a:r>
              <a:rPr lang="en-ZA" sz="2400" dirty="0">
                <a:solidFill>
                  <a:schemeClr val="tx1"/>
                </a:solidFill>
              </a:rPr>
              <a:t> -</a:t>
            </a:r>
            <a:r>
              <a:rPr lang="en-ZA" sz="2400" dirty="0" err="1">
                <a:solidFill>
                  <a:schemeClr val="tx1"/>
                </a:solidFill>
              </a:rPr>
              <a:t>uitbreidings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781561"/>
          </a:xfrm>
        </p:spPr>
        <p:txBody>
          <a:bodyPr>
            <a:normAutofit/>
          </a:bodyPr>
          <a:lstStyle/>
          <a:p>
            <a:r>
              <a:rPr lang="en-ZA" b="1" dirty="0" err="1">
                <a:solidFill>
                  <a:schemeClr val="tx1"/>
                </a:solidFill>
              </a:rPr>
              <a:t>Werk</a:t>
            </a:r>
            <a:r>
              <a:rPr lang="en-ZA" b="1" dirty="0">
                <a:solidFill>
                  <a:schemeClr val="tx1"/>
                </a:solidFill>
              </a:rPr>
              <a:t> met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76456" y="6494787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15</a:t>
            </a:fld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436096" y="1949931"/>
            <a:ext cx="2827536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2400" dirty="0"/>
              <a:t>Die </a:t>
            </a:r>
            <a:r>
              <a:rPr lang="en-ZA" sz="2400" dirty="0" err="1"/>
              <a:t>belangrikste</a:t>
            </a:r>
            <a:r>
              <a:rPr lang="en-ZA" sz="2400" dirty="0"/>
              <a:t> </a:t>
            </a:r>
            <a:r>
              <a:rPr lang="en-ZA" sz="2400" dirty="0" err="1"/>
              <a:t>bewerkings</a:t>
            </a:r>
            <a:r>
              <a:rPr lang="en-ZA" sz="2400" dirty="0"/>
              <a:t> op </a:t>
            </a:r>
            <a:r>
              <a:rPr lang="en-ZA" sz="2400" dirty="0" err="1"/>
              <a:t>lêers</a:t>
            </a:r>
            <a:r>
              <a:rPr lang="en-ZA" sz="2400" dirty="0"/>
              <a:t>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dirty="0" err="1"/>
              <a:t>lêergidse</a:t>
            </a:r>
            <a:endParaRPr lang="en-US" sz="2400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14347" y="3420963"/>
            <a:ext cx="20476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+mn-lt"/>
              </a:rPr>
              <a:t>Herbenoem</a:t>
            </a:r>
            <a:endParaRPr lang="en-ZA" sz="2400" b="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5786" y="4975843"/>
            <a:ext cx="14099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+mn-lt"/>
              </a:rPr>
              <a:t>Sorteer</a:t>
            </a:r>
            <a:endParaRPr lang="en-US" sz="2400" b="0" dirty="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3206" y="2117183"/>
            <a:ext cx="2571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+mn-lt"/>
              </a:rPr>
              <a:t>Kopieer</a:t>
            </a:r>
            <a:r>
              <a:rPr lang="en-ZA" sz="2400" b="0" dirty="0">
                <a:latin typeface="+mn-lt"/>
              </a:rPr>
              <a:t> of </a:t>
            </a:r>
            <a:r>
              <a:rPr lang="en-ZA" sz="2400" b="0" dirty="0" err="1">
                <a:latin typeface="+mn-lt"/>
              </a:rPr>
              <a:t>Skuif</a:t>
            </a:r>
            <a:endParaRPr lang="en-US" sz="2400" b="0" dirty="0">
              <a:latin typeface="+mn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3206" y="2613311"/>
            <a:ext cx="14825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400" b="0" dirty="0" err="1">
                <a:latin typeface="+mn-lt"/>
              </a:rPr>
              <a:t>Skrap</a:t>
            </a:r>
            <a:endParaRPr lang="en-US" sz="2400" b="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903" y="3119653"/>
            <a:ext cx="962025" cy="1171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841" y="3136379"/>
            <a:ext cx="1026263" cy="1171575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 bwMode="auto">
          <a:xfrm flipV="1">
            <a:off x="3634748" y="3716370"/>
            <a:ext cx="818105" cy="11591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8903" y="4530400"/>
            <a:ext cx="5372100" cy="1352550"/>
          </a:xfrm>
          <a:prstGeom prst="rect">
            <a:avLst/>
          </a:prstGeom>
        </p:spPr>
      </p:pic>
      <p:sp>
        <p:nvSpPr>
          <p:cNvPr id="16" name="Action Button: Home 3">
            <a:hlinkClick r:id="rId6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3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8465" y="3106041"/>
            <a:ext cx="6595534" cy="6109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Aktiwiteit</a:t>
            </a:r>
            <a:r>
              <a:rPr lang="en-US" dirty="0"/>
              <a:t> 4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89519" y="6507850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16</a:t>
            </a:fld>
            <a:endParaRPr lang="en-US" sz="1600" dirty="0"/>
          </a:p>
        </p:txBody>
      </p:sp>
      <p:sp>
        <p:nvSpPr>
          <p:cNvPr id="8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74754" name="AutoShape 56"/>
          <p:cNvSpPr>
            <a:spLocks noChangeArrowheads="1"/>
          </p:cNvSpPr>
          <p:nvPr/>
        </p:nvSpPr>
        <p:spPr bwMode="auto">
          <a:xfrm>
            <a:off x="3743244" y="1982762"/>
            <a:ext cx="4429156" cy="375049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900700"/>
            </a:solidFill>
            <a:round/>
            <a:headEnd/>
            <a:tailEnd/>
          </a:ln>
          <a:effectLst>
            <a:outerShdw dist="28398" dir="3806097" algn="ctr" rotWithShape="0">
              <a:srgbClr val="410600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Lêers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wat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vanaf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die </a:t>
            </a:r>
            <a:r>
              <a:rPr kumimoji="0" lang="en-US" sz="20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hardeskyf</a:t>
            </a:r>
            <a:r>
              <a:rPr lang="en-US" sz="2000" dirty="0"/>
              <a:t> </a:t>
            </a:r>
            <a:r>
              <a:rPr lang="en-US" sz="2000" dirty="0" err="1"/>
              <a:t>geskrap</a:t>
            </a:r>
            <a:r>
              <a:rPr lang="en-US" sz="2000" dirty="0"/>
              <a:t> word, word </a:t>
            </a:r>
            <a:r>
              <a:rPr lang="en-US" sz="2000" dirty="0" err="1"/>
              <a:t>outomaties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die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Recycle Bin toe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gestuur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Jy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kan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’n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lêer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herwin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indien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jy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nie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die Recycle Bin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leeggemaak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het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nie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sym typeface="Wingdings" panose="05000000000000000000" pitchFamily="2" charset="2"/>
              </a:rPr>
              <a:t>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Maar pasop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!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solidFill>
                  <a:srgbClr val="FF0000"/>
                </a:solidFill>
              </a:rPr>
              <a:t>Lêers</a:t>
            </a:r>
            <a:r>
              <a:rPr lang="en-US" sz="2000" dirty="0">
                <a:solidFill>
                  <a:srgbClr val="FF0000"/>
                </a:solidFill>
              </a:rPr>
              <a:t> wat </a:t>
            </a:r>
            <a:r>
              <a:rPr lang="en-US" sz="2000" dirty="0" err="1">
                <a:solidFill>
                  <a:srgbClr val="FF0000"/>
                </a:solidFill>
              </a:rPr>
              <a:t>vanaf</a:t>
            </a:r>
            <a:r>
              <a:rPr lang="en-US" sz="2000" dirty="0">
                <a:solidFill>
                  <a:srgbClr val="FF0000"/>
                </a:solidFill>
              </a:rPr>
              <a:t> ’n </a:t>
            </a:r>
            <a:r>
              <a:rPr lang="en-US" sz="2000" dirty="0" err="1">
                <a:solidFill>
                  <a:srgbClr val="FF0000"/>
                </a:solidFill>
              </a:rPr>
              <a:t>netwerkaandrywer</a:t>
            </a:r>
            <a:r>
              <a:rPr lang="en-US" sz="2000" dirty="0">
                <a:solidFill>
                  <a:srgbClr val="FF0000"/>
                </a:solidFill>
              </a:rPr>
              <a:t> of van </a:t>
            </a:r>
            <a:r>
              <a:rPr lang="en-US" sz="2000" dirty="0" err="1">
                <a:solidFill>
                  <a:srgbClr val="FF0000"/>
                </a:solidFill>
              </a:rPr>
              <a:t>verwyderbare</a:t>
            </a:r>
            <a:r>
              <a:rPr lang="en-US" sz="2000" dirty="0">
                <a:solidFill>
                  <a:srgbClr val="FF0000"/>
                </a:solidFill>
              </a:rPr>
              <a:t> media (</a:t>
            </a:r>
            <a:r>
              <a:rPr lang="en-US" sz="2000" dirty="0" err="1">
                <a:solidFill>
                  <a:srgbClr val="FF0000"/>
                </a:solidFill>
              </a:rPr>
              <a:t>bv</a:t>
            </a:r>
            <a:r>
              <a:rPr lang="en-US" sz="2000" dirty="0">
                <a:solidFill>
                  <a:srgbClr val="FF0000"/>
                </a:solidFill>
              </a:rPr>
              <a:t>. flash-</a:t>
            </a:r>
            <a:r>
              <a:rPr lang="en-US" sz="2000" dirty="0" err="1">
                <a:solidFill>
                  <a:srgbClr val="FF0000"/>
                </a:solidFill>
              </a:rPr>
              <a:t>skyf</a:t>
            </a:r>
            <a:r>
              <a:rPr lang="en-US" sz="2000" dirty="0">
                <a:solidFill>
                  <a:srgbClr val="FF0000"/>
                </a:solidFill>
              </a:rPr>
              <a:t>) </a:t>
            </a:r>
            <a:r>
              <a:rPr lang="en-US" sz="2000" dirty="0" err="1">
                <a:solidFill>
                  <a:srgbClr val="FF0000"/>
                </a:solidFill>
              </a:rPr>
              <a:t>geskrap</a:t>
            </a:r>
            <a:r>
              <a:rPr lang="en-US" sz="2000" dirty="0">
                <a:solidFill>
                  <a:srgbClr val="FF0000"/>
                </a:solidFill>
              </a:rPr>
              <a:t> word, word </a:t>
            </a:r>
            <a:r>
              <a:rPr lang="en-US" sz="2000" b="1" dirty="0">
                <a:solidFill>
                  <a:srgbClr val="FF0000"/>
                </a:solidFill>
              </a:rPr>
              <a:t>NIE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na</a:t>
            </a:r>
            <a:r>
              <a:rPr lang="en-US" sz="2000" dirty="0">
                <a:solidFill>
                  <a:srgbClr val="FF0000"/>
                </a:solidFill>
              </a:rPr>
              <a:t> die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Recycle Bin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gestuur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nie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.</a:t>
            </a:r>
            <a:endParaRPr kumimoji="0" lang="en-US" sz="4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lt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759" y="2954179"/>
            <a:ext cx="2094803" cy="21141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TextBox 21"/>
          <p:cNvSpPr txBox="1"/>
          <p:nvPr/>
        </p:nvSpPr>
        <p:spPr>
          <a:xfrm>
            <a:off x="893021" y="1982762"/>
            <a:ext cx="252028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>
                <a:solidFill>
                  <a:schemeClr val="tx1"/>
                </a:solidFill>
                <a:latin typeface="+mj-lt"/>
              </a:rPr>
              <a:t>Die Recycle Bin</a:t>
            </a:r>
            <a:endParaRPr lang="en-US" sz="28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879618"/>
            <a:ext cx="6798734" cy="796617"/>
          </a:xfrm>
        </p:spPr>
        <p:txBody>
          <a:bodyPr>
            <a:normAutofit/>
          </a:bodyPr>
          <a:lstStyle/>
          <a:p>
            <a:r>
              <a:rPr lang="en-ZA" b="1" dirty="0" err="1">
                <a:solidFill>
                  <a:schemeClr val="tx1"/>
                </a:solidFill>
              </a:rPr>
              <a:t>Werk</a:t>
            </a:r>
            <a:r>
              <a:rPr lang="en-ZA" b="1" dirty="0">
                <a:solidFill>
                  <a:schemeClr val="tx1"/>
                </a:solidFill>
              </a:rPr>
              <a:t> met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6868" y="650785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17</a:t>
            </a:fld>
            <a:endParaRPr lang="en-US" sz="1600" dirty="0"/>
          </a:p>
        </p:txBody>
      </p:sp>
      <p:sp>
        <p:nvSpPr>
          <p:cNvPr id="11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74754" name="AutoShape 56"/>
          <p:cNvSpPr>
            <a:spLocks noChangeArrowheads="1"/>
          </p:cNvSpPr>
          <p:nvPr/>
        </p:nvSpPr>
        <p:spPr bwMode="auto">
          <a:xfrm>
            <a:off x="755576" y="3308345"/>
            <a:ext cx="4248472" cy="249691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900700"/>
            </a:solidFill>
            <a:round/>
            <a:headEnd/>
            <a:tailEnd/>
          </a:ln>
          <a:effectLst>
            <a:outerShdw dist="28398" dir="3806097" algn="ctr" rotWithShape="0">
              <a:srgbClr val="410600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defTabSz="91440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76213" algn="l"/>
              </a:tabLst>
            </a:pPr>
            <a:r>
              <a:rPr lang="en-US" sz="2000" dirty="0"/>
              <a:t>In ‘Extra large </a:t>
            </a:r>
            <a:r>
              <a:rPr lang="en-US" sz="2000"/>
              <a:t>icons’-vertoon-modus </a:t>
            </a:r>
            <a:r>
              <a:rPr lang="en-US" sz="2000" dirty="0"/>
              <a:t>in Explorer, </a:t>
            </a:r>
            <a:r>
              <a:rPr lang="en-US" sz="2000" dirty="0" err="1"/>
              <a:t>verskyn</a:t>
            </a:r>
            <a:r>
              <a:rPr lang="en-US" sz="2000" dirty="0"/>
              <a:t> </a:t>
            </a:r>
            <a:r>
              <a:rPr lang="en-US" sz="2000" dirty="0" err="1"/>
              <a:t>kortpaaie</a:t>
            </a:r>
            <a:r>
              <a:rPr lang="en-US" sz="2000" dirty="0"/>
              <a:t> met ’n </a:t>
            </a:r>
            <a:r>
              <a:rPr lang="en-US" sz="2000" dirty="0" err="1"/>
              <a:t>pyltjie</a:t>
            </a:r>
            <a:r>
              <a:rPr lang="en-US" sz="2000" dirty="0"/>
              <a:t> in die </a:t>
            </a:r>
            <a:r>
              <a:rPr lang="en-US" sz="2000" dirty="0" err="1"/>
              <a:t>onderste</a:t>
            </a:r>
            <a:r>
              <a:rPr lang="en-US" sz="2000" dirty="0"/>
              <a:t> </a:t>
            </a:r>
            <a:r>
              <a:rPr lang="en-US" sz="2000" dirty="0" err="1"/>
              <a:t>linkerkantste</a:t>
            </a:r>
            <a:r>
              <a:rPr lang="en-US" sz="2000" dirty="0"/>
              <a:t> </a:t>
            </a:r>
            <a:r>
              <a:rPr lang="en-US" sz="2000" dirty="0" err="1"/>
              <a:t>hoek</a:t>
            </a:r>
            <a:r>
              <a:rPr lang="en-US" sz="2000" dirty="0"/>
              <a:t>.</a:t>
            </a:r>
          </a:p>
          <a:p>
            <a:pPr marL="285750" lvl="0" indent="-285750" defTabSz="914400" fontAlgn="base"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76213" algn="l"/>
              </a:tabLst>
            </a:pPr>
            <a:r>
              <a:rPr lang="en-ZA" sz="2000" dirty="0"/>
              <a:t>’n </a:t>
            </a:r>
            <a:r>
              <a:rPr lang="en-ZA" sz="2000" dirty="0" err="1"/>
              <a:t>Kortpad</a:t>
            </a:r>
            <a:r>
              <a:rPr lang="en-ZA" sz="2000" dirty="0"/>
              <a:t> </a:t>
            </a:r>
            <a:r>
              <a:rPr lang="en-ZA" sz="2000" i="1" dirty="0" err="1"/>
              <a:t>verwys</a:t>
            </a:r>
            <a:r>
              <a:rPr lang="en-ZA" sz="2000" dirty="0"/>
              <a:t> </a:t>
            </a:r>
            <a:r>
              <a:rPr lang="en-ZA" sz="2000" dirty="0" err="1"/>
              <a:t>slegs</a:t>
            </a:r>
            <a:r>
              <a:rPr lang="en-ZA" sz="2000" dirty="0"/>
              <a:t> </a:t>
            </a:r>
            <a:r>
              <a:rPr lang="en-ZA" sz="2000" dirty="0" err="1"/>
              <a:t>na</a:t>
            </a:r>
            <a:r>
              <a:rPr lang="en-ZA" sz="2000" dirty="0"/>
              <a:t> die </a:t>
            </a:r>
            <a:r>
              <a:rPr lang="en-ZA" sz="2000" dirty="0" err="1"/>
              <a:t>oorspronklike</a:t>
            </a:r>
            <a:r>
              <a:rPr lang="en-ZA" sz="2000" dirty="0"/>
              <a:t> item – </a:t>
            </a:r>
            <a:r>
              <a:rPr lang="en-ZA" sz="2000" dirty="0" err="1"/>
              <a:t>dit</a:t>
            </a:r>
            <a:r>
              <a:rPr lang="en-ZA" sz="2000" dirty="0"/>
              <a:t> is </a:t>
            </a:r>
            <a:r>
              <a:rPr lang="en-ZA" sz="2000" dirty="0" err="1"/>
              <a:t>nie</a:t>
            </a:r>
            <a:r>
              <a:rPr lang="en-ZA" sz="2000" dirty="0"/>
              <a:t> die item self </a:t>
            </a:r>
            <a:r>
              <a:rPr lang="en-ZA" sz="2000" dirty="0" err="1"/>
              <a:t>nie</a:t>
            </a:r>
            <a:endParaRPr kumimoji="0" 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67644" y="1826821"/>
            <a:ext cx="640871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ts val="1000"/>
              </a:spcAft>
            </a:pPr>
            <a:r>
              <a:rPr lang="en-ZA" sz="2800" dirty="0" err="1"/>
              <a:t>Jy</a:t>
            </a:r>
            <a:r>
              <a:rPr lang="en-ZA" sz="2800" dirty="0"/>
              <a:t> </a:t>
            </a:r>
            <a:r>
              <a:rPr lang="en-ZA" sz="2800" dirty="0" err="1"/>
              <a:t>kan</a:t>
            </a:r>
            <a:r>
              <a:rPr lang="en-ZA" sz="2800" dirty="0"/>
              <a:t> ’n </a:t>
            </a:r>
            <a:r>
              <a:rPr lang="en-ZA" sz="2800" dirty="0" err="1"/>
              <a:t>kortpad</a:t>
            </a:r>
            <a:r>
              <a:rPr lang="en-ZA" sz="2800" dirty="0"/>
              <a:t> </a:t>
            </a:r>
            <a:r>
              <a:rPr lang="en-ZA" sz="2800" dirty="0" err="1"/>
              <a:t>na</a:t>
            </a:r>
            <a:r>
              <a:rPr lang="en-ZA" sz="2800" dirty="0"/>
              <a:t> </a:t>
            </a:r>
            <a:r>
              <a:rPr lang="en-ZA" sz="2800" dirty="0" err="1"/>
              <a:t>enige</a:t>
            </a:r>
            <a:r>
              <a:rPr lang="en-ZA" sz="2800" dirty="0"/>
              <a:t> </a:t>
            </a:r>
            <a:r>
              <a:rPr lang="en-ZA" sz="2800" dirty="0" err="1"/>
              <a:t>lêer</a:t>
            </a:r>
            <a:r>
              <a:rPr lang="en-ZA" sz="2800" dirty="0"/>
              <a:t>, </a:t>
            </a:r>
            <a:r>
              <a:rPr lang="en-ZA" sz="2800" dirty="0" err="1"/>
              <a:t>lêergids</a:t>
            </a:r>
            <a:r>
              <a:rPr lang="en-ZA" sz="2800" dirty="0"/>
              <a:t> of </a:t>
            </a:r>
            <a:r>
              <a:rPr lang="en-ZA" sz="2800" dirty="0" err="1"/>
              <a:t>hulpbron</a:t>
            </a:r>
            <a:r>
              <a:rPr lang="en-ZA" sz="2800" dirty="0"/>
              <a:t> </a:t>
            </a:r>
            <a:r>
              <a:rPr lang="en-ZA" sz="2800" dirty="0" err="1"/>
              <a:t>soos</a:t>
            </a:r>
            <a:r>
              <a:rPr lang="en-ZA" sz="2800" dirty="0"/>
              <a:t> ’n </a:t>
            </a:r>
            <a:r>
              <a:rPr lang="en-ZA" sz="2800" dirty="0" err="1"/>
              <a:t>drukker</a:t>
            </a:r>
            <a:r>
              <a:rPr lang="en-ZA" sz="2800" dirty="0"/>
              <a:t> skep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629929"/>
          </a:xfrm>
        </p:spPr>
        <p:txBody>
          <a:bodyPr>
            <a:normAutofit fontScale="90000"/>
          </a:bodyPr>
          <a:lstStyle/>
          <a:p>
            <a:r>
              <a:rPr lang="en-ZA" b="1" dirty="0" err="1">
                <a:solidFill>
                  <a:schemeClr val="tx1"/>
                </a:solidFill>
              </a:rPr>
              <a:t>Werk</a:t>
            </a:r>
            <a:r>
              <a:rPr lang="en-ZA" b="1" dirty="0">
                <a:solidFill>
                  <a:schemeClr val="tx1"/>
                </a:solidFill>
              </a:rPr>
              <a:t> met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9519" y="650785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18</a:t>
            </a:fld>
            <a:endParaRPr lang="en-US" sz="1600" dirty="0"/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3308344"/>
            <a:ext cx="2864010" cy="2023135"/>
          </a:xfrm>
          <a:prstGeom prst="rect">
            <a:avLst/>
          </a:prstGeom>
        </p:spPr>
      </p:pic>
      <p:sp>
        <p:nvSpPr>
          <p:cNvPr id="11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125123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74754" name="AutoShape 56"/>
          <p:cNvSpPr>
            <a:spLocks noChangeArrowheads="1"/>
          </p:cNvSpPr>
          <p:nvPr/>
        </p:nvSpPr>
        <p:spPr bwMode="auto">
          <a:xfrm>
            <a:off x="899592" y="2924944"/>
            <a:ext cx="4032448" cy="244827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900700"/>
            </a:solidFill>
            <a:round/>
            <a:headEnd/>
            <a:tailEnd/>
          </a:ln>
          <a:effectLst>
            <a:outerShdw dist="28398" dir="3806097" algn="ctr" rotWithShape="0">
              <a:srgbClr val="410600">
                <a:alpha val="50000"/>
              </a:srgbClr>
            </a:outerShdw>
          </a:effectLst>
        </p:spPr>
        <p:txBody>
          <a:bodyPr vert="horz" wrap="square" lIns="91440" tIns="45720" rIns="91440" bIns="45720" numCol="2" spcCol="360000" anchor="t" anchorCtr="0" compatLnSpc="1">
            <a:prstTxWarp prst="textNoShape">
              <a:avLst/>
            </a:prstTxWarp>
          </a:bodyPr>
          <a:lstStyle/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&lt;Ctrl&gt;&lt;X&gt;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&lt;Ctrl&gt;&lt;C&gt;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&lt;Ctrl&gt;&lt;V&gt;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/>
              <a:t>&lt;Ctrl&gt;&lt;A&gt;</a:t>
            </a:r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 err="1"/>
              <a:t>Knip</a:t>
            </a:r>
            <a:endParaRPr lang="en-US" sz="2400" dirty="0"/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 err="1"/>
              <a:t>Kopieer</a:t>
            </a:r>
            <a:endParaRPr lang="en-US" sz="2400" dirty="0"/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 err="1"/>
              <a:t>Plak</a:t>
            </a:r>
            <a:endParaRPr lang="en-US" sz="2400" dirty="0"/>
          </a:p>
          <a:p>
            <a:pPr lvl="0" defTabSz="914400" fontAlgn="base">
              <a:spcBef>
                <a:spcPct val="0"/>
              </a:spcBef>
              <a:spcAft>
                <a:spcPts val="1000"/>
              </a:spcAft>
              <a:tabLst>
                <a:tab pos="176213" algn="l"/>
              </a:tabLst>
            </a:pPr>
            <a:r>
              <a:rPr lang="en-US" sz="2400" dirty="0" err="1"/>
              <a:t>Selekteer</a:t>
            </a:r>
            <a:r>
              <a:rPr lang="en-US" sz="2400" dirty="0"/>
              <a:t> </a:t>
            </a:r>
            <a:r>
              <a:rPr lang="en-US" sz="2400" dirty="0" err="1"/>
              <a:t>Almal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1853698" y="1772816"/>
            <a:ext cx="5436604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ts val="1000"/>
              </a:spcAft>
            </a:pPr>
            <a:r>
              <a:rPr lang="en-ZA" sz="2800" dirty="0" err="1"/>
              <a:t>Werk</a:t>
            </a:r>
            <a:r>
              <a:rPr lang="en-ZA" sz="2800" dirty="0"/>
              <a:t> slimmer – </a:t>
            </a:r>
            <a:r>
              <a:rPr lang="en-ZA" sz="2800" dirty="0" err="1"/>
              <a:t>gebruik</a:t>
            </a:r>
            <a:r>
              <a:rPr lang="en-ZA" sz="2800" dirty="0"/>
              <a:t> die </a:t>
            </a:r>
            <a:r>
              <a:rPr lang="en-ZA" sz="2800" dirty="0" err="1"/>
              <a:t>sleutelbord</a:t>
            </a:r>
            <a:endParaRPr lang="en-ZA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629929"/>
          </a:xfrm>
        </p:spPr>
        <p:txBody>
          <a:bodyPr>
            <a:normAutofit fontScale="90000"/>
          </a:bodyPr>
          <a:lstStyle/>
          <a:p>
            <a:r>
              <a:rPr lang="en-ZA" b="1" dirty="0" err="1">
                <a:solidFill>
                  <a:schemeClr val="tx1"/>
                </a:solidFill>
              </a:rPr>
              <a:t>Werk</a:t>
            </a:r>
            <a:r>
              <a:rPr lang="en-ZA" b="1" dirty="0">
                <a:solidFill>
                  <a:schemeClr val="tx1"/>
                </a:solidFill>
              </a:rPr>
              <a:t> met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9519" y="650785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19</a:t>
            </a:fld>
            <a:endParaRPr lang="en-US" sz="1600" dirty="0"/>
          </a:p>
        </p:txBody>
      </p:sp>
      <p:sp>
        <p:nvSpPr>
          <p:cNvPr id="11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AutoShape 56"/>
          <p:cNvSpPr>
            <a:spLocks noChangeArrowheads="1"/>
          </p:cNvSpPr>
          <p:nvPr/>
        </p:nvSpPr>
        <p:spPr bwMode="auto">
          <a:xfrm>
            <a:off x="5220072" y="2924944"/>
            <a:ext cx="2951757" cy="254443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900700"/>
            </a:solidFill>
            <a:round/>
            <a:headEnd/>
            <a:tailEnd/>
          </a:ln>
          <a:effectLst>
            <a:outerShdw dist="28398" dir="3806097" algn="ctr" rotWithShape="0">
              <a:srgbClr val="410600">
                <a:alpha val="50000"/>
              </a:srgbClr>
            </a:outerShdw>
          </a:effectLst>
        </p:spPr>
        <p:txBody>
          <a:bodyPr vert="horz" wrap="square" lIns="91440" tIns="45720" rIns="91440" bIns="45720" numCol="1" spcCol="360000" anchor="ctr" anchorCtr="0" compatLnSpc="1">
            <a:prstTxWarp prst="textNoShape">
              <a:avLst/>
            </a:prstTxWarp>
          </a:bodyPr>
          <a:lstStyle/>
          <a:p>
            <a:pPr>
              <a:spcAft>
                <a:spcPts val="1200"/>
              </a:spcAft>
            </a:pPr>
            <a:r>
              <a:rPr lang="en-US" sz="2400" dirty="0" err="1"/>
              <a:t>Gebruik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Shift</a:t>
            </a:r>
            <a:r>
              <a:rPr lang="en-US" sz="2400" dirty="0"/>
              <a:t> om </a:t>
            </a:r>
            <a:r>
              <a:rPr lang="en-US" sz="2400" b="1" dirty="0" err="1">
                <a:solidFill>
                  <a:srgbClr val="FF0000"/>
                </a:solidFill>
              </a:rPr>
              <a:t>aangrensende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 err="1"/>
              <a:t>lêers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selekteer</a:t>
            </a:r>
            <a:endParaRPr lang="en-US" sz="2400" dirty="0"/>
          </a:p>
          <a:p>
            <a:r>
              <a:rPr lang="en-US" sz="2400" dirty="0" err="1"/>
              <a:t>Gebruik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Ctrl</a:t>
            </a:r>
            <a:r>
              <a:rPr lang="en-US" sz="2400" dirty="0"/>
              <a:t> om </a:t>
            </a:r>
            <a:r>
              <a:rPr lang="en-US" sz="2400" b="1" dirty="0" err="1">
                <a:solidFill>
                  <a:srgbClr val="0070C0"/>
                </a:solidFill>
              </a:rPr>
              <a:t>nie-aangrensende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dirty="0" err="1"/>
              <a:t>lêers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selekteer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00379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1115616" y="803277"/>
            <a:ext cx="6798734" cy="608395"/>
          </a:xfrm>
        </p:spPr>
        <p:txBody>
          <a:bodyPr>
            <a:normAutofit fontScale="90000"/>
          </a:bodyPr>
          <a:lstStyle/>
          <a:p>
            <a:r>
              <a:rPr lang="en-ZA" b="1" dirty="0" err="1">
                <a:solidFill>
                  <a:schemeClr val="tx1"/>
                </a:solidFill>
              </a:rPr>
              <a:t>Werk</a:t>
            </a:r>
            <a:r>
              <a:rPr lang="en-ZA" b="1" dirty="0">
                <a:solidFill>
                  <a:schemeClr val="tx1"/>
                </a:solidFill>
              </a:rPr>
              <a:t> met </a:t>
            </a:r>
            <a:r>
              <a:rPr lang="en-ZA" b="1" dirty="0" err="1">
                <a:solidFill>
                  <a:schemeClr val="tx1"/>
                </a:solidFill>
              </a:rPr>
              <a:t>lêers</a:t>
            </a:r>
            <a:endParaRPr lang="en-ZA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80175" y="650785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20</a:t>
            </a:fld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051720" y="1600491"/>
            <a:ext cx="515208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b="0" dirty="0" err="1">
                <a:solidFill>
                  <a:schemeClr val="tx1"/>
                </a:solidFill>
                <a:latin typeface="+mn-lt"/>
              </a:rPr>
              <a:t>Omskakel</a:t>
            </a:r>
            <a:r>
              <a:rPr lang="en-ZA" sz="2800" b="0" dirty="0">
                <a:solidFill>
                  <a:schemeClr val="tx1"/>
                </a:solidFill>
                <a:latin typeface="+mn-lt"/>
              </a:rPr>
              <a:t> van </a:t>
            </a:r>
            <a:r>
              <a:rPr lang="en-ZA" sz="2800" b="0" dirty="0" err="1">
                <a:solidFill>
                  <a:schemeClr val="tx1"/>
                </a:solidFill>
                <a:latin typeface="+mn-lt"/>
              </a:rPr>
              <a:t>lêertipes</a:t>
            </a:r>
            <a:endParaRPr lang="en-US" sz="28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3062" y="2590183"/>
            <a:ext cx="3335123" cy="144655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ZA" sz="2200" b="1" dirty="0" err="1">
                <a:latin typeface="+mn-lt"/>
              </a:rPr>
              <a:t>Stoor</a:t>
            </a:r>
            <a:r>
              <a:rPr lang="en-ZA" sz="2200" b="1" dirty="0">
                <a:latin typeface="+mn-lt"/>
              </a:rPr>
              <a:t> die </a:t>
            </a:r>
            <a:r>
              <a:rPr lang="en-ZA" sz="2200" b="1" dirty="0" err="1">
                <a:latin typeface="+mn-lt"/>
              </a:rPr>
              <a:t>lêer</a:t>
            </a:r>
            <a:r>
              <a:rPr lang="en-ZA" sz="2200" b="1" dirty="0">
                <a:latin typeface="+mn-lt"/>
              </a:rPr>
              <a:t> in ’n </a:t>
            </a:r>
            <a:r>
              <a:rPr lang="en-ZA" sz="2200" b="1" dirty="0" err="1">
                <a:latin typeface="+mn-lt"/>
              </a:rPr>
              <a:t>formaat</a:t>
            </a:r>
            <a:r>
              <a:rPr lang="en-ZA" sz="2200" b="1" dirty="0">
                <a:latin typeface="+mn-lt"/>
              </a:rPr>
              <a:t> wat </a:t>
            </a:r>
            <a:r>
              <a:rPr lang="en-ZA" sz="2200" b="1" dirty="0" err="1">
                <a:latin typeface="+mn-lt"/>
              </a:rPr>
              <a:t>deur</a:t>
            </a:r>
            <a:r>
              <a:rPr lang="en-ZA" sz="2200" b="1" dirty="0">
                <a:latin typeface="+mn-lt"/>
              </a:rPr>
              <a:t> </a:t>
            </a:r>
            <a:r>
              <a:rPr lang="en-ZA" sz="2200" b="1" dirty="0" err="1">
                <a:latin typeface="+mn-lt"/>
              </a:rPr>
              <a:t>ander</a:t>
            </a:r>
            <a:r>
              <a:rPr lang="en-ZA" sz="2200" b="1" dirty="0">
                <a:latin typeface="+mn-lt"/>
              </a:rPr>
              <a:t> </a:t>
            </a:r>
            <a:r>
              <a:rPr lang="en-ZA" sz="2200" b="1" dirty="0" err="1">
                <a:latin typeface="+mn-lt"/>
              </a:rPr>
              <a:t>tipes</a:t>
            </a:r>
            <a:r>
              <a:rPr lang="en-ZA" sz="2200" b="1" dirty="0">
                <a:latin typeface="+mn-lt"/>
              </a:rPr>
              <a:t> programme </a:t>
            </a:r>
            <a:r>
              <a:rPr lang="en-ZA" sz="2200" b="1" dirty="0" err="1">
                <a:latin typeface="+mn-lt"/>
              </a:rPr>
              <a:t>gelees</a:t>
            </a:r>
            <a:r>
              <a:rPr lang="en-ZA" sz="2200" b="1" dirty="0">
                <a:latin typeface="+mn-lt"/>
              </a:rPr>
              <a:t> </a:t>
            </a:r>
            <a:r>
              <a:rPr lang="en-ZA" sz="2200" b="1" dirty="0" err="1">
                <a:latin typeface="+mn-lt"/>
              </a:rPr>
              <a:t>kan</a:t>
            </a:r>
            <a:r>
              <a:rPr lang="en-ZA" sz="2200" b="1" dirty="0">
                <a:latin typeface="+mn-lt"/>
              </a:rPr>
              <a:t> word</a:t>
            </a:r>
            <a:endParaRPr lang="en-US" sz="2200" b="1" dirty="0">
              <a:latin typeface="+mn-lt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953062" y="4313128"/>
            <a:ext cx="3035714" cy="170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spcAft>
                <a:spcPts val="600"/>
              </a:spcAft>
            </a:pPr>
            <a:r>
              <a:rPr lang="en-ZA" sz="2000" b="1" dirty="0" err="1">
                <a:latin typeface="+mn-lt"/>
              </a:rPr>
              <a:t>Dit</a:t>
            </a:r>
            <a:r>
              <a:rPr lang="en-ZA" sz="2000" b="1" dirty="0">
                <a:latin typeface="+mn-lt"/>
              </a:rPr>
              <a:t> </a:t>
            </a:r>
            <a:r>
              <a:rPr lang="en-ZA" sz="2000" b="1" dirty="0" err="1">
                <a:latin typeface="+mn-lt"/>
              </a:rPr>
              <a:t>laat</a:t>
            </a:r>
            <a:r>
              <a:rPr lang="en-ZA" sz="2000" b="1" dirty="0">
                <a:latin typeface="+mn-lt"/>
              </a:rPr>
              <a:t> </a:t>
            </a:r>
            <a:r>
              <a:rPr lang="en-ZA" sz="2000" b="1" dirty="0" err="1">
                <a:latin typeface="+mn-lt"/>
              </a:rPr>
              <a:t>ons</a:t>
            </a:r>
            <a:r>
              <a:rPr lang="en-ZA" sz="2000" b="1" dirty="0">
                <a:latin typeface="+mn-lt"/>
              </a:rPr>
              <a:t> toe om: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000" b="0" dirty="0">
                <a:latin typeface="+mn-lt"/>
              </a:rPr>
              <a:t>Data </a:t>
            </a:r>
            <a:r>
              <a:rPr lang="en-ZA" sz="2000" b="0" dirty="0" err="1">
                <a:latin typeface="+mn-lt"/>
              </a:rPr>
              <a:t>te</a:t>
            </a:r>
            <a:r>
              <a:rPr lang="en-ZA" sz="2000" b="0" dirty="0">
                <a:latin typeface="+mn-lt"/>
              </a:rPr>
              <a:t> </a:t>
            </a:r>
            <a:r>
              <a:rPr lang="en-ZA" sz="2000" b="0" dirty="0" err="1">
                <a:latin typeface="+mn-lt"/>
              </a:rPr>
              <a:t>deel</a:t>
            </a:r>
            <a:endParaRPr lang="en-ZA" sz="2000" b="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2000" dirty="0" err="1"/>
              <a:t>Toegang</a:t>
            </a:r>
            <a:r>
              <a:rPr lang="en-ZA" sz="2000" dirty="0"/>
              <a:t> tot die data met ’n </a:t>
            </a:r>
            <a:r>
              <a:rPr lang="en-ZA" sz="2000" dirty="0" err="1"/>
              <a:t>ouer</a:t>
            </a:r>
            <a:r>
              <a:rPr lang="en-ZA" sz="2000" dirty="0"/>
              <a:t> </a:t>
            </a:r>
            <a:r>
              <a:rPr lang="en-ZA" sz="2000" dirty="0" err="1"/>
              <a:t>bedryfstelsel</a:t>
            </a:r>
            <a:r>
              <a:rPr lang="en-ZA" sz="2000" dirty="0"/>
              <a:t> </a:t>
            </a:r>
            <a:r>
              <a:rPr lang="en-ZA" sz="2000" dirty="0" err="1"/>
              <a:t>te</a:t>
            </a:r>
            <a:r>
              <a:rPr lang="en-ZA" sz="2000" dirty="0"/>
              <a:t> </a:t>
            </a:r>
            <a:r>
              <a:rPr lang="en-ZA" sz="2000" dirty="0" err="1"/>
              <a:t>verkry</a:t>
            </a:r>
            <a:endParaRPr lang="en-US" sz="2000" dirty="0">
              <a:latin typeface="+mn-lt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4932040" y="2431718"/>
            <a:ext cx="34436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ZA" sz="2000" b="1" dirty="0">
                <a:latin typeface="+mn-lt"/>
              </a:rPr>
              <a:t>‘Save as type’ </a:t>
            </a:r>
            <a:r>
              <a:rPr lang="en-ZA" sz="2000" b="1" dirty="0" err="1">
                <a:latin typeface="+mn-lt"/>
              </a:rPr>
              <a:t>opsies</a:t>
            </a:r>
            <a:r>
              <a:rPr lang="en-ZA" sz="2000" b="1" dirty="0">
                <a:latin typeface="+mn-lt"/>
              </a:rPr>
              <a:t> in </a:t>
            </a:r>
            <a:r>
              <a:rPr lang="en-ZA" sz="2000" b="1" i="1" dirty="0">
                <a:latin typeface="+mn-lt"/>
              </a:rPr>
              <a:t>Word</a:t>
            </a:r>
            <a:endParaRPr kumimoji="0" lang="en-ZA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924944"/>
            <a:ext cx="3406781" cy="3058056"/>
          </a:xfrm>
          <a:prstGeom prst="rect">
            <a:avLst/>
          </a:prstGeom>
        </p:spPr>
      </p:pic>
      <p:sp>
        <p:nvSpPr>
          <p:cNvPr id="13" name="Action Button: Home 3">
            <a:hlinkClick r:id="rId4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Oval 3"/>
          <p:cNvSpPr/>
          <p:nvPr/>
        </p:nvSpPr>
        <p:spPr>
          <a:xfrm>
            <a:off x="4788024" y="3145777"/>
            <a:ext cx="1008112" cy="39262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Aktiwiteit</a:t>
            </a:r>
            <a:r>
              <a:rPr lang="en-US" dirty="0"/>
              <a:t> 5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02018" y="6499218"/>
            <a:ext cx="667297" cy="303715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21</a:t>
            </a:fld>
            <a:endParaRPr lang="en-US" sz="1600" dirty="0"/>
          </a:p>
        </p:txBody>
      </p:sp>
      <p:sp>
        <p:nvSpPr>
          <p:cNvPr id="10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1763688" y="1727230"/>
            <a:ext cx="597666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 err="1">
                <a:solidFill>
                  <a:schemeClr val="tx1"/>
                </a:solidFill>
                <a:latin typeface="+mj-lt"/>
              </a:rPr>
              <a:t>Opsomming</a:t>
            </a:r>
            <a:r>
              <a:rPr lang="en-US" sz="2800" b="0" dirty="0">
                <a:solidFill>
                  <a:schemeClr val="tx1"/>
                </a:solidFill>
                <a:latin typeface="+mj-lt"/>
              </a:rPr>
              <a:t> – </a:t>
            </a:r>
            <a:r>
              <a:rPr lang="en-US" sz="2800" b="0" dirty="0" err="1">
                <a:solidFill>
                  <a:schemeClr val="tx1"/>
                </a:solidFill>
                <a:latin typeface="+mj-lt"/>
              </a:rPr>
              <a:t>begrippe</a:t>
            </a:r>
            <a:r>
              <a:rPr lang="en-US" sz="2800" b="0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US" sz="2800" b="0" dirty="0" err="1">
                <a:solidFill>
                  <a:schemeClr val="tx1"/>
                </a:solidFill>
                <a:latin typeface="+mj-lt"/>
              </a:rPr>
              <a:t>terme</a:t>
            </a:r>
            <a:r>
              <a:rPr lang="en-US" sz="2800" b="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800" b="0" dirty="0" err="1">
                <a:solidFill>
                  <a:schemeClr val="tx1"/>
                </a:solidFill>
                <a:latin typeface="+mj-lt"/>
              </a:rPr>
              <a:t>en</a:t>
            </a:r>
            <a:r>
              <a:rPr lang="en-US" sz="2800" b="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800" b="0" dirty="0" err="1">
                <a:solidFill>
                  <a:schemeClr val="tx1"/>
                </a:solidFill>
                <a:latin typeface="+mj-lt"/>
              </a:rPr>
              <a:t>wenke</a:t>
            </a:r>
            <a:endParaRPr lang="en-US" sz="2800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713463"/>
          </a:xfrm>
        </p:spPr>
        <p:txBody>
          <a:bodyPr/>
          <a:lstStyle/>
          <a:p>
            <a:r>
              <a:rPr lang="en-US" dirty="0" err="1"/>
              <a:t>Toets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verbeter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76456" y="6514220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z="1600" smtClean="0"/>
              <a:pPr/>
              <a:t>22</a:t>
            </a:fld>
            <a:endParaRPr lang="en-US" sz="1600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301130920"/>
              </p:ext>
            </p:extLst>
          </p:nvPr>
        </p:nvGraphicFramePr>
        <p:xfrm>
          <a:off x="1710730" y="2492896"/>
          <a:ext cx="5904656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Action Button: Home 3">
            <a:hlinkClick r:id="rId8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8465" y="3106041"/>
            <a:ext cx="6595534" cy="6109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Skriftelike</a:t>
            </a:r>
            <a:r>
              <a:rPr lang="en-US" dirty="0"/>
              <a:t> module-</a:t>
            </a:r>
            <a:r>
              <a:rPr lang="en-US" dirty="0" err="1"/>
              <a:t>aktiwiteit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76456" y="6507850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z="1600" smtClean="0"/>
              <a:pPr/>
              <a:t>23</a:t>
            </a:fld>
            <a:endParaRPr lang="en-US" sz="1600" dirty="0"/>
          </a:p>
        </p:txBody>
      </p:sp>
      <p:sp>
        <p:nvSpPr>
          <p:cNvPr id="10" name="Action Button: Home 3">
            <a:hlinkClick r:id="rId3" action="ppaction://hlinksldjump" highlightClick="1"/>
          </p:cNvPr>
          <p:cNvSpPr/>
          <p:nvPr/>
        </p:nvSpPr>
        <p:spPr>
          <a:xfrm>
            <a:off x="13063" y="6368265"/>
            <a:ext cx="571472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94444302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10071</TotalTime>
  <Words>698</Words>
  <Application>Microsoft Office PowerPoint</Application>
  <PresentationFormat>On-screen Show (4:3)</PresentationFormat>
  <Paragraphs>199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Adobe Fangsong Std R</vt:lpstr>
      <vt:lpstr>Arial</vt:lpstr>
      <vt:lpstr>Calibri</vt:lpstr>
      <vt:lpstr>Garamond</vt:lpstr>
      <vt:lpstr>Times New Roman</vt:lpstr>
      <vt:lpstr>Wingdings</vt:lpstr>
      <vt:lpstr>Organic</vt:lpstr>
      <vt:lpstr>Module 1.4 </vt:lpstr>
      <vt:lpstr>Inhoud</vt:lpstr>
      <vt:lpstr>Inleiding</vt:lpstr>
      <vt:lpstr>File/Windows Explorer</vt:lpstr>
      <vt:lpstr>Aktiwiteite 1 &amp; 2 </vt:lpstr>
      <vt:lpstr>Nodigheid om te organiseer</vt:lpstr>
      <vt:lpstr>Aktiwiteit 3 </vt:lpstr>
      <vt:lpstr>Meer oor lêers</vt:lpstr>
      <vt:lpstr>Meer oor lêers</vt:lpstr>
      <vt:lpstr>Meer oor lêers</vt:lpstr>
      <vt:lpstr>Meer oor lêers</vt:lpstr>
      <vt:lpstr>Meer oor lêers</vt:lpstr>
      <vt:lpstr>Meer oor lêers</vt:lpstr>
      <vt:lpstr>Meer oor lêers</vt:lpstr>
      <vt:lpstr>Werk met lêers</vt:lpstr>
      <vt:lpstr>Aktiwiteit 4</vt:lpstr>
      <vt:lpstr>Werk met lêers</vt:lpstr>
      <vt:lpstr>Werk met lêers</vt:lpstr>
      <vt:lpstr>Werk met lêers</vt:lpstr>
      <vt:lpstr>Werk met lêers</vt:lpstr>
      <vt:lpstr>Aktiwiteit 5</vt:lpstr>
      <vt:lpstr>Toets en verbeter</vt:lpstr>
      <vt:lpstr>Skriftelike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1.4 </dc:title>
  <cp:lastModifiedBy>Sandra Jacobs</cp:lastModifiedBy>
  <cp:revision>1</cp:revision>
  <dcterms:created xsi:type="dcterms:W3CDTF">2011-06-18T13:41:27Z</dcterms:created>
  <dcterms:modified xsi:type="dcterms:W3CDTF">2017-01-21T09:51:13Z</dcterms:modified>
</cp:coreProperties>
</file>