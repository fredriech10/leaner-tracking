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1" r:id="rId1"/>
  </p:sldMasterIdLst>
  <p:notesMasterIdLst>
    <p:notesMasterId r:id="rId16"/>
  </p:notesMasterIdLst>
  <p:sldIdLst>
    <p:sldId id="257" r:id="rId2"/>
    <p:sldId id="296" r:id="rId3"/>
    <p:sldId id="288" r:id="rId4"/>
    <p:sldId id="318" r:id="rId5"/>
    <p:sldId id="297" r:id="rId6"/>
    <p:sldId id="334" r:id="rId7"/>
    <p:sldId id="335" r:id="rId8"/>
    <p:sldId id="339" r:id="rId9"/>
    <p:sldId id="340" r:id="rId10"/>
    <p:sldId id="336" r:id="rId11"/>
    <p:sldId id="337" r:id="rId12"/>
    <p:sldId id="319" r:id="rId13"/>
    <p:sldId id="313" r:id="rId14"/>
    <p:sldId id="314" r:id="rId1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000000"/>
    <a:srgbClr val="33CCFF"/>
    <a:srgbClr val="FF5050"/>
    <a:srgbClr val="FF0000"/>
    <a:srgbClr val="CC3300"/>
    <a:srgbClr val="006600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28" autoAdjust="0"/>
    <p:restoredTop sz="94321" autoAdjust="0"/>
  </p:normalViewPr>
  <p:slideViewPr>
    <p:cSldViewPr>
      <p:cViewPr varScale="1">
        <p:scale>
          <a:sx n="80" d="100"/>
          <a:sy n="80" d="100"/>
        </p:scale>
        <p:origin x="114" y="2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57336CE-4758-477A-8CF8-F83AA6AF8A71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2C10AFA-7A4B-432A-833C-89DA5A3BA64F}">
      <dgm:prSet phldrT="[Text]"/>
      <dgm:spPr/>
      <dgm:t>
        <a:bodyPr/>
        <a:lstStyle/>
        <a:p>
          <a:r>
            <a:rPr lang="en-US" dirty="0" err="1"/>
            <a:t>Netwerk</a:t>
          </a:r>
          <a:endParaRPr lang="en-US" dirty="0"/>
        </a:p>
      </dgm:t>
    </dgm:pt>
    <dgm:pt modelId="{DACC0535-8CFB-4B68-9808-4C65F069DDC4}" type="parTrans" cxnId="{426ED37B-9087-4DA0-AB72-84653AF33A08}">
      <dgm:prSet/>
      <dgm:spPr/>
      <dgm:t>
        <a:bodyPr/>
        <a:lstStyle/>
        <a:p>
          <a:endParaRPr lang="en-US"/>
        </a:p>
      </dgm:t>
    </dgm:pt>
    <dgm:pt modelId="{174869B0-3DC9-4D8F-8054-DDECF6CBAB35}" type="sibTrans" cxnId="{426ED37B-9087-4DA0-AB72-84653AF33A08}">
      <dgm:prSet/>
      <dgm:spPr/>
      <dgm:t>
        <a:bodyPr/>
        <a:lstStyle/>
        <a:p>
          <a:endParaRPr lang="en-US"/>
        </a:p>
      </dgm:t>
    </dgm:pt>
    <dgm:pt modelId="{41DE5108-3B3F-40FA-980B-ADEDD1DDFFDA}">
      <dgm:prSet phldrT="[Text]"/>
      <dgm:spPr>
        <a:solidFill>
          <a:srgbClr val="0070C0"/>
        </a:solidFill>
      </dgm:spPr>
      <dgm:t>
        <a:bodyPr/>
        <a:lstStyle/>
        <a:p>
          <a:r>
            <a:rPr lang="en-US" dirty="0" err="1"/>
            <a:t>Bediener</a:t>
          </a:r>
          <a:endParaRPr lang="en-US" dirty="0"/>
        </a:p>
      </dgm:t>
    </dgm:pt>
    <dgm:pt modelId="{D25880FF-01C1-42EE-9C3C-E41140A2EEBA}" type="parTrans" cxnId="{37220C85-70B3-41EB-9B5B-924C38198295}">
      <dgm:prSet/>
      <dgm:spPr/>
      <dgm:t>
        <a:bodyPr/>
        <a:lstStyle/>
        <a:p>
          <a:endParaRPr lang="en-US"/>
        </a:p>
      </dgm:t>
    </dgm:pt>
    <dgm:pt modelId="{9D8DD1AC-A821-478A-B4CA-C3B396B72BA1}" type="sibTrans" cxnId="{37220C85-70B3-41EB-9B5B-924C38198295}">
      <dgm:prSet/>
      <dgm:spPr/>
      <dgm:t>
        <a:bodyPr/>
        <a:lstStyle/>
        <a:p>
          <a:endParaRPr lang="en-US"/>
        </a:p>
      </dgm:t>
    </dgm:pt>
    <dgm:pt modelId="{89D75275-7B95-488B-A52C-0E74751D2774}">
      <dgm:prSet phldrT="[Text]"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en-US" dirty="0"/>
            <a:t>Internet</a:t>
          </a:r>
        </a:p>
      </dgm:t>
    </dgm:pt>
    <dgm:pt modelId="{E16319CF-5CD5-411E-8175-38C06DC3C1A0}" type="parTrans" cxnId="{4F263F1B-335C-4662-8E14-05B04AAA2B35}">
      <dgm:prSet/>
      <dgm:spPr/>
      <dgm:t>
        <a:bodyPr/>
        <a:lstStyle/>
        <a:p>
          <a:endParaRPr lang="en-US"/>
        </a:p>
      </dgm:t>
    </dgm:pt>
    <dgm:pt modelId="{BE6278FD-7945-4020-9721-9500EE3388AF}" type="sibTrans" cxnId="{4F263F1B-335C-4662-8E14-05B04AAA2B35}">
      <dgm:prSet/>
      <dgm:spPr/>
      <dgm:t>
        <a:bodyPr/>
        <a:lstStyle/>
        <a:p>
          <a:endParaRPr lang="en-US"/>
        </a:p>
      </dgm:t>
    </dgm:pt>
    <dgm:pt modelId="{128C47DA-8FD0-4CCC-8637-93BE285701ED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 err="1"/>
            <a:t>Voordele</a:t>
          </a:r>
          <a:endParaRPr lang="en-US" dirty="0"/>
        </a:p>
      </dgm:t>
    </dgm:pt>
    <dgm:pt modelId="{CEF105DF-25D3-4B87-AAEA-83519C9964A8}" type="parTrans" cxnId="{29553C72-B677-4886-8D66-060FFA9C3DDC}">
      <dgm:prSet/>
      <dgm:spPr/>
      <dgm:t>
        <a:bodyPr/>
        <a:lstStyle/>
        <a:p>
          <a:endParaRPr lang="en-US"/>
        </a:p>
      </dgm:t>
    </dgm:pt>
    <dgm:pt modelId="{5DC5C249-2C94-403C-8174-D68E93F49CE1}" type="sibTrans" cxnId="{29553C72-B677-4886-8D66-060FFA9C3DDC}">
      <dgm:prSet/>
      <dgm:spPr/>
      <dgm:t>
        <a:bodyPr/>
        <a:lstStyle/>
        <a:p>
          <a:endParaRPr lang="en-US"/>
        </a:p>
      </dgm:t>
    </dgm:pt>
    <dgm:pt modelId="{4EF6F69E-7AE6-40AE-A44C-7F105A7C130B}">
      <dgm:prSet phldrT="[Text]"/>
      <dgm:spPr>
        <a:solidFill>
          <a:srgbClr val="C00000"/>
        </a:solidFill>
      </dgm:spPr>
      <dgm:t>
        <a:bodyPr/>
        <a:lstStyle/>
        <a:p>
          <a:r>
            <a:rPr lang="en-US" dirty="0" err="1"/>
            <a:t>Nadele</a:t>
          </a:r>
          <a:endParaRPr lang="en-US" dirty="0"/>
        </a:p>
      </dgm:t>
    </dgm:pt>
    <dgm:pt modelId="{910492E9-E7F9-48D8-8E6C-D9240A1D5B2E}" type="parTrans" cxnId="{87690BC9-C494-48F4-B078-BAF122E3D1D8}">
      <dgm:prSet/>
      <dgm:spPr/>
      <dgm:t>
        <a:bodyPr/>
        <a:lstStyle/>
        <a:p>
          <a:endParaRPr lang="en-US"/>
        </a:p>
      </dgm:t>
    </dgm:pt>
    <dgm:pt modelId="{5E19909F-ECCC-48A2-B0D4-5D734A8ED129}" type="sibTrans" cxnId="{87690BC9-C494-48F4-B078-BAF122E3D1D8}">
      <dgm:prSet/>
      <dgm:spPr/>
      <dgm:t>
        <a:bodyPr/>
        <a:lstStyle/>
        <a:p>
          <a:endParaRPr lang="en-US"/>
        </a:p>
      </dgm:t>
    </dgm:pt>
    <dgm:pt modelId="{97AAC8B5-D903-43A1-9CD6-609E876D91E1}" type="pres">
      <dgm:prSet presAssocID="{D57336CE-4758-477A-8CF8-F83AA6AF8A71}" presName="diagram" presStyleCnt="0">
        <dgm:presLayoutVars>
          <dgm:dir/>
          <dgm:resizeHandles val="exact"/>
        </dgm:presLayoutVars>
      </dgm:prSet>
      <dgm:spPr/>
    </dgm:pt>
    <dgm:pt modelId="{96AF0E54-2170-4241-BD02-61AA105A2866}" type="pres">
      <dgm:prSet presAssocID="{F2C10AFA-7A4B-432A-833C-89DA5A3BA64F}" presName="node" presStyleLbl="node1" presStyleIdx="0" presStyleCnt="5" custScaleX="110440" custLinFactNeighborX="-20691" custLinFactNeighborY="1478">
        <dgm:presLayoutVars>
          <dgm:bulletEnabled val="1"/>
        </dgm:presLayoutVars>
      </dgm:prSet>
      <dgm:spPr/>
    </dgm:pt>
    <dgm:pt modelId="{B00CC43A-EF79-498A-96F9-CAA8E5C57D18}" type="pres">
      <dgm:prSet presAssocID="{174869B0-3DC9-4D8F-8054-DDECF6CBAB35}" presName="sibTrans" presStyleCnt="0"/>
      <dgm:spPr/>
    </dgm:pt>
    <dgm:pt modelId="{BA25F220-567C-4017-B5D8-599CDBEB8CF3}" type="pres">
      <dgm:prSet presAssocID="{41DE5108-3B3F-40FA-980B-ADEDD1DDFFDA}" presName="node" presStyleLbl="node1" presStyleIdx="1" presStyleCnt="5" custScaleX="110431" custLinFactX="-41122" custLinFactY="11226" custLinFactNeighborX="-100000" custLinFactNeighborY="100000">
        <dgm:presLayoutVars>
          <dgm:bulletEnabled val="1"/>
        </dgm:presLayoutVars>
      </dgm:prSet>
      <dgm:spPr/>
    </dgm:pt>
    <dgm:pt modelId="{F55AA0E4-E264-4369-9D07-682D64EFEF3D}" type="pres">
      <dgm:prSet presAssocID="{9D8DD1AC-A821-478A-B4CA-C3B396B72BA1}" presName="sibTrans" presStyleCnt="0"/>
      <dgm:spPr/>
    </dgm:pt>
    <dgm:pt modelId="{8E087CBE-8D96-42F3-A2B6-F2B477A41BBC}" type="pres">
      <dgm:prSet presAssocID="{89D75275-7B95-488B-A52C-0E74751D2774}" presName="node" presStyleLbl="node1" presStyleIdx="2" presStyleCnt="5" custScaleX="110431" custLinFactY="4568" custLinFactNeighborX="-25768" custLinFactNeighborY="100000">
        <dgm:presLayoutVars>
          <dgm:bulletEnabled val="1"/>
        </dgm:presLayoutVars>
      </dgm:prSet>
      <dgm:spPr/>
    </dgm:pt>
    <dgm:pt modelId="{6F2871C0-4873-4EFB-8EB4-4F45F18CDCEB}" type="pres">
      <dgm:prSet presAssocID="{BE6278FD-7945-4020-9721-9500EE3388AF}" presName="sibTrans" presStyleCnt="0"/>
      <dgm:spPr/>
    </dgm:pt>
    <dgm:pt modelId="{08A47AD4-6DE3-4F50-A56B-298D7B630685}" type="pres">
      <dgm:prSet presAssocID="{128C47DA-8FD0-4CCC-8637-93BE285701ED}" presName="node" presStyleLbl="node1" presStyleIdx="3" presStyleCnt="5" custLinFactNeighborX="20464" custLinFactNeighborY="-62179">
        <dgm:presLayoutVars>
          <dgm:bulletEnabled val="1"/>
        </dgm:presLayoutVars>
      </dgm:prSet>
      <dgm:spPr/>
    </dgm:pt>
    <dgm:pt modelId="{4F4961FB-F90C-4557-867B-22AF5E34C608}" type="pres">
      <dgm:prSet presAssocID="{5DC5C249-2C94-403C-8174-D68E93F49CE1}" presName="sibTrans" presStyleCnt="0"/>
      <dgm:spPr/>
    </dgm:pt>
    <dgm:pt modelId="{BA350DAA-5F3E-4B4D-BAE6-F52FC4C3196C}" type="pres">
      <dgm:prSet presAssocID="{4EF6F69E-7AE6-40AE-A44C-7F105A7C130B}" presName="node" presStyleLbl="node1" presStyleIdx="4" presStyleCnt="5" custLinFactNeighborX="80679" custLinFactNeighborY="-64369">
        <dgm:presLayoutVars>
          <dgm:bulletEnabled val="1"/>
        </dgm:presLayoutVars>
      </dgm:prSet>
      <dgm:spPr/>
    </dgm:pt>
  </dgm:ptLst>
  <dgm:cxnLst>
    <dgm:cxn modelId="{426ED37B-9087-4DA0-AB72-84653AF33A08}" srcId="{D57336CE-4758-477A-8CF8-F83AA6AF8A71}" destId="{F2C10AFA-7A4B-432A-833C-89DA5A3BA64F}" srcOrd="0" destOrd="0" parTransId="{DACC0535-8CFB-4B68-9808-4C65F069DDC4}" sibTransId="{174869B0-3DC9-4D8F-8054-DDECF6CBAB35}"/>
    <dgm:cxn modelId="{29553C72-B677-4886-8D66-060FFA9C3DDC}" srcId="{D57336CE-4758-477A-8CF8-F83AA6AF8A71}" destId="{128C47DA-8FD0-4CCC-8637-93BE285701ED}" srcOrd="3" destOrd="0" parTransId="{CEF105DF-25D3-4B87-AAEA-83519C9964A8}" sibTransId="{5DC5C249-2C94-403C-8174-D68E93F49CE1}"/>
    <dgm:cxn modelId="{BE7CA677-1D55-4455-A3A0-13885AC900F0}" type="presOf" srcId="{89D75275-7B95-488B-A52C-0E74751D2774}" destId="{8E087CBE-8D96-42F3-A2B6-F2B477A41BBC}" srcOrd="0" destOrd="0" presId="urn:microsoft.com/office/officeart/2005/8/layout/default"/>
    <dgm:cxn modelId="{00B1F331-A0CD-40CF-BCCD-889543637AE4}" type="presOf" srcId="{41DE5108-3B3F-40FA-980B-ADEDD1DDFFDA}" destId="{BA25F220-567C-4017-B5D8-599CDBEB8CF3}" srcOrd="0" destOrd="0" presId="urn:microsoft.com/office/officeart/2005/8/layout/default"/>
    <dgm:cxn modelId="{3A14A1A5-654C-4A7C-9EE1-464DB0319178}" type="presOf" srcId="{D57336CE-4758-477A-8CF8-F83AA6AF8A71}" destId="{97AAC8B5-D903-43A1-9CD6-609E876D91E1}" srcOrd="0" destOrd="0" presId="urn:microsoft.com/office/officeart/2005/8/layout/default"/>
    <dgm:cxn modelId="{37220C85-70B3-41EB-9B5B-924C38198295}" srcId="{D57336CE-4758-477A-8CF8-F83AA6AF8A71}" destId="{41DE5108-3B3F-40FA-980B-ADEDD1DDFFDA}" srcOrd="1" destOrd="0" parTransId="{D25880FF-01C1-42EE-9C3C-E41140A2EEBA}" sibTransId="{9D8DD1AC-A821-478A-B4CA-C3B396B72BA1}"/>
    <dgm:cxn modelId="{4652A79D-F037-4B16-811D-41B3991BEF00}" type="presOf" srcId="{128C47DA-8FD0-4CCC-8637-93BE285701ED}" destId="{08A47AD4-6DE3-4F50-A56B-298D7B630685}" srcOrd="0" destOrd="0" presId="urn:microsoft.com/office/officeart/2005/8/layout/default"/>
    <dgm:cxn modelId="{4F263F1B-335C-4662-8E14-05B04AAA2B35}" srcId="{D57336CE-4758-477A-8CF8-F83AA6AF8A71}" destId="{89D75275-7B95-488B-A52C-0E74751D2774}" srcOrd="2" destOrd="0" parTransId="{E16319CF-5CD5-411E-8175-38C06DC3C1A0}" sibTransId="{BE6278FD-7945-4020-9721-9500EE3388AF}"/>
    <dgm:cxn modelId="{A9201E19-D975-481A-B266-08D13D2636E8}" type="presOf" srcId="{4EF6F69E-7AE6-40AE-A44C-7F105A7C130B}" destId="{BA350DAA-5F3E-4B4D-BAE6-F52FC4C3196C}" srcOrd="0" destOrd="0" presId="urn:microsoft.com/office/officeart/2005/8/layout/default"/>
    <dgm:cxn modelId="{DEE921FF-CD65-4B23-9C71-572D975A97DD}" type="presOf" srcId="{F2C10AFA-7A4B-432A-833C-89DA5A3BA64F}" destId="{96AF0E54-2170-4241-BD02-61AA105A2866}" srcOrd="0" destOrd="0" presId="urn:microsoft.com/office/officeart/2005/8/layout/default"/>
    <dgm:cxn modelId="{87690BC9-C494-48F4-B078-BAF122E3D1D8}" srcId="{D57336CE-4758-477A-8CF8-F83AA6AF8A71}" destId="{4EF6F69E-7AE6-40AE-A44C-7F105A7C130B}" srcOrd="4" destOrd="0" parTransId="{910492E9-E7F9-48D8-8E6C-D9240A1D5B2E}" sibTransId="{5E19909F-ECCC-48A2-B0D4-5D734A8ED129}"/>
    <dgm:cxn modelId="{67A3EF5D-DB31-4E4F-8B77-7298530790EE}" type="presParOf" srcId="{97AAC8B5-D903-43A1-9CD6-609E876D91E1}" destId="{96AF0E54-2170-4241-BD02-61AA105A2866}" srcOrd="0" destOrd="0" presId="urn:microsoft.com/office/officeart/2005/8/layout/default"/>
    <dgm:cxn modelId="{0F0430C0-658C-416C-9E24-234654B8B879}" type="presParOf" srcId="{97AAC8B5-D903-43A1-9CD6-609E876D91E1}" destId="{B00CC43A-EF79-498A-96F9-CAA8E5C57D18}" srcOrd="1" destOrd="0" presId="urn:microsoft.com/office/officeart/2005/8/layout/default"/>
    <dgm:cxn modelId="{6780284B-5F1F-462D-AC77-57BE1570C799}" type="presParOf" srcId="{97AAC8B5-D903-43A1-9CD6-609E876D91E1}" destId="{BA25F220-567C-4017-B5D8-599CDBEB8CF3}" srcOrd="2" destOrd="0" presId="urn:microsoft.com/office/officeart/2005/8/layout/default"/>
    <dgm:cxn modelId="{2B0B696A-2147-4D16-A3CC-7E74EDA51EC4}" type="presParOf" srcId="{97AAC8B5-D903-43A1-9CD6-609E876D91E1}" destId="{F55AA0E4-E264-4369-9D07-682D64EFEF3D}" srcOrd="3" destOrd="0" presId="urn:microsoft.com/office/officeart/2005/8/layout/default"/>
    <dgm:cxn modelId="{2C2764D1-1DE1-4067-8C51-ECB2FA251BC1}" type="presParOf" srcId="{97AAC8B5-D903-43A1-9CD6-609E876D91E1}" destId="{8E087CBE-8D96-42F3-A2B6-F2B477A41BBC}" srcOrd="4" destOrd="0" presId="urn:microsoft.com/office/officeart/2005/8/layout/default"/>
    <dgm:cxn modelId="{F317C918-EE92-4BF1-B646-E3AAC523CB6A}" type="presParOf" srcId="{97AAC8B5-D903-43A1-9CD6-609E876D91E1}" destId="{6F2871C0-4873-4EFB-8EB4-4F45F18CDCEB}" srcOrd="5" destOrd="0" presId="urn:microsoft.com/office/officeart/2005/8/layout/default"/>
    <dgm:cxn modelId="{AF6F1C5B-FD0B-4E5A-A961-2AD9A313C29E}" type="presParOf" srcId="{97AAC8B5-D903-43A1-9CD6-609E876D91E1}" destId="{08A47AD4-6DE3-4F50-A56B-298D7B630685}" srcOrd="6" destOrd="0" presId="urn:microsoft.com/office/officeart/2005/8/layout/default"/>
    <dgm:cxn modelId="{850E9F8F-7DF4-44D9-93BF-B874C0F27FD0}" type="presParOf" srcId="{97AAC8B5-D903-43A1-9CD6-609E876D91E1}" destId="{4F4961FB-F90C-4557-867B-22AF5E34C608}" srcOrd="7" destOrd="0" presId="urn:microsoft.com/office/officeart/2005/8/layout/default"/>
    <dgm:cxn modelId="{F8E81DA4-8700-4198-9992-7437B6805FF8}" type="presParOf" srcId="{97AAC8B5-D903-43A1-9CD6-609E876D91E1}" destId="{BA350DAA-5F3E-4B4D-BAE6-F52FC4C3196C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AF0E54-2170-4241-BD02-61AA105A2866}">
      <dsp:nvSpPr>
        <dsp:cNvPr id="0" name=""/>
        <dsp:cNvSpPr/>
      </dsp:nvSpPr>
      <dsp:spPr>
        <a:xfrm>
          <a:off x="355590" y="18510"/>
          <a:ext cx="2116343" cy="114976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 err="1"/>
            <a:t>Netwerk</a:t>
          </a:r>
          <a:endParaRPr lang="en-US" sz="3500" kern="1200" dirty="0"/>
        </a:p>
      </dsp:txBody>
      <dsp:txXfrm>
        <a:off x="355590" y="18510"/>
        <a:ext cx="2116343" cy="1149769"/>
      </dsp:txXfrm>
    </dsp:sp>
    <dsp:sp modelId="{BA25F220-567C-4017-B5D8-599CDBEB8CF3}">
      <dsp:nvSpPr>
        <dsp:cNvPr id="0" name=""/>
        <dsp:cNvSpPr/>
      </dsp:nvSpPr>
      <dsp:spPr>
        <a:xfrm>
          <a:off x="355763" y="1280359"/>
          <a:ext cx="2116170" cy="1149769"/>
        </a:xfrm>
        <a:prstGeom prst="rect">
          <a:avLst/>
        </a:prstGeom>
        <a:solidFill>
          <a:srgbClr val="0070C0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 err="1"/>
            <a:t>Bediener</a:t>
          </a:r>
          <a:endParaRPr lang="en-US" sz="3500" kern="1200" dirty="0"/>
        </a:p>
      </dsp:txBody>
      <dsp:txXfrm>
        <a:off x="355763" y="1280359"/>
        <a:ext cx="2116170" cy="1149769"/>
      </dsp:txXfrm>
    </dsp:sp>
    <dsp:sp modelId="{8E087CBE-8D96-42F3-A2B6-F2B477A41BBC}">
      <dsp:nvSpPr>
        <dsp:cNvPr id="0" name=""/>
        <dsp:cNvSpPr/>
      </dsp:nvSpPr>
      <dsp:spPr>
        <a:xfrm>
          <a:off x="358331" y="2545206"/>
          <a:ext cx="2116170" cy="1149769"/>
        </a:xfrm>
        <a:prstGeom prst="rect">
          <a:avLst/>
        </a:prstGeom>
        <a:solidFill>
          <a:schemeClr val="accent4">
            <a:lumMod val="7500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Internet</a:t>
          </a:r>
        </a:p>
      </dsp:txBody>
      <dsp:txXfrm>
        <a:off x="358331" y="2545206"/>
        <a:ext cx="2116170" cy="1149769"/>
      </dsp:txXfrm>
    </dsp:sp>
    <dsp:sp modelId="{08A47AD4-6DE3-4F50-A56B-298D7B630685}">
      <dsp:nvSpPr>
        <dsp:cNvPr id="0" name=""/>
        <dsp:cNvSpPr/>
      </dsp:nvSpPr>
      <dsp:spPr>
        <a:xfrm>
          <a:off x="3552066" y="627999"/>
          <a:ext cx="1916283" cy="1149769"/>
        </a:xfrm>
        <a:prstGeom prst="rect">
          <a:avLst/>
        </a:prstGeom>
        <a:solidFill>
          <a:srgbClr val="00B050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 err="1"/>
            <a:t>Voordele</a:t>
          </a:r>
          <a:endParaRPr lang="en-US" sz="3500" kern="1200" dirty="0"/>
        </a:p>
      </dsp:txBody>
      <dsp:txXfrm>
        <a:off x="3552066" y="627999"/>
        <a:ext cx="1916283" cy="1149769"/>
      </dsp:txXfrm>
    </dsp:sp>
    <dsp:sp modelId="{BA350DAA-5F3E-4B4D-BAE6-F52FC4C3196C}">
      <dsp:nvSpPr>
        <dsp:cNvPr id="0" name=""/>
        <dsp:cNvSpPr/>
      </dsp:nvSpPr>
      <dsp:spPr>
        <a:xfrm>
          <a:off x="3552056" y="1944217"/>
          <a:ext cx="1916283" cy="1149769"/>
        </a:xfrm>
        <a:prstGeom prst="rect">
          <a:avLst/>
        </a:prstGeom>
        <a:solidFill>
          <a:srgbClr val="C00000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 err="1"/>
            <a:t>Nadele</a:t>
          </a:r>
          <a:endParaRPr lang="en-US" sz="3500" kern="1200" dirty="0"/>
        </a:p>
      </dsp:txBody>
      <dsp:txXfrm>
        <a:off x="3552056" y="1944217"/>
        <a:ext cx="1916283" cy="11497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3A0F2C-42CD-4E94-8BCC-A4D9C9F6BEB5}" type="datetimeFigureOut">
              <a:rPr lang="en-ZA" smtClean="0"/>
              <a:pPr/>
              <a:t>2017/01/21</a:t>
            </a:fld>
            <a:endParaRPr lang="en-Z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C8C45E-8F79-4D4D-BBF2-45A81020F4F1}" type="slidenum">
              <a:rPr lang="en-ZA" smtClean="0"/>
              <a:pPr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1443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af-ZA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3</a:t>
            </a:fld>
            <a:endParaRPr lang="en-ZA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4</a:t>
            </a:fld>
            <a:endParaRPr lang="en-ZA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5</a:t>
            </a:fld>
            <a:endParaRPr lang="en-ZA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6</a:t>
            </a:fld>
            <a:endParaRPr lang="en-ZA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7</a:t>
            </a:fld>
            <a:endParaRPr lang="en-ZA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af-ZA" sz="1200" kern="120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‘LAN parties’, waar mense bymekaar kom om rekenaarspeletjies oor ’n netwerk teen mekaar te speel, is baie gewild.</a:t>
            </a:r>
          </a:p>
          <a:p>
            <a:r>
              <a:rPr lang="af-ZA" sz="1200" kern="120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 word dit ‘LAN parties’ genoem, is dit nie noodwendig ’n LAN nie, want mense kan van regoor die wêreld via die</a:t>
            </a:r>
          </a:p>
          <a:p>
            <a:r>
              <a:rPr lang="af-ZA" sz="1200" kern="120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internet betrokke wees.</a:t>
            </a:r>
            <a:endParaRPr lang="af-ZA" sz="1200" kern="1200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10</a:t>
            </a:fld>
            <a:endParaRPr lang="en-ZA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11</a:t>
            </a:fld>
            <a:endParaRPr lang="en-ZA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12</a:t>
            </a:fld>
            <a:endParaRPr lang="en-ZA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13</a:t>
            </a:fld>
            <a:endParaRPr lang="en-ZA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14</a:t>
            </a:fld>
            <a:endParaRPr lang="en-ZA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292F32F6-A925-4FBE-955E-56727EE66E2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140968"/>
            <a:ext cx="5113083" cy="0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9153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903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A856B-5D0F-40E0-906E-B87E535B8E9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1060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957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B9B2A-EE62-4229-B728-02B5670C2A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425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2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2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8B7A4-0678-4B9E-B961-B27E465E935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9483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EDEB-2BAD-4BB0-8D36-95A0FDEF7AA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5306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8F17-7D68-4484-876E-9660F07E60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872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53E88-DB3D-4BD5-B3E0-4359320A1A49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1054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8221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3B46A-E307-4291-8AFC-1FB7985F8F8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832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794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24119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8303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60882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83277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02624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601FB-0FEE-4A4D-9ADD-9D8710ACB61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17151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476D9-B36A-4BF3-9ED4-7BAB3744909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3734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515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3" Type="http://schemas.openxmlformats.org/officeDocument/2006/relationships/slide" Target="slide5.xml"/><Relationship Id="rId7" Type="http://schemas.openxmlformats.org/officeDocument/2006/relationships/slide" Target="slide13.xml"/><Relationship Id="rId12" Type="http://schemas.openxmlformats.org/officeDocument/2006/relationships/slide" Target="slide11.xml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2.xml"/><Relationship Id="rId11" Type="http://schemas.openxmlformats.org/officeDocument/2006/relationships/slide" Target="slide10.xml"/><Relationship Id="rId5" Type="http://schemas.openxmlformats.org/officeDocument/2006/relationships/slide" Target="slide7.xml"/><Relationship Id="rId10" Type="http://schemas.openxmlformats.org/officeDocument/2006/relationships/slide" Target="slide9.xml"/><Relationship Id="rId4" Type="http://schemas.openxmlformats.org/officeDocument/2006/relationships/slide" Target="slide6.xml"/><Relationship Id="rId9" Type="http://schemas.openxmlformats.org/officeDocument/2006/relationships/slide" Target="slide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.xml"/><Relationship Id="rId5" Type="http://schemas.openxmlformats.org/officeDocument/2006/relationships/image" Target="../media/image10.wmf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1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.xml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7" Type="http://schemas.openxmlformats.org/officeDocument/2006/relationships/image" Target="../media/image17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g"/><Relationship Id="rId5" Type="http://schemas.openxmlformats.org/officeDocument/2006/relationships/slide" Target="slide2.xml"/><Relationship Id="rId4" Type="http://schemas.openxmlformats.org/officeDocument/2006/relationships/image" Target="../media/image19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g"/><Relationship Id="rId3" Type="http://schemas.openxmlformats.org/officeDocument/2006/relationships/image" Target="../media/image21.jpg"/><Relationship Id="rId7" Type="http://schemas.openxmlformats.org/officeDocument/2006/relationships/image" Target="../media/image2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jpg"/><Relationship Id="rId5" Type="http://schemas.openxmlformats.org/officeDocument/2006/relationships/image" Target="../media/image23.jpg"/><Relationship Id="rId4" Type="http://schemas.openxmlformats.org/officeDocument/2006/relationships/image" Target="../media/image22.jpg"/><Relationship Id="rId9" Type="http://schemas.openxmlformats.org/officeDocument/2006/relationships/slide" Target="slid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835696" y="2146269"/>
            <a:ext cx="5308866" cy="257887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Module 2.1</a:t>
            </a:r>
            <a:br>
              <a:rPr lang="en-US" dirty="0"/>
            </a:br>
            <a:r>
              <a:rPr lang="en-US" sz="1600" dirty="0"/>
              <a:t> </a:t>
            </a:r>
            <a:br>
              <a:rPr lang="en-US" dirty="0"/>
            </a:br>
            <a:r>
              <a:rPr lang="en-ZA" dirty="0" err="1"/>
              <a:t>Inleiding</a:t>
            </a:r>
            <a:r>
              <a:rPr lang="en-ZA" dirty="0"/>
              <a:t> </a:t>
            </a:r>
            <a:r>
              <a:rPr lang="en-ZA"/>
              <a:t>tot netwerke</a:t>
            </a:r>
            <a:endParaRPr lang="en-ZA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59911">
            <a:off x="6733044" y="3426250"/>
            <a:ext cx="1715646" cy="2438203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971054" y="1700808"/>
            <a:ext cx="3888978" cy="410445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ZA" sz="2000" dirty="0">
                <a:hlinkClick r:id="rId2" action="ppaction://hlinksldjump"/>
              </a:rPr>
              <a:t>Wat is ’n netwerk?</a:t>
            </a:r>
            <a:endParaRPr lang="en-ZA" sz="2000" dirty="0"/>
          </a:p>
          <a:p>
            <a:pPr marL="0" indent="0">
              <a:buNone/>
            </a:pPr>
            <a:r>
              <a:rPr lang="en-ZA" sz="2000" dirty="0">
                <a:hlinkClick r:id="rId3" action="ppaction://hlinksldjump"/>
              </a:rPr>
              <a:t>Voordele van netwerke</a:t>
            </a:r>
            <a:endParaRPr lang="en-ZA" sz="2000" dirty="0"/>
          </a:p>
          <a:p>
            <a:pPr lvl="1"/>
            <a:r>
              <a:rPr lang="en-US" dirty="0">
                <a:hlinkClick r:id="rId3" action="ppaction://hlinksldjump"/>
              </a:rPr>
              <a:t>Vinnige, effektiewe kommunikasie</a:t>
            </a:r>
            <a:endParaRPr lang="en-US" dirty="0"/>
          </a:p>
          <a:p>
            <a:pPr lvl="1"/>
            <a:r>
              <a:rPr lang="en-US" dirty="0">
                <a:hlinkClick r:id="rId4" action="ppaction://hlinksldjump"/>
              </a:rPr>
              <a:t>Deel van hardeware</a:t>
            </a:r>
            <a:endParaRPr lang="en-US" dirty="0"/>
          </a:p>
          <a:p>
            <a:pPr lvl="1"/>
            <a:r>
              <a:rPr lang="en-US" dirty="0">
                <a:hlinkClick r:id="rId5" action="ppaction://hlinksldjump"/>
              </a:rPr>
              <a:t>Deel van lêers</a:t>
            </a:r>
            <a:endParaRPr lang="en-US" dirty="0"/>
          </a:p>
          <a:p>
            <a:pPr marL="0" indent="0">
              <a:spcBef>
                <a:spcPts val="1200"/>
              </a:spcBef>
              <a:buNone/>
            </a:pPr>
            <a:r>
              <a:rPr lang="en-ZA" sz="2000" dirty="0">
                <a:hlinkClick r:id="rId6" action="ppaction://hlinksldjump"/>
              </a:rPr>
              <a:t>Nadele van netwerke</a:t>
            </a:r>
            <a:endParaRPr lang="en-ZA" sz="2000" dirty="0"/>
          </a:p>
          <a:p>
            <a:pPr marL="0" indent="0">
              <a:buNone/>
            </a:pPr>
            <a:r>
              <a:rPr lang="en-ZA" sz="2000" dirty="0">
                <a:hlinkClick r:id="rId7" action="ppaction://hlinksldjump"/>
              </a:rPr>
              <a:t>Toets en verbeter</a:t>
            </a:r>
            <a:endParaRPr lang="en-ZA" sz="2000" dirty="0"/>
          </a:p>
          <a:p>
            <a:pPr marL="0" indent="0">
              <a:buNone/>
            </a:pPr>
            <a:r>
              <a:rPr lang="en-ZA" sz="2000" dirty="0">
                <a:hlinkClick r:id="rId8" action="ppaction://hlinksldjump"/>
              </a:rPr>
              <a:t>Skriftelike module-aktiwiteit</a:t>
            </a:r>
            <a:endParaRPr lang="en-ZA" sz="2000" dirty="0"/>
          </a:p>
        </p:txBody>
      </p:sp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899592" y="836713"/>
            <a:ext cx="7416824" cy="720080"/>
          </a:xfrm>
        </p:spPr>
        <p:txBody>
          <a:bodyPr>
            <a:normAutofit/>
          </a:bodyPr>
          <a:lstStyle/>
          <a:p>
            <a:r>
              <a:rPr lang="en-ZA" dirty="0" err="1">
                <a:solidFill>
                  <a:schemeClr val="accent3">
                    <a:lumMod val="75000"/>
                  </a:schemeClr>
                </a:solidFill>
              </a:rPr>
              <a:t>Inhoud</a:t>
            </a:r>
            <a:endParaRPr lang="en-ZA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211960" y="2606849"/>
            <a:ext cx="4248472" cy="18002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lvl="1" fontAlgn="auto">
              <a:spcBef>
                <a:spcPts val="0"/>
              </a:spcBef>
            </a:pPr>
            <a:r>
              <a:rPr lang="en-US" b="0" dirty="0">
                <a:hlinkClick r:id="rId9" action="ppaction://hlinksldjump"/>
              </a:rPr>
              <a:t>Sentralisering van data</a:t>
            </a:r>
            <a:endParaRPr lang="en-US" b="0" dirty="0"/>
          </a:p>
          <a:p>
            <a:pPr lvl="1" fontAlgn="auto">
              <a:spcBef>
                <a:spcPts val="0"/>
              </a:spcBef>
            </a:pPr>
            <a:r>
              <a:rPr lang="en-US" b="0" dirty="0">
                <a:hlinkClick r:id="rId10" action="ppaction://hlinksldjump"/>
              </a:rPr>
              <a:t>Maklike toegang</a:t>
            </a:r>
            <a:endParaRPr lang="en-US" b="0" dirty="0"/>
          </a:p>
          <a:p>
            <a:pPr lvl="1" fontAlgn="auto">
              <a:spcBef>
                <a:spcPts val="0"/>
              </a:spcBef>
            </a:pPr>
            <a:r>
              <a:rPr lang="en-US" b="0" dirty="0">
                <a:hlinkClick r:id="rId11" action="ppaction://hlinksldjump"/>
              </a:rPr>
              <a:t>Vryetydsbesteding</a:t>
            </a:r>
            <a:endParaRPr lang="en-US" b="0" dirty="0"/>
          </a:p>
          <a:p>
            <a:pPr lvl="1" fontAlgn="auto">
              <a:spcBef>
                <a:spcPts val="0"/>
              </a:spcBef>
            </a:pPr>
            <a:r>
              <a:rPr lang="en-US" b="0" dirty="0">
                <a:hlinkClick r:id="rId12" action="ppaction://hlinksldjump"/>
              </a:rPr>
              <a:t>Verhoogde beheer en sekuriteit</a:t>
            </a:r>
            <a:endParaRPr lang="en-ZA" b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8F17-7D68-4484-876E-9660F07E60D0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019925" y="3789363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>
              <a:latin typeface="+mn-lt"/>
            </a:endParaRPr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3" name="Rectangle 12"/>
          <p:cNvSpPr/>
          <p:nvPr/>
        </p:nvSpPr>
        <p:spPr>
          <a:xfrm>
            <a:off x="551241" y="1556792"/>
            <a:ext cx="804151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ZA" dirty="0" err="1">
                <a:latin typeface="+mn-lt"/>
              </a:rPr>
              <a:t>Wanneer</a:t>
            </a:r>
            <a:r>
              <a:rPr lang="en-ZA" dirty="0">
                <a:latin typeface="+mn-lt"/>
              </a:rPr>
              <a:t> twee of </a:t>
            </a:r>
            <a:r>
              <a:rPr lang="en-ZA" dirty="0" err="1">
                <a:latin typeface="+mn-lt"/>
              </a:rPr>
              <a:t>meer</a:t>
            </a:r>
            <a:r>
              <a:rPr lang="en-ZA" dirty="0">
                <a:latin typeface="+mn-lt"/>
              </a:rPr>
              <a:t> </a:t>
            </a:r>
            <a:r>
              <a:rPr lang="en-ZA" dirty="0" err="1">
                <a:latin typeface="+mn-lt"/>
              </a:rPr>
              <a:t>rekenaars</a:t>
            </a:r>
            <a:r>
              <a:rPr lang="en-ZA" dirty="0">
                <a:latin typeface="+mn-lt"/>
              </a:rPr>
              <a:t> of </a:t>
            </a:r>
            <a:r>
              <a:rPr lang="en-ZA" dirty="0" err="1">
                <a:latin typeface="+mn-lt"/>
              </a:rPr>
              <a:t>mobiele</a:t>
            </a:r>
            <a:r>
              <a:rPr lang="en-ZA" dirty="0">
                <a:latin typeface="+mn-lt"/>
              </a:rPr>
              <a:t> </a:t>
            </a:r>
            <a:r>
              <a:rPr lang="en-ZA" dirty="0" err="1">
                <a:latin typeface="+mn-lt"/>
              </a:rPr>
              <a:t>toestelle</a:t>
            </a:r>
            <a:r>
              <a:rPr lang="en-ZA" dirty="0">
                <a:latin typeface="+mn-lt"/>
              </a:rPr>
              <a:t> met </a:t>
            </a:r>
            <a:r>
              <a:rPr lang="en-ZA" dirty="0" err="1">
                <a:latin typeface="+mn-lt"/>
              </a:rPr>
              <a:t>mekaar</a:t>
            </a:r>
            <a:r>
              <a:rPr lang="en-ZA" dirty="0">
                <a:latin typeface="+mn-lt"/>
              </a:rPr>
              <a:t> </a:t>
            </a:r>
            <a:r>
              <a:rPr lang="en-ZA" dirty="0" err="1">
                <a:latin typeface="+mn-lt"/>
              </a:rPr>
              <a:t>verbind</a:t>
            </a:r>
            <a:r>
              <a:rPr lang="en-ZA" dirty="0">
                <a:latin typeface="+mn-lt"/>
              </a:rPr>
              <a:t> is, het </a:t>
            </a:r>
            <a:r>
              <a:rPr lang="en-ZA" dirty="0" err="1">
                <a:latin typeface="+mn-lt"/>
              </a:rPr>
              <a:t>ons</a:t>
            </a:r>
            <a:r>
              <a:rPr lang="en-ZA" dirty="0">
                <a:latin typeface="+mn-lt"/>
              </a:rPr>
              <a:t> ’n </a:t>
            </a:r>
            <a:r>
              <a:rPr lang="en-ZA" dirty="0" err="1">
                <a:latin typeface="+mn-lt"/>
              </a:rPr>
              <a:t>netwerk</a:t>
            </a:r>
            <a:endParaRPr lang="en-ZA" dirty="0"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633" y="446915"/>
            <a:ext cx="6798734" cy="1303867"/>
          </a:xfrm>
        </p:spPr>
        <p:txBody>
          <a:bodyPr>
            <a:normAutofit/>
          </a:bodyPr>
          <a:lstStyle/>
          <a:p>
            <a:r>
              <a:rPr lang="en-ZA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</a:rPr>
              <a:t>Wat is ’n </a:t>
            </a:r>
            <a:r>
              <a:rPr lang="en-ZA" dirty="0" err="1">
                <a:ln>
                  <a:noFill/>
                </a:ln>
                <a:solidFill>
                  <a:schemeClr val="accent3">
                    <a:lumMod val="75000"/>
                  </a:schemeClr>
                </a:solidFill>
              </a:rPr>
              <a:t>netwerk</a:t>
            </a:r>
            <a:r>
              <a:rPr lang="en-ZA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</a:rPr>
              <a:t>?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28184" y="3140448"/>
            <a:ext cx="1885353" cy="209102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2564904"/>
            <a:ext cx="4788024" cy="319201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Action Button: Home 5">
            <a:hlinkClick r:id="rId6" action="ppaction://hlinksldjump" highlightClick="1"/>
          </p:cNvPr>
          <p:cNvSpPr/>
          <p:nvPr/>
        </p:nvSpPr>
        <p:spPr>
          <a:xfrm>
            <a:off x="8592758" y="6381328"/>
            <a:ext cx="551242" cy="476672"/>
          </a:xfrm>
          <a:prstGeom prst="actionButtonHom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23460" y="2397104"/>
            <a:ext cx="167300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dirty="0" err="1">
                <a:latin typeface="+mn-lt"/>
              </a:rPr>
              <a:t>Lokale</a:t>
            </a:r>
            <a:r>
              <a:rPr lang="en-ZA" sz="2400" dirty="0">
                <a:latin typeface="+mn-lt"/>
              </a:rPr>
              <a:t> Area </a:t>
            </a:r>
            <a:r>
              <a:rPr lang="en-ZA" sz="2400" dirty="0" err="1">
                <a:latin typeface="+mn-lt"/>
              </a:rPr>
              <a:t>Netwerke</a:t>
            </a:r>
            <a:r>
              <a:rPr lang="en-ZA" sz="2400" dirty="0">
                <a:latin typeface="+mn-lt"/>
              </a:rPr>
              <a:t> 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86213" y="2132856"/>
            <a:ext cx="233987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400" dirty="0" err="1">
                <a:latin typeface="+mn-lt"/>
              </a:rPr>
              <a:t>Globale</a:t>
            </a:r>
            <a:r>
              <a:rPr lang="en-ZA" sz="2400" dirty="0">
                <a:latin typeface="+mn-lt"/>
              </a:rPr>
              <a:t> </a:t>
            </a:r>
            <a:r>
              <a:rPr lang="en-ZA" sz="2400" dirty="0" err="1">
                <a:latin typeface="+mn-lt"/>
              </a:rPr>
              <a:t>Netwerk</a:t>
            </a:r>
            <a:endParaRPr lang="en-ZA" sz="2400" dirty="0">
              <a:latin typeface="+mn-lt"/>
            </a:endParaRPr>
          </a:p>
          <a:p>
            <a:pPr algn="ctr"/>
            <a:r>
              <a:rPr lang="en-ZA" sz="2400">
                <a:solidFill>
                  <a:srgbClr val="FF0000"/>
                </a:solidFill>
                <a:latin typeface="+mn-lt"/>
              </a:rPr>
              <a:t>internet</a:t>
            </a:r>
            <a:r>
              <a:rPr lang="en-ZA" sz="2400">
                <a:latin typeface="+mn-lt"/>
              </a:rPr>
              <a:t> </a:t>
            </a:r>
            <a:endParaRPr lang="en-ZA" sz="2400" dirty="0">
              <a:latin typeface="+mn-lt"/>
            </a:endParaRPr>
          </a:p>
        </p:txBody>
      </p:sp>
      <p:pic>
        <p:nvPicPr>
          <p:cNvPr id="11" name="Picture 10" descr="class back left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863216" y="1901978"/>
            <a:ext cx="2357422" cy="176806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2" name="Picture 11" descr="library comp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55576" y="3875697"/>
            <a:ext cx="2428860" cy="182164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26" name="Picture 2" descr="C:\Program Files (x86)\Microsoft Office\MEDIA\CAGCAT10\j0335112.wmf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24151" t="21874" r="24864" b="27547"/>
          <a:stretch>
            <a:fillRect/>
          </a:stretch>
        </p:blipFill>
        <p:spPr bwMode="auto">
          <a:xfrm>
            <a:off x="5554132" y="3105325"/>
            <a:ext cx="2857520" cy="2834733"/>
          </a:xfrm>
          <a:prstGeom prst="ellipse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47480"/>
            <a:ext cx="6798734" cy="1303867"/>
          </a:xfrm>
        </p:spPr>
        <p:txBody>
          <a:bodyPr>
            <a:normAutofit/>
          </a:bodyPr>
          <a:lstStyle/>
          <a:p>
            <a:r>
              <a:rPr lang="en-ZA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</a:rPr>
              <a:t>Wat is ’n </a:t>
            </a:r>
            <a:r>
              <a:rPr lang="en-ZA" dirty="0" err="1">
                <a:ln>
                  <a:noFill/>
                </a:ln>
                <a:solidFill>
                  <a:schemeClr val="accent3">
                    <a:lumMod val="75000"/>
                  </a:schemeClr>
                </a:solidFill>
              </a:rPr>
              <a:t>netwerk</a:t>
            </a:r>
            <a:r>
              <a:rPr lang="en-ZA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</a:rPr>
              <a:t>?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0" name="Action Button: Home 19">
            <a:hlinkClick r:id="rId6" action="ppaction://hlinksldjump" highlightClick="1"/>
          </p:cNvPr>
          <p:cNvSpPr/>
          <p:nvPr/>
        </p:nvSpPr>
        <p:spPr>
          <a:xfrm>
            <a:off x="8592758" y="6381328"/>
            <a:ext cx="551242" cy="476672"/>
          </a:xfrm>
          <a:prstGeom prst="actionButtonHom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57784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/>
          <p:cNvSpPr>
            <a:spLocks noGrp="1"/>
          </p:cNvSpPr>
          <p:nvPr>
            <p:ph idx="1"/>
          </p:nvPr>
        </p:nvSpPr>
        <p:spPr>
          <a:xfrm>
            <a:off x="467544" y="1556792"/>
            <a:ext cx="8208912" cy="5112568"/>
          </a:xfrm>
        </p:spPr>
        <p:txBody>
          <a:bodyPr/>
          <a:lstStyle/>
          <a:p>
            <a:pPr>
              <a:buNone/>
            </a:pPr>
            <a:endParaRPr lang="en-ZA" dirty="0"/>
          </a:p>
          <a:p>
            <a:endParaRPr lang="en-ZA" dirty="0"/>
          </a:p>
        </p:txBody>
      </p:sp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019925" y="3789363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/>
          </a:p>
        </p:txBody>
      </p:sp>
      <p:sp>
        <p:nvSpPr>
          <p:cNvPr id="10" name="TextBox 9"/>
          <p:cNvSpPr txBox="1"/>
          <p:nvPr/>
        </p:nvSpPr>
        <p:spPr>
          <a:xfrm>
            <a:off x="395536" y="1378211"/>
            <a:ext cx="8318806" cy="64633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3600" b="0" dirty="0" err="1"/>
              <a:t>Vinnige</a:t>
            </a:r>
            <a:r>
              <a:rPr lang="en-ZA" sz="3600" b="0" dirty="0"/>
              <a:t>, </a:t>
            </a:r>
            <a:r>
              <a:rPr lang="en-ZA" sz="3600" b="0" dirty="0" err="1"/>
              <a:t>effektiewe</a:t>
            </a:r>
            <a:r>
              <a:rPr lang="en-ZA" sz="3600" b="0" dirty="0"/>
              <a:t> </a:t>
            </a:r>
            <a:r>
              <a:rPr lang="en-ZA" sz="3600" b="0" dirty="0" err="1"/>
              <a:t>kommunikasie</a:t>
            </a:r>
            <a:endParaRPr lang="en-US" sz="3600" b="0" dirty="0">
              <a:latin typeface="+mj-l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03742" y="2805025"/>
            <a:ext cx="4559649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400" dirty="0" err="1">
                <a:latin typeface="+mn-lt"/>
              </a:rPr>
              <a:t>Skoolomgewing</a:t>
            </a:r>
            <a:r>
              <a:rPr lang="en-ZA" sz="2400" dirty="0">
                <a:latin typeface="+mn-lt"/>
              </a:rPr>
              <a:t>:</a:t>
            </a:r>
            <a:br>
              <a:rPr lang="en-ZA" sz="2400" b="0" dirty="0">
                <a:latin typeface="+mn-lt"/>
              </a:rPr>
            </a:br>
            <a:r>
              <a:rPr lang="en-ZA" sz="2400" b="0" dirty="0">
                <a:latin typeface="+mn-lt"/>
              </a:rPr>
              <a:t>e-</a:t>
            </a:r>
            <a:r>
              <a:rPr lang="en-ZA" sz="2400" b="0" dirty="0" err="1">
                <a:latin typeface="+mn-lt"/>
              </a:rPr>
              <a:t>pos</a:t>
            </a:r>
            <a:r>
              <a:rPr lang="en-ZA" sz="2400" b="0" dirty="0">
                <a:latin typeface="+mn-lt"/>
              </a:rPr>
              <a:t>/ SMS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latin typeface="+mn-lt"/>
              </a:rPr>
              <a:t>Kitsboodskappe</a:t>
            </a:r>
            <a:r>
              <a:rPr lang="en-US" sz="2400" dirty="0">
                <a:latin typeface="+mn-lt"/>
              </a:rPr>
              <a:t>: </a:t>
            </a:r>
            <a:r>
              <a:rPr lang="en-US" sz="2400" b="0" dirty="0">
                <a:latin typeface="+mn-lt"/>
              </a:rPr>
              <a:t>WhatsApp / BBM / Messenger / WeChat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+mn-lt"/>
              </a:rPr>
              <a:t>Sosiale</a:t>
            </a:r>
            <a:r>
              <a:rPr lang="en-US" sz="2400" dirty="0">
                <a:latin typeface="+mn-lt"/>
              </a:rPr>
              <a:t> </a:t>
            </a:r>
            <a:r>
              <a:rPr lang="en-US" sz="2400" dirty="0" err="1">
                <a:latin typeface="+mn-lt"/>
              </a:rPr>
              <a:t>netwerke</a:t>
            </a:r>
            <a:r>
              <a:rPr lang="en-US" sz="2400" dirty="0">
                <a:latin typeface="+mn-lt"/>
              </a:rPr>
              <a:t>: </a:t>
            </a:r>
            <a:br>
              <a:rPr lang="en-US" sz="2400" b="0" dirty="0">
                <a:latin typeface="+mn-lt"/>
              </a:rPr>
            </a:br>
            <a:r>
              <a:rPr lang="en-US" sz="2400" b="0" dirty="0">
                <a:latin typeface="+mn-lt"/>
              </a:rPr>
              <a:t>Facebook / Instagram</a:t>
            </a:r>
            <a:endParaRPr lang="en-ZA" sz="2400" b="0" dirty="0">
              <a:latin typeface="+mn-lt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70180" y="3417197"/>
            <a:ext cx="3060733" cy="223064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478" t="82407" r="2256" b="7093"/>
          <a:stretch/>
        </p:blipFill>
        <p:spPr>
          <a:xfrm>
            <a:off x="6379975" y="2312756"/>
            <a:ext cx="1279899" cy="984537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4" name="Action Button: Home 13">
            <a:hlinkClick r:id="rId5" action="ppaction://hlinksldjump" highlightClick="1"/>
          </p:cNvPr>
          <p:cNvSpPr/>
          <p:nvPr/>
        </p:nvSpPr>
        <p:spPr>
          <a:xfrm>
            <a:off x="8592758" y="6381328"/>
            <a:ext cx="551242" cy="476672"/>
          </a:xfrm>
          <a:prstGeom prst="actionButtonHom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3" name="Title 16"/>
          <p:cNvSpPr>
            <a:spLocks noGrp="1"/>
          </p:cNvSpPr>
          <p:nvPr>
            <p:ph type="title"/>
          </p:nvPr>
        </p:nvSpPr>
        <p:spPr>
          <a:xfrm>
            <a:off x="1172633" y="392312"/>
            <a:ext cx="6798734" cy="1303867"/>
          </a:xfrm>
        </p:spPr>
        <p:txBody>
          <a:bodyPr>
            <a:normAutofit/>
          </a:bodyPr>
          <a:lstStyle/>
          <a:p>
            <a:r>
              <a:rPr lang="en-ZA" dirty="0" err="1">
                <a:ln>
                  <a:noFill/>
                </a:ln>
                <a:solidFill>
                  <a:schemeClr val="accent3">
                    <a:lumMod val="75000"/>
                  </a:schemeClr>
                </a:solidFill>
              </a:rPr>
              <a:t>Voordele</a:t>
            </a:r>
            <a:r>
              <a:rPr lang="en-ZA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</a:rPr>
              <a:t> van </a:t>
            </a:r>
            <a:r>
              <a:rPr lang="en-ZA" dirty="0" err="1">
                <a:ln>
                  <a:noFill/>
                </a:ln>
                <a:solidFill>
                  <a:schemeClr val="accent3">
                    <a:lumMod val="75000"/>
                  </a:schemeClr>
                </a:solidFill>
              </a:rPr>
              <a:t>netwerke</a:t>
            </a:r>
            <a:endParaRPr lang="en-ZA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1172633" y="392312"/>
            <a:ext cx="6798734" cy="1303867"/>
          </a:xfrm>
        </p:spPr>
        <p:txBody>
          <a:bodyPr>
            <a:normAutofit/>
          </a:bodyPr>
          <a:lstStyle/>
          <a:p>
            <a:r>
              <a:rPr lang="en-ZA" dirty="0" err="1">
                <a:ln>
                  <a:noFill/>
                </a:ln>
                <a:solidFill>
                  <a:schemeClr val="accent3">
                    <a:lumMod val="75000"/>
                  </a:schemeClr>
                </a:solidFill>
              </a:rPr>
              <a:t>Voordele</a:t>
            </a:r>
            <a:r>
              <a:rPr lang="en-ZA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</a:rPr>
              <a:t> van </a:t>
            </a:r>
            <a:r>
              <a:rPr lang="en-ZA" dirty="0" err="1">
                <a:ln>
                  <a:noFill/>
                </a:ln>
                <a:solidFill>
                  <a:schemeClr val="accent3">
                    <a:lumMod val="75000"/>
                  </a:schemeClr>
                </a:solidFill>
              </a:rPr>
              <a:t>netwerke</a:t>
            </a:r>
            <a:endParaRPr lang="en-ZA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1" name="Content Placeholder 20"/>
          <p:cNvSpPr>
            <a:spLocks noGrp="1"/>
          </p:cNvSpPr>
          <p:nvPr>
            <p:ph idx="1"/>
          </p:nvPr>
        </p:nvSpPr>
        <p:spPr>
          <a:xfrm>
            <a:off x="467544" y="1556792"/>
            <a:ext cx="8208912" cy="5112568"/>
          </a:xfrm>
        </p:spPr>
        <p:txBody>
          <a:bodyPr/>
          <a:lstStyle/>
          <a:p>
            <a:pPr>
              <a:buNone/>
            </a:pPr>
            <a:endParaRPr lang="en-ZA" dirty="0"/>
          </a:p>
          <a:p>
            <a:endParaRPr lang="en-ZA" dirty="0"/>
          </a:p>
        </p:txBody>
      </p:sp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019925" y="3789363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>
              <a:latin typeface="+mn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95536" y="1380587"/>
            <a:ext cx="8352928" cy="64633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3600" b="0" dirty="0" err="1"/>
              <a:t>Deel</a:t>
            </a:r>
            <a:r>
              <a:rPr lang="en-ZA" sz="3600" b="0" dirty="0"/>
              <a:t> van </a:t>
            </a:r>
            <a:r>
              <a:rPr lang="en-ZA" sz="3600" b="0" dirty="0" err="1"/>
              <a:t>hardeware</a:t>
            </a:r>
            <a:endParaRPr lang="en-US" sz="3600" b="0" dirty="0">
              <a:latin typeface="+mj-lt"/>
            </a:endParaRPr>
          </a:p>
        </p:txBody>
      </p:sp>
      <p:pic>
        <p:nvPicPr>
          <p:cNvPr id="8" name="Picture 7" descr="printer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006079" y="2233324"/>
            <a:ext cx="2663074" cy="200026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9" name="Picture 8" descr="scanner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>
          <a:xfrm>
            <a:off x="1843876" y="2233324"/>
            <a:ext cx="2405723" cy="200026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12" name="Rectangle 11"/>
          <p:cNvSpPr/>
          <p:nvPr/>
        </p:nvSpPr>
        <p:spPr>
          <a:xfrm>
            <a:off x="1763688" y="4453244"/>
            <a:ext cx="6104435" cy="17594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ZA" b="0" dirty="0" err="1">
                <a:latin typeface="+mn-lt"/>
              </a:rPr>
              <a:t>Toerusting</a:t>
            </a:r>
            <a:r>
              <a:rPr lang="en-ZA" b="0" dirty="0">
                <a:latin typeface="+mn-lt"/>
              </a:rPr>
              <a:t> </a:t>
            </a:r>
            <a:r>
              <a:rPr lang="en-ZA" b="0" dirty="0" err="1">
                <a:latin typeface="+mn-lt"/>
              </a:rPr>
              <a:t>kan</a:t>
            </a:r>
            <a:r>
              <a:rPr lang="en-ZA" b="0" dirty="0">
                <a:latin typeface="+mn-lt"/>
              </a:rPr>
              <a:t> in ’n </a:t>
            </a:r>
            <a:r>
              <a:rPr lang="en-ZA" b="0" dirty="0" err="1">
                <a:latin typeface="+mn-lt"/>
              </a:rPr>
              <a:t>netwerk</a:t>
            </a:r>
            <a:r>
              <a:rPr lang="en-ZA" b="0" dirty="0">
                <a:latin typeface="+mn-lt"/>
              </a:rPr>
              <a:t> </a:t>
            </a:r>
            <a:r>
              <a:rPr lang="en-ZA" b="0" dirty="0" err="1">
                <a:latin typeface="+mn-lt"/>
              </a:rPr>
              <a:t>deur</a:t>
            </a:r>
            <a:r>
              <a:rPr lang="en-ZA" b="0" dirty="0">
                <a:latin typeface="+mn-lt"/>
              </a:rPr>
              <a:t> </a:t>
            </a:r>
            <a:r>
              <a:rPr lang="en-ZA" b="0" dirty="0" err="1">
                <a:latin typeface="+mn-lt"/>
              </a:rPr>
              <a:t>gebruikers</a:t>
            </a:r>
            <a:r>
              <a:rPr lang="en-ZA" b="0" dirty="0">
                <a:latin typeface="+mn-lt"/>
              </a:rPr>
              <a:t> </a:t>
            </a:r>
            <a:r>
              <a:rPr lang="en-ZA" b="0" dirty="0" err="1">
                <a:latin typeface="+mn-lt"/>
              </a:rPr>
              <a:t>gedeel</a:t>
            </a:r>
            <a:r>
              <a:rPr lang="en-ZA" b="0" dirty="0">
                <a:latin typeface="+mn-lt"/>
              </a:rPr>
              <a:t> word – </a:t>
            </a:r>
            <a:r>
              <a:rPr lang="en-ZA" b="0" dirty="0" err="1">
                <a:latin typeface="+mn-lt"/>
              </a:rPr>
              <a:t>goedkoper</a:t>
            </a:r>
            <a:r>
              <a:rPr lang="en-ZA" b="0" dirty="0">
                <a:latin typeface="+mn-lt"/>
              </a:rPr>
              <a:t> as om ’n </a:t>
            </a:r>
            <a:r>
              <a:rPr lang="en-ZA" b="0" dirty="0" err="1">
                <a:latin typeface="+mn-lt"/>
              </a:rPr>
              <a:t>toestel</a:t>
            </a:r>
            <a:r>
              <a:rPr lang="en-ZA" b="0" dirty="0">
                <a:latin typeface="+mn-lt"/>
              </a:rPr>
              <a:t> </a:t>
            </a:r>
            <a:r>
              <a:rPr lang="en-ZA" b="0" dirty="0" err="1">
                <a:latin typeface="+mn-lt"/>
              </a:rPr>
              <a:t>vir</a:t>
            </a:r>
            <a:r>
              <a:rPr lang="en-ZA" b="0" dirty="0">
                <a:latin typeface="+mn-lt"/>
              </a:rPr>
              <a:t> </a:t>
            </a:r>
            <a:r>
              <a:rPr lang="en-ZA" b="0" dirty="0" err="1">
                <a:latin typeface="+mn-lt"/>
              </a:rPr>
              <a:t>elke</a:t>
            </a:r>
            <a:r>
              <a:rPr lang="en-ZA" b="0" dirty="0">
                <a:latin typeface="+mn-lt"/>
              </a:rPr>
              <a:t> </a:t>
            </a:r>
            <a:r>
              <a:rPr lang="en-ZA" b="0" dirty="0" err="1">
                <a:latin typeface="+mn-lt"/>
              </a:rPr>
              <a:t>rekenaar</a:t>
            </a:r>
            <a:r>
              <a:rPr lang="en-ZA" b="0" dirty="0">
                <a:latin typeface="+mn-lt"/>
              </a:rPr>
              <a:t> </a:t>
            </a:r>
            <a:r>
              <a:rPr lang="en-ZA" b="0" dirty="0" err="1">
                <a:latin typeface="+mn-lt"/>
              </a:rPr>
              <a:t>te</a:t>
            </a:r>
            <a:r>
              <a:rPr lang="en-ZA" b="0" dirty="0">
                <a:latin typeface="+mn-lt"/>
              </a:rPr>
              <a:t> </a:t>
            </a:r>
            <a:r>
              <a:rPr lang="en-ZA" b="0" dirty="0" err="1">
                <a:latin typeface="+mn-lt"/>
              </a:rPr>
              <a:t>koop</a:t>
            </a:r>
            <a:r>
              <a:rPr lang="en-ZA" b="0" dirty="0">
                <a:latin typeface="+mn-lt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 err="1">
                <a:latin typeface="+mn-lt"/>
              </a:rPr>
              <a:t>Jy</a:t>
            </a:r>
            <a:r>
              <a:rPr lang="en-US" b="0" dirty="0">
                <a:latin typeface="+mn-lt"/>
              </a:rPr>
              <a:t> </a:t>
            </a:r>
            <a:r>
              <a:rPr lang="en-US" b="0" dirty="0" err="1">
                <a:latin typeface="+mn-lt"/>
              </a:rPr>
              <a:t>kan</a:t>
            </a:r>
            <a:r>
              <a:rPr lang="en-US" b="0" dirty="0">
                <a:latin typeface="+mn-lt"/>
              </a:rPr>
              <a:t> </a:t>
            </a:r>
            <a:r>
              <a:rPr lang="en-US" b="0" dirty="0" err="1">
                <a:latin typeface="+mn-lt"/>
              </a:rPr>
              <a:t>selfs</a:t>
            </a:r>
            <a:r>
              <a:rPr lang="en-US" b="0" dirty="0">
                <a:latin typeface="+mn-lt"/>
              </a:rPr>
              <a:t> </a:t>
            </a:r>
            <a:r>
              <a:rPr lang="en-US" b="0" dirty="0" err="1">
                <a:latin typeface="+mn-lt"/>
              </a:rPr>
              <a:t>vanaf</a:t>
            </a:r>
            <a:r>
              <a:rPr lang="en-US" b="0" dirty="0">
                <a:latin typeface="+mn-lt"/>
              </a:rPr>
              <a:t> </a:t>
            </a:r>
            <a:r>
              <a:rPr lang="en-US" b="0" dirty="0" err="1">
                <a:latin typeface="+mn-lt"/>
              </a:rPr>
              <a:t>jou</a:t>
            </a:r>
            <a:r>
              <a:rPr lang="en-US" b="0" dirty="0">
                <a:latin typeface="+mn-lt"/>
              </a:rPr>
              <a:t> </a:t>
            </a:r>
            <a:r>
              <a:rPr lang="en-US" b="0" dirty="0" err="1">
                <a:latin typeface="+mn-lt"/>
              </a:rPr>
              <a:t>slimfoon</a:t>
            </a:r>
            <a:r>
              <a:rPr lang="en-US" b="0" dirty="0">
                <a:latin typeface="+mn-lt"/>
              </a:rPr>
              <a:t> </a:t>
            </a:r>
            <a:r>
              <a:rPr lang="en-US" b="0" dirty="0" err="1">
                <a:latin typeface="+mn-lt"/>
              </a:rPr>
              <a:t>na</a:t>
            </a:r>
            <a:r>
              <a:rPr lang="en-US" b="0" dirty="0">
                <a:latin typeface="+mn-lt"/>
              </a:rPr>
              <a:t> </a:t>
            </a:r>
            <a:r>
              <a:rPr lang="en-US" b="0" dirty="0" err="1">
                <a:latin typeface="+mn-lt"/>
              </a:rPr>
              <a:t>enige</a:t>
            </a:r>
            <a:r>
              <a:rPr lang="en-US" b="0" dirty="0">
                <a:latin typeface="+mn-lt"/>
              </a:rPr>
              <a:t> </a:t>
            </a:r>
            <a:r>
              <a:rPr lang="en-US" b="0" dirty="0" err="1">
                <a:latin typeface="+mn-lt"/>
              </a:rPr>
              <a:t>drukker</a:t>
            </a:r>
            <a:r>
              <a:rPr lang="en-US" b="0" dirty="0">
                <a:latin typeface="+mn-lt"/>
              </a:rPr>
              <a:t> in die </a:t>
            </a:r>
            <a:r>
              <a:rPr lang="en-US" b="0" dirty="0" err="1">
                <a:latin typeface="+mn-lt"/>
              </a:rPr>
              <a:t>wêreld</a:t>
            </a:r>
            <a:r>
              <a:rPr lang="en-US" b="0" dirty="0">
                <a:latin typeface="+mn-lt"/>
              </a:rPr>
              <a:t> </a:t>
            </a:r>
            <a:r>
              <a:rPr lang="en-US" b="0" dirty="0" err="1">
                <a:latin typeface="+mn-lt"/>
              </a:rPr>
              <a:t>iets</a:t>
            </a:r>
            <a:r>
              <a:rPr lang="en-US" b="0" dirty="0">
                <a:latin typeface="+mn-lt"/>
              </a:rPr>
              <a:t> </a:t>
            </a:r>
            <a:r>
              <a:rPr lang="en-US" b="0" dirty="0" err="1">
                <a:latin typeface="+mn-lt"/>
              </a:rPr>
              <a:t>uitdruk</a:t>
            </a:r>
            <a:r>
              <a:rPr lang="en-US" b="0" dirty="0">
                <a:latin typeface="+mn-lt"/>
              </a:rPr>
              <a:t>!</a:t>
            </a:r>
            <a:endParaRPr lang="en-ZA" b="0" dirty="0">
              <a:latin typeface="+mn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9" name="Action Button: Home 18">
            <a:hlinkClick r:id="rId5" action="ppaction://hlinksldjump" highlightClick="1"/>
          </p:cNvPr>
          <p:cNvSpPr/>
          <p:nvPr/>
        </p:nvSpPr>
        <p:spPr>
          <a:xfrm>
            <a:off x="8592758" y="6381328"/>
            <a:ext cx="551242" cy="476672"/>
          </a:xfrm>
          <a:prstGeom prst="actionButtonHom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/>
          <p:cNvSpPr>
            <a:spLocks noGrp="1"/>
          </p:cNvSpPr>
          <p:nvPr>
            <p:ph idx="1"/>
          </p:nvPr>
        </p:nvSpPr>
        <p:spPr>
          <a:xfrm>
            <a:off x="467544" y="1556792"/>
            <a:ext cx="8208912" cy="5112568"/>
          </a:xfrm>
        </p:spPr>
        <p:txBody>
          <a:bodyPr/>
          <a:lstStyle/>
          <a:p>
            <a:pPr>
              <a:buNone/>
            </a:pPr>
            <a:endParaRPr lang="en-ZA" dirty="0"/>
          </a:p>
          <a:p>
            <a:endParaRPr lang="en-ZA" dirty="0"/>
          </a:p>
        </p:txBody>
      </p:sp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019925" y="3789363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/>
          </a:p>
        </p:txBody>
      </p:sp>
      <p:sp>
        <p:nvSpPr>
          <p:cNvPr id="28" name="Rectangle 27"/>
          <p:cNvSpPr/>
          <p:nvPr/>
        </p:nvSpPr>
        <p:spPr>
          <a:xfrm>
            <a:off x="899592" y="4968048"/>
            <a:ext cx="712839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b="0" dirty="0" err="1">
                <a:latin typeface="+mn-lt"/>
              </a:rPr>
              <a:t>Leerders</a:t>
            </a:r>
            <a:r>
              <a:rPr lang="en-ZA" b="0" dirty="0">
                <a:latin typeface="+mn-lt"/>
              </a:rPr>
              <a:t> </a:t>
            </a:r>
            <a:r>
              <a:rPr lang="en-ZA" b="0" dirty="0" err="1">
                <a:latin typeface="+mn-lt"/>
              </a:rPr>
              <a:t>kan</a:t>
            </a:r>
            <a:r>
              <a:rPr lang="en-ZA" b="0" dirty="0">
                <a:latin typeface="+mn-lt"/>
              </a:rPr>
              <a:t> </a:t>
            </a:r>
            <a:r>
              <a:rPr lang="en-ZA" b="0" dirty="0" err="1">
                <a:latin typeface="+mn-lt"/>
              </a:rPr>
              <a:t>toegang</a:t>
            </a:r>
            <a:r>
              <a:rPr lang="en-ZA" b="0" dirty="0">
                <a:latin typeface="+mn-lt"/>
              </a:rPr>
              <a:t> </a:t>
            </a:r>
            <a:r>
              <a:rPr lang="en-ZA" b="0" dirty="0" err="1">
                <a:latin typeface="+mn-lt"/>
              </a:rPr>
              <a:t>verkry</a:t>
            </a:r>
            <a:r>
              <a:rPr lang="en-ZA" b="0" dirty="0">
                <a:latin typeface="+mn-lt"/>
              </a:rPr>
              <a:t> tot </a:t>
            </a:r>
            <a:r>
              <a:rPr lang="en-ZA" b="0" dirty="0" err="1">
                <a:latin typeface="+mn-lt"/>
              </a:rPr>
              <a:t>lêers</a:t>
            </a:r>
            <a:r>
              <a:rPr lang="en-ZA" b="0" dirty="0">
                <a:latin typeface="+mn-lt"/>
              </a:rPr>
              <a:t> op ’n </a:t>
            </a:r>
            <a:r>
              <a:rPr lang="en-ZA" b="0" dirty="0" err="1">
                <a:latin typeface="+mn-lt"/>
              </a:rPr>
              <a:t>bediener</a:t>
            </a:r>
            <a:r>
              <a:rPr lang="en-ZA" b="0" dirty="0">
                <a:latin typeface="+mn-lt"/>
              </a:rPr>
              <a:t> </a:t>
            </a:r>
            <a:r>
              <a:rPr lang="en-ZA" b="0" dirty="0" err="1">
                <a:latin typeface="+mn-lt"/>
              </a:rPr>
              <a:t>en</a:t>
            </a:r>
            <a:r>
              <a:rPr lang="en-ZA" b="0" dirty="0">
                <a:latin typeface="+mn-lt"/>
              </a:rPr>
              <a:t> </a:t>
            </a:r>
            <a:r>
              <a:rPr lang="en-ZA" b="0" dirty="0" err="1">
                <a:latin typeface="+mn-lt"/>
              </a:rPr>
              <a:t>onderwysers</a:t>
            </a:r>
            <a:r>
              <a:rPr lang="en-ZA" b="0" dirty="0">
                <a:latin typeface="+mn-lt"/>
              </a:rPr>
              <a:t> </a:t>
            </a:r>
            <a:r>
              <a:rPr lang="en-ZA" b="0" dirty="0" err="1">
                <a:latin typeface="+mn-lt"/>
              </a:rPr>
              <a:t>kan</a:t>
            </a:r>
            <a:r>
              <a:rPr lang="en-ZA" b="0" dirty="0">
                <a:latin typeface="+mn-lt"/>
              </a:rPr>
              <a:t> die </a:t>
            </a:r>
            <a:r>
              <a:rPr lang="en-ZA" b="0" dirty="0" err="1">
                <a:latin typeface="+mn-lt"/>
              </a:rPr>
              <a:t>leerders</a:t>
            </a:r>
            <a:r>
              <a:rPr lang="en-ZA" b="0" dirty="0">
                <a:latin typeface="+mn-lt"/>
              </a:rPr>
              <a:t> se </a:t>
            </a:r>
            <a:r>
              <a:rPr lang="en-ZA" b="0" dirty="0" err="1">
                <a:latin typeface="+mn-lt"/>
              </a:rPr>
              <a:t>lêers</a:t>
            </a:r>
            <a:r>
              <a:rPr lang="en-ZA" b="0" dirty="0">
                <a:latin typeface="+mn-lt"/>
              </a:rPr>
              <a:t> op die </a:t>
            </a:r>
            <a:r>
              <a:rPr lang="en-ZA" b="0" dirty="0" err="1">
                <a:latin typeface="+mn-lt"/>
              </a:rPr>
              <a:t>bediener</a:t>
            </a:r>
            <a:r>
              <a:rPr lang="en-ZA" b="0" dirty="0">
                <a:latin typeface="+mn-lt"/>
              </a:rPr>
              <a:t> </a:t>
            </a:r>
            <a:r>
              <a:rPr lang="en-ZA" b="0" dirty="0" err="1">
                <a:latin typeface="+mn-lt"/>
              </a:rPr>
              <a:t>gaan</a:t>
            </a:r>
            <a:r>
              <a:rPr lang="en-ZA" b="0" dirty="0">
                <a:latin typeface="+mn-lt"/>
              </a:rPr>
              <a:t> </a:t>
            </a:r>
            <a:r>
              <a:rPr lang="en-ZA" b="0" dirty="0" err="1">
                <a:latin typeface="+mn-lt"/>
              </a:rPr>
              <a:t>haal</a:t>
            </a:r>
            <a:endParaRPr lang="en-ZA" b="0" dirty="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b="0" dirty="0">
                <a:latin typeface="+mn-lt"/>
              </a:rPr>
              <a:t>L</a:t>
            </a:r>
            <a:r>
              <a:rPr lang="en-US" b="0" dirty="0" err="1">
                <a:latin typeface="+mn-lt"/>
              </a:rPr>
              <a:t>êers</a:t>
            </a:r>
            <a:r>
              <a:rPr lang="en-US" b="0" dirty="0">
                <a:latin typeface="+mn-lt"/>
              </a:rPr>
              <a:t> </a:t>
            </a:r>
            <a:r>
              <a:rPr lang="en-US" b="0" dirty="0" err="1">
                <a:latin typeface="+mn-lt"/>
              </a:rPr>
              <a:t>kan</a:t>
            </a:r>
            <a:r>
              <a:rPr lang="en-US" b="0" dirty="0">
                <a:latin typeface="+mn-lt"/>
              </a:rPr>
              <a:t> in die ‘cloud’ </a:t>
            </a:r>
            <a:r>
              <a:rPr lang="en-US" b="0" dirty="0" err="1">
                <a:latin typeface="+mn-lt"/>
              </a:rPr>
              <a:t>gestoor</a:t>
            </a:r>
            <a:r>
              <a:rPr lang="en-US" b="0" dirty="0">
                <a:latin typeface="+mn-lt"/>
              </a:rPr>
              <a:t> word – op ’n </a:t>
            </a:r>
            <a:r>
              <a:rPr lang="en-US" b="0" dirty="0" err="1">
                <a:latin typeface="+mn-lt"/>
              </a:rPr>
              <a:t>rekenaar</a:t>
            </a:r>
            <a:r>
              <a:rPr lang="en-US" b="0" dirty="0">
                <a:latin typeface="+mn-lt"/>
              </a:rPr>
              <a:t> wat </a:t>
            </a:r>
            <a:r>
              <a:rPr lang="en-US" b="0" dirty="0" err="1">
                <a:latin typeface="+mn-lt"/>
              </a:rPr>
              <a:t>aan</a:t>
            </a:r>
            <a:r>
              <a:rPr lang="en-US" b="0" dirty="0">
                <a:latin typeface="+mn-lt"/>
              </a:rPr>
              <a:t> </a:t>
            </a:r>
            <a:r>
              <a:rPr lang="en-US" b="0">
                <a:latin typeface="+mn-lt"/>
              </a:rPr>
              <a:t>die internet </a:t>
            </a:r>
            <a:r>
              <a:rPr lang="en-US" b="0" dirty="0" err="1">
                <a:latin typeface="+mn-lt"/>
              </a:rPr>
              <a:t>gekoppel</a:t>
            </a:r>
            <a:r>
              <a:rPr lang="en-US" b="0" dirty="0">
                <a:latin typeface="+mn-lt"/>
              </a:rPr>
              <a:t> is</a:t>
            </a:r>
            <a:endParaRPr lang="en-ZA" b="0" dirty="0">
              <a:latin typeface="+mn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746" y="2251164"/>
            <a:ext cx="4605180" cy="252885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282671">
            <a:off x="6289031" y="2174657"/>
            <a:ext cx="2143125" cy="141922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91376">
            <a:off x="5667700" y="3554750"/>
            <a:ext cx="2230677" cy="120859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23" name="Action Button: Home 22">
            <a:hlinkClick r:id="rId6" action="ppaction://hlinksldjump" highlightClick="1"/>
          </p:cNvPr>
          <p:cNvSpPr/>
          <p:nvPr/>
        </p:nvSpPr>
        <p:spPr>
          <a:xfrm>
            <a:off x="8592758" y="6381328"/>
            <a:ext cx="551242" cy="476672"/>
          </a:xfrm>
          <a:prstGeom prst="actionButtonHom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5" name="Title 16"/>
          <p:cNvSpPr>
            <a:spLocks noGrp="1"/>
          </p:cNvSpPr>
          <p:nvPr>
            <p:ph type="title"/>
          </p:nvPr>
        </p:nvSpPr>
        <p:spPr>
          <a:xfrm>
            <a:off x="1172633" y="392312"/>
            <a:ext cx="6798734" cy="1303867"/>
          </a:xfrm>
        </p:spPr>
        <p:txBody>
          <a:bodyPr>
            <a:normAutofit/>
          </a:bodyPr>
          <a:lstStyle/>
          <a:p>
            <a:r>
              <a:rPr lang="en-ZA" dirty="0" err="1">
                <a:ln>
                  <a:noFill/>
                </a:ln>
                <a:solidFill>
                  <a:schemeClr val="accent3">
                    <a:lumMod val="75000"/>
                  </a:schemeClr>
                </a:solidFill>
              </a:rPr>
              <a:t>Voordele</a:t>
            </a:r>
            <a:r>
              <a:rPr lang="en-ZA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</a:rPr>
              <a:t> van </a:t>
            </a:r>
            <a:r>
              <a:rPr lang="en-ZA" dirty="0" err="1">
                <a:ln>
                  <a:noFill/>
                </a:ln>
                <a:solidFill>
                  <a:schemeClr val="accent3">
                    <a:lumMod val="75000"/>
                  </a:schemeClr>
                </a:solidFill>
              </a:rPr>
              <a:t>netwerke</a:t>
            </a:r>
            <a:endParaRPr lang="en-ZA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95536" y="1380587"/>
            <a:ext cx="8352928" cy="64633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3600" b="0" dirty="0" err="1"/>
              <a:t>Deel</a:t>
            </a:r>
            <a:r>
              <a:rPr lang="en-ZA" sz="3600" b="0" dirty="0"/>
              <a:t> van </a:t>
            </a:r>
            <a:r>
              <a:rPr lang="en-ZA" sz="3600" b="0" dirty="0" err="1"/>
              <a:t>lêers</a:t>
            </a:r>
            <a:endParaRPr lang="en-US" sz="3600" b="0" dirty="0">
              <a:latin typeface="+mj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/>
          <p:cNvSpPr txBox="1"/>
          <p:nvPr/>
        </p:nvSpPr>
        <p:spPr>
          <a:xfrm>
            <a:off x="3923928" y="2636912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ZA"/>
          </a:p>
        </p:txBody>
      </p:sp>
      <p:sp>
        <p:nvSpPr>
          <p:cNvPr id="3" name="Rectangle 2"/>
          <p:cNvSpPr/>
          <p:nvPr/>
        </p:nvSpPr>
        <p:spPr>
          <a:xfrm>
            <a:off x="683568" y="2180033"/>
            <a:ext cx="5184576" cy="3554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ZA" sz="2200" b="0" dirty="0" err="1">
                <a:latin typeface="+mn-lt"/>
                <a:ea typeface="Calibri" panose="020F0502020204030204" pitchFamily="34" charset="0"/>
              </a:rPr>
              <a:t>Netwerke</a:t>
            </a:r>
            <a:r>
              <a:rPr lang="en-ZA" sz="2200" b="0" dirty="0">
                <a:latin typeface="+mn-lt"/>
                <a:ea typeface="Calibri" panose="020F0502020204030204" pitchFamily="34" charset="0"/>
              </a:rPr>
              <a:t> </a:t>
            </a:r>
            <a:r>
              <a:rPr lang="en-ZA" sz="2200" b="0" dirty="0" err="1">
                <a:latin typeface="+mn-lt"/>
                <a:ea typeface="Calibri" panose="020F0502020204030204" pitchFamily="34" charset="0"/>
              </a:rPr>
              <a:t>stel</a:t>
            </a:r>
            <a:r>
              <a:rPr lang="en-ZA" sz="2200" b="0" dirty="0">
                <a:latin typeface="+mn-lt"/>
                <a:ea typeface="Calibri" panose="020F0502020204030204" pitchFamily="34" charset="0"/>
              </a:rPr>
              <a:t> </a:t>
            </a:r>
            <a:r>
              <a:rPr lang="en-ZA" sz="2200" b="0" dirty="0" err="1">
                <a:latin typeface="+mn-lt"/>
                <a:ea typeface="Calibri" panose="020F0502020204030204" pitchFamily="34" charset="0"/>
              </a:rPr>
              <a:t>ons</a:t>
            </a:r>
            <a:r>
              <a:rPr lang="en-ZA" sz="2200" b="0" dirty="0">
                <a:latin typeface="+mn-lt"/>
                <a:ea typeface="Calibri" panose="020F0502020204030204" pitchFamily="34" charset="0"/>
              </a:rPr>
              <a:t> in </a:t>
            </a:r>
            <a:r>
              <a:rPr lang="en-ZA" sz="2200" b="0" dirty="0" err="1">
                <a:latin typeface="+mn-lt"/>
                <a:ea typeface="Calibri" panose="020F0502020204030204" pitchFamily="34" charset="0"/>
              </a:rPr>
              <a:t>staat</a:t>
            </a:r>
            <a:r>
              <a:rPr lang="en-ZA" sz="2200" b="0" dirty="0">
                <a:latin typeface="+mn-lt"/>
                <a:ea typeface="Calibri" panose="020F0502020204030204" pitchFamily="34" charset="0"/>
              </a:rPr>
              <a:t> om </a:t>
            </a:r>
            <a:r>
              <a:rPr lang="en-ZA" sz="2200" b="0" dirty="0" err="1">
                <a:latin typeface="+mn-lt"/>
                <a:ea typeface="Calibri" panose="020F0502020204030204" pitchFamily="34" charset="0"/>
              </a:rPr>
              <a:t>lêers</a:t>
            </a:r>
            <a:r>
              <a:rPr lang="en-ZA" sz="2200" b="0" dirty="0">
                <a:latin typeface="+mn-lt"/>
                <a:ea typeface="Calibri" panose="020F0502020204030204" pitchFamily="34" charset="0"/>
              </a:rPr>
              <a:t> of </a:t>
            </a:r>
            <a:r>
              <a:rPr lang="en-ZA" sz="2200" b="0" dirty="0" err="1">
                <a:latin typeface="+mn-lt"/>
                <a:ea typeface="Calibri" panose="020F0502020204030204" pitchFamily="34" charset="0"/>
              </a:rPr>
              <a:t>lêergidse</a:t>
            </a:r>
            <a:r>
              <a:rPr lang="en-ZA" sz="2200" b="0" dirty="0">
                <a:latin typeface="+mn-lt"/>
                <a:ea typeface="Calibri" panose="020F0502020204030204" pitchFamily="34" charset="0"/>
              </a:rPr>
              <a:t> op ’n </a:t>
            </a:r>
            <a:r>
              <a:rPr lang="en-ZA" sz="2200" b="0" dirty="0" err="1">
                <a:latin typeface="+mn-lt"/>
                <a:ea typeface="Calibri" panose="020F0502020204030204" pitchFamily="34" charset="0"/>
              </a:rPr>
              <a:t>sentrale</a:t>
            </a:r>
            <a:r>
              <a:rPr lang="en-ZA" sz="2200" b="0" dirty="0">
                <a:latin typeface="+mn-lt"/>
                <a:ea typeface="Calibri" panose="020F0502020204030204" pitchFamily="34" charset="0"/>
              </a:rPr>
              <a:t> </a:t>
            </a:r>
            <a:r>
              <a:rPr lang="en-ZA" sz="2200" b="0" dirty="0" err="1">
                <a:latin typeface="+mn-lt"/>
                <a:ea typeface="Calibri" panose="020F0502020204030204" pitchFamily="34" charset="0"/>
              </a:rPr>
              <a:t>rekenaar</a:t>
            </a:r>
            <a:r>
              <a:rPr lang="en-ZA" sz="2200" b="0" dirty="0">
                <a:latin typeface="+mn-lt"/>
                <a:ea typeface="Calibri" panose="020F0502020204030204" pitchFamily="34" charset="0"/>
              </a:rPr>
              <a:t> </a:t>
            </a:r>
            <a:r>
              <a:rPr lang="en-ZA" sz="2200" b="0" dirty="0" err="1">
                <a:latin typeface="+mn-lt"/>
                <a:ea typeface="Calibri" panose="020F0502020204030204" pitchFamily="34" charset="0"/>
              </a:rPr>
              <a:t>te</a:t>
            </a:r>
            <a:r>
              <a:rPr lang="en-ZA" sz="2200" b="0" dirty="0">
                <a:latin typeface="+mn-lt"/>
                <a:ea typeface="Calibri" panose="020F0502020204030204" pitchFamily="34" charset="0"/>
              </a:rPr>
              <a:t> </a:t>
            </a:r>
            <a:r>
              <a:rPr lang="en-ZA" sz="2200" b="0" dirty="0" err="1">
                <a:latin typeface="+mn-lt"/>
                <a:ea typeface="Calibri" panose="020F0502020204030204" pitchFamily="34" charset="0"/>
              </a:rPr>
              <a:t>gebruik</a:t>
            </a:r>
            <a:r>
              <a:rPr lang="en-ZA" sz="2200" b="0" dirty="0">
                <a:latin typeface="+mn-lt"/>
                <a:ea typeface="Calibri" panose="020F0502020204030204" pitchFamily="34" charset="0"/>
              </a:rPr>
              <a:t> </a:t>
            </a:r>
            <a:r>
              <a:rPr lang="en-ZA" sz="2200" b="0" i="1" dirty="0">
                <a:latin typeface="+mn-lt"/>
                <a:ea typeface="Calibri" panose="020F0502020204030204" pitchFamily="34" charset="0"/>
              </a:rPr>
              <a:t>(</a:t>
            </a:r>
            <a:r>
              <a:rPr lang="en-ZA" sz="2200" b="0" i="1" dirty="0" err="1">
                <a:latin typeface="+mn-lt"/>
                <a:ea typeface="Calibri" panose="020F0502020204030204" pitchFamily="34" charset="0"/>
              </a:rPr>
              <a:t>asof</a:t>
            </a:r>
            <a:r>
              <a:rPr lang="en-ZA" sz="2200" b="0" i="1" dirty="0">
                <a:latin typeface="+mn-lt"/>
                <a:ea typeface="Calibri" panose="020F0502020204030204" pitchFamily="34" charset="0"/>
              </a:rPr>
              <a:t> </a:t>
            </a:r>
            <a:r>
              <a:rPr lang="en-ZA" sz="2200" b="0" i="1" dirty="0" err="1">
                <a:latin typeface="+mn-lt"/>
                <a:ea typeface="Calibri" panose="020F0502020204030204" pitchFamily="34" charset="0"/>
              </a:rPr>
              <a:t>dit</a:t>
            </a:r>
            <a:r>
              <a:rPr lang="en-ZA" sz="2200" b="0" i="1" dirty="0">
                <a:latin typeface="+mn-lt"/>
                <a:ea typeface="Calibri" panose="020F0502020204030204" pitchFamily="34" charset="0"/>
              </a:rPr>
              <a:t> op </a:t>
            </a:r>
            <a:r>
              <a:rPr lang="en-ZA" sz="2200" b="0" i="1" dirty="0" err="1">
                <a:latin typeface="+mn-lt"/>
                <a:ea typeface="Calibri" panose="020F0502020204030204" pitchFamily="34" charset="0"/>
              </a:rPr>
              <a:t>jou</a:t>
            </a:r>
            <a:r>
              <a:rPr lang="en-ZA" sz="2200" b="0" i="1" dirty="0">
                <a:latin typeface="+mn-lt"/>
                <a:ea typeface="Calibri" panose="020F0502020204030204" pitchFamily="34" charset="0"/>
              </a:rPr>
              <a:t> </a:t>
            </a:r>
            <a:r>
              <a:rPr lang="en-ZA" sz="2200" b="0" i="1" dirty="0" err="1">
                <a:latin typeface="+mn-lt"/>
                <a:ea typeface="Calibri" panose="020F0502020204030204" pitchFamily="34" charset="0"/>
              </a:rPr>
              <a:t>eie</a:t>
            </a:r>
            <a:r>
              <a:rPr lang="en-ZA" sz="2200" b="0" i="1" dirty="0">
                <a:latin typeface="+mn-lt"/>
                <a:ea typeface="Calibri" panose="020F0502020204030204" pitchFamily="34" charset="0"/>
              </a:rPr>
              <a:t> </a:t>
            </a:r>
            <a:r>
              <a:rPr lang="en-ZA" sz="2200" b="0" i="1" dirty="0" err="1">
                <a:latin typeface="+mn-lt"/>
                <a:ea typeface="Calibri" panose="020F0502020204030204" pitchFamily="34" charset="0"/>
              </a:rPr>
              <a:t>rekenaar</a:t>
            </a:r>
            <a:r>
              <a:rPr lang="en-ZA" sz="2200" b="0" i="1" dirty="0">
                <a:latin typeface="+mn-lt"/>
                <a:ea typeface="Calibri" panose="020F0502020204030204" pitchFamily="34" charset="0"/>
              </a:rPr>
              <a:t> </a:t>
            </a:r>
            <a:r>
              <a:rPr lang="en-ZA" sz="2200" b="0" i="1" dirty="0" err="1">
                <a:latin typeface="+mn-lt"/>
                <a:ea typeface="Calibri" panose="020F0502020204030204" pitchFamily="34" charset="0"/>
              </a:rPr>
              <a:t>gestoor</a:t>
            </a:r>
            <a:r>
              <a:rPr lang="en-ZA" sz="2200" b="0" i="1" dirty="0">
                <a:latin typeface="+mn-lt"/>
                <a:ea typeface="Calibri" panose="020F0502020204030204" pitchFamily="34" charset="0"/>
              </a:rPr>
              <a:t> is)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0" dirty="0" err="1">
                <a:latin typeface="+mn-lt"/>
              </a:rPr>
              <a:t>Databasisse</a:t>
            </a:r>
            <a:r>
              <a:rPr lang="en-US" sz="2200" b="0" dirty="0">
                <a:latin typeface="+mn-lt"/>
              </a:rPr>
              <a:t> </a:t>
            </a:r>
            <a:r>
              <a:rPr lang="en-US" sz="2200" b="0" dirty="0" err="1">
                <a:latin typeface="+mn-lt"/>
              </a:rPr>
              <a:t>maak</a:t>
            </a:r>
            <a:r>
              <a:rPr lang="en-US" sz="2200" b="0" dirty="0">
                <a:latin typeface="+mn-lt"/>
              </a:rPr>
              <a:t> </a:t>
            </a:r>
            <a:r>
              <a:rPr lang="en-US" sz="2200" b="0" dirty="0" err="1">
                <a:latin typeface="+mn-lt"/>
              </a:rPr>
              <a:t>seker</a:t>
            </a:r>
            <a:r>
              <a:rPr lang="en-US" sz="2200" b="0" dirty="0">
                <a:latin typeface="+mn-lt"/>
              </a:rPr>
              <a:t> </a:t>
            </a:r>
            <a:r>
              <a:rPr lang="en-US" sz="2200" b="0" dirty="0" err="1">
                <a:latin typeface="+mn-lt"/>
              </a:rPr>
              <a:t>dat</a:t>
            </a:r>
            <a:r>
              <a:rPr lang="en-US" sz="2200" b="0" dirty="0">
                <a:latin typeface="+mn-lt"/>
              </a:rPr>
              <a:t> </a:t>
            </a:r>
            <a:r>
              <a:rPr lang="en-US" sz="2200" b="0" dirty="0" err="1">
                <a:latin typeface="+mn-lt"/>
              </a:rPr>
              <a:t>verskeie</a:t>
            </a:r>
            <a:r>
              <a:rPr lang="en-US" sz="2200" b="0" dirty="0">
                <a:latin typeface="+mn-lt"/>
              </a:rPr>
              <a:t> </a:t>
            </a:r>
            <a:r>
              <a:rPr lang="en-US" sz="2200" b="0" dirty="0" err="1">
                <a:latin typeface="+mn-lt"/>
              </a:rPr>
              <a:t>gebruikers</a:t>
            </a:r>
            <a:r>
              <a:rPr lang="en-US" sz="2200" b="0" dirty="0">
                <a:latin typeface="+mn-lt"/>
              </a:rPr>
              <a:t> </a:t>
            </a:r>
            <a:r>
              <a:rPr lang="en-US" sz="2200" b="0" dirty="0" err="1">
                <a:latin typeface="+mn-lt"/>
              </a:rPr>
              <a:t>nie</a:t>
            </a:r>
            <a:r>
              <a:rPr lang="en-US" sz="2200" b="0" dirty="0">
                <a:latin typeface="+mn-lt"/>
              </a:rPr>
              <a:t> </a:t>
            </a:r>
            <a:r>
              <a:rPr lang="en-US" sz="2200" b="0" dirty="0" err="1">
                <a:latin typeface="+mn-lt"/>
              </a:rPr>
              <a:t>botsende</a:t>
            </a:r>
            <a:r>
              <a:rPr lang="en-US" sz="2200" b="0" dirty="0">
                <a:latin typeface="+mn-lt"/>
              </a:rPr>
              <a:t> </a:t>
            </a:r>
            <a:r>
              <a:rPr lang="en-US" sz="2200" b="0" dirty="0" err="1">
                <a:latin typeface="+mn-lt"/>
              </a:rPr>
              <a:t>veranderinge</a:t>
            </a:r>
            <a:r>
              <a:rPr lang="en-US" sz="2200" b="0" dirty="0">
                <a:latin typeface="+mn-lt"/>
              </a:rPr>
              <a:t> </a:t>
            </a:r>
            <a:r>
              <a:rPr lang="en-US" sz="2200" b="0" dirty="0" err="1">
                <a:latin typeface="+mn-lt"/>
              </a:rPr>
              <a:t>aan</a:t>
            </a:r>
            <a:r>
              <a:rPr lang="en-US" sz="2200" b="0" dirty="0">
                <a:latin typeface="+mn-lt"/>
              </a:rPr>
              <a:t> data </a:t>
            </a:r>
            <a:r>
              <a:rPr lang="en-US" sz="2200" b="0" dirty="0" err="1">
                <a:latin typeface="+mn-lt"/>
              </a:rPr>
              <a:t>kan</a:t>
            </a:r>
            <a:r>
              <a:rPr lang="en-US" sz="2200" b="0" dirty="0">
                <a:latin typeface="+mn-lt"/>
              </a:rPr>
              <a:t> </a:t>
            </a:r>
            <a:r>
              <a:rPr lang="en-US" sz="2200" b="0" dirty="0" err="1">
                <a:latin typeface="+mn-lt"/>
              </a:rPr>
              <a:t>aanbring</a:t>
            </a:r>
            <a:r>
              <a:rPr lang="en-US" sz="2200" b="0" dirty="0">
                <a:latin typeface="+mn-lt"/>
              </a:rPr>
              <a:t> </a:t>
            </a:r>
            <a:r>
              <a:rPr lang="en-US" sz="2200" b="0" dirty="0" err="1">
                <a:latin typeface="+mn-lt"/>
              </a:rPr>
              <a:t>nie</a:t>
            </a:r>
            <a:r>
              <a:rPr lang="en-US" sz="2200" b="0" dirty="0">
                <a:latin typeface="+mn-lt"/>
              </a:rPr>
              <a:t> </a:t>
            </a:r>
            <a:r>
              <a:rPr lang="en-US" sz="2200" b="0" i="1" dirty="0">
                <a:latin typeface="+mn-lt"/>
              </a:rPr>
              <a:t>(</a:t>
            </a:r>
            <a:r>
              <a:rPr lang="en-US" sz="2200" b="0" i="1" dirty="0" err="1">
                <a:latin typeface="+mn-lt"/>
              </a:rPr>
              <a:t>terwyl</a:t>
            </a:r>
            <a:r>
              <a:rPr lang="en-US" sz="2200" b="0" i="1" dirty="0">
                <a:latin typeface="+mn-lt"/>
              </a:rPr>
              <a:t> </a:t>
            </a:r>
            <a:r>
              <a:rPr lang="en-US" sz="2200" b="0" i="1" dirty="0" err="1">
                <a:latin typeface="+mn-lt"/>
              </a:rPr>
              <a:t>dit</a:t>
            </a:r>
            <a:r>
              <a:rPr lang="en-US" sz="2200" b="0" i="1" dirty="0">
                <a:latin typeface="+mn-lt"/>
              </a:rPr>
              <a:t> </a:t>
            </a:r>
            <a:r>
              <a:rPr lang="en-US" sz="2200" b="0" i="1" dirty="0" err="1">
                <a:latin typeface="+mn-lt"/>
              </a:rPr>
              <a:t>ook</a:t>
            </a:r>
            <a:r>
              <a:rPr lang="en-US" sz="2200" b="0" i="1" dirty="0">
                <a:latin typeface="+mn-lt"/>
              </a:rPr>
              <a:t> </a:t>
            </a:r>
            <a:r>
              <a:rPr lang="en-US" sz="2200" b="0" i="1" dirty="0" err="1">
                <a:latin typeface="+mn-lt"/>
              </a:rPr>
              <a:t>seker</a:t>
            </a:r>
            <a:r>
              <a:rPr lang="en-US" sz="2200" b="0" i="1" dirty="0">
                <a:latin typeface="+mn-lt"/>
              </a:rPr>
              <a:t> </a:t>
            </a:r>
            <a:r>
              <a:rPr lang="en-US" sz="2200" b="0" i="1" dirty="0" err="1">
                <a:latin typeface="+mn-lt"/>
              </a:rPr>
              <a:t>maak</a:t>
            </a:r>
            <a:r>
              <a:rPr lang="en-US" sz="2200" b="0" i="1" dirty="0">
                <a:latin typeface="+mn-lt"/>
              </a:rPr>
              <a:t> </a:t>
            </a:r>
            <a:r>
              <a:rPr lang="en-US" sz="2200" b="0" i="1" dirty="0" err="1">
                <a:latin typeface="+mn-lt"/>
              </a:rPr>
              <a:t>dat</a:t>
            </a:r>
            <a:r>
              <a:rPr lang="en-US" sz="2200" b="0" i="1" dirty="0">
                <a:latin typeface="+mn-lt"/>
              </a:rPr>
              <a:t> </a:t>
            </a:r>
            <a:r>
              <a:rPr lang="en-US" sz="2200" b="0" i="1" dirty="0" err="1">
                <a:latin typeface="+mn-lt"/>
              </a:rPr>
              <a:t>veranderinge</a:t>
            </a:r>
            <a:r>
              <a:rPr lang="en-US" sz="2200" b="0" i="1" dirty="0">
                <a:latin typeface="+mn-lt"/>
              </a:rPr>
              <a:t> </a:t>
            </a:r>
            <a:r>
              <a:rPr lang="en-US" sz="2200" b="0" i="1" dirty="0" err="1">
                <a:latin typeface="+mn-lt"/>
              </a:rPr>
              <a:t>deur</a:t>
            </a:r>
            <a:r>
              <a:rPr lang="en-US" sz="2200" b="0" i="1" dirty="0">
                <a:latin typeface="+mn-lt"/>
              </a:rPr>
              <a:t> </a:t>
            </a:r>
            <a:r>
              <a:rPr lang="en-US" sz="2200" b="0" i="1" dirty="0" err="1">
                <a:latin typeface="+mn-lt"/>
              </a:rPr>
              <a:t>gebruikers</a:t>
            </a:r>
            <a:r>
              <a:rPr lang="en-US" sz="2200" b="0" i="1" dirty="0">
                <a:latin typeface="+mn-lt"/>
              </a:rPr>
              <a:t> </a:t>
            </a:r>
            <a:r>
              <a:rPr lang="en-US" sz="2200" b="0" i="1" dirty="0" err="1">
                <a:latin typeface="+mn-lt"/>
              </a:rPr>
              <a:t>gemaak</a:t>
            </a:r>
            <a:r>
              <a:rPr lang="en-US" sz="2200" b="0" i="1" dirty="0">
                <a:latin typeface="+mn-lt"/>
              </a:rPr>
              <a:t> </a:t>
            </a:r>
            <a:r>
              <a:rPr lang="en-US" sz="2200" b="0" i="1" dirty="0" err="1">
                <a:latin typeface="+mn-lt"/>
              </a:rPr>
              <a:t>onmiddellik</a:t>
            </a:r>
            <a:r>
              <a:rPr lang="en-US" sz="2200" b="0" i="1" dirty="0">
                <a:latin typeface="+mn-lt"/>
              </a:rPr>
              <a:t> </a:t>
            </a:r>
            <a:r>
              <a:rPr lang="en-US" sz="2200" b="0" i="1" dirty="0" err="1">
                <a:latin typeface="+mn-lt"/>
              </a:rPr>
              <a:t>aan</a:t>
            </a:r>
            <a:r>
              <a:rPr lang="en-US" sz="2200" b="0" i="1" dirty="0">
                <a:latin typeface="+mn-lt"/>
              </a:rPr>
              <a:t> </a:t>
            </a:r>
            <a:r>
              <a:rPr lang="en-US" sz="2200" b="0" i="1" dirty="0" err="1">
                <a:latin typeface="+mn-lt"/>
              </a:rPr>
              <a:t>ander</a:t>
            </a:r>
            <a:r>
              <a:rPr lang="en-US" sz="2200" b="0" i="1" dirty="0">
                <a:latin typeface="+mn-lt"/>
              </a:rPr>
              <a:t> </a:t>
            </a:r>
            <a:r>
              <a:rPr lang="en-US" sz="2200" b="0" i="1" dirty="0" err="1">
                <a:latin typeface="+mn-lt"/>
              </a:rPr>
              <a:t>gebruikers</a:t>
            </a:r>
            <a:r>
              <a:rPr lang="en-US" sz="2200" b="0" i="1" dirty="0">
                <a:latin typeface="+mn-lt"/>
              </a:rPr>
              <a:t> </a:t>
            </a:r>
            <a:r>
              <a:rPr lang="en-US" sz="2200" b="0" i="1" dirty="0" err="1">
                <a:latin typeface="+mn-lt"/>
              </a:rPr>
              <a:t>beskikbaar</a:t>
            </a:r>
            <a:r>
              <a:rPr lang="en-US" sz="2200" b="0" i="1" dirty="0">
                <a:latin typeface="+mn-lt"/>
              </a:rPr>
              <a:t> is)</a:t>
            </a:r>
          </a:p>
        </p:txBody>
      </p:sp>
      <p:grpSp>
        <p:nvGrpSpPr>
          <p:cNvPr id="11" name="Group 10"/>
          <p:cNvGrpSpPr/>
          <p:nvPr/>
        </p:nvGrpSpPr>
        <p:grpSpPr>
          <a:xfrm rot="21076675">
            <a:off x="5925581" y="4313531"/>
            <a:ext cx="2369012" cy="792088"/>
            <a:chOff x="2491020" y="4581128"/>
            <a:chExt cx="2369012" cy="792088"/>
          </a:xfrm>
        </p:grpSpPr>
        <p:sp>
          <p:nvSpPr>
            <p:cNvPr id="10" name="Rectangle 9"/>
            <p:cNvSpPr/>
            <p:nvPr/>
          </p:nvSpPr>
          <p:spPr>
            <a:xfrm>
              <a:off x="2491020" y="4581128"/>
              <a:ext cx="1944216" cy="792088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THEATRE TICKET</a:t>
              </a:r>
              <a:endParaRPr lang="en-ZA" dirty="0"/>
            </a:p>
          </p:txBody>
        </p:sp>
        <p:sp>
          <p:nvSpPr>
            <p:cNvPr id="20" name="Rectangle 19"/>
            <p:cNvSpPr/>
            <p:nvPr/>
          </p:nvSpPr>
          <p:spPr>
            <a:xfrm rot="16200000">
              <a:off x="4251590" y="4764774"/>
              <a:ext cx="792088" cy="424796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ADMIT ONE</a:t>
              </a:r>
              <a:endParaRPr lang="en-ZA" sz="1200" dirty="0"/>
            </a:p>
          </p:txBody>
        </p:sp>
      </p:grpSp>
      <p:grpSp>
        <p:nvGrpSpPr>
          <p:cNvPr id="22" name="Group 21"/>
          <p:cNvGrpSpPr/>
          <p:nvPr/>
        </p:nvGrpSpPr>
        <p:grpSpPr>
          <a:xfrm rot="979603">
            <a:off x="5165139" y="5151130"/>
            <a:ext cx="2369013" cy="792088"/>
            <a:chOff x="2491019" y="4581128"/>
            <a:chExt cx="2369013" cy="792088"/>
          </a:xfrm>
        </p:grpSpPr>
        <p:sp>
          <p:nvSpPr>
            <p:cNvPr id="23" name="Rectangle 22"/>
            <p:cNvSpPr/>
            <p:nvPr/>
          </p:nvSpPr>
          <p:spPr>
            <a:xfrm>
              <a:off x="2491019" y="4581128"/>
              <a:ext cx="1944216" cy="792088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THEATRE TICKET</a:t>
              </a:r>
              <a:endParaRPr lang="en-ZA" dirty="0"/>
            </a:p>
          </p:txBody>
        </p:sp>
        <p:sp>
          <p:nvSpPr>
            <p:cNvPr id="24" name="Rectangle 23"/>
            <p:cNvSpPr/>
            <p:nvPr/>
          </p:nvSpPr>
          <p:spPr>
            <a:xfrm rot="16200000">
              <a:off x="4251590" y="4764774"/>
              <a:ext cx="792088" cy="424796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ADMIT ONE</a:t>
              </a:r>
              <a:endParaRPr lang="en-ZA" sz="1200" dirty="0"/>
            </a:p>
          </p:txBody>
        </p:sp>
      </p:grp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26" name="Action Button: Home 25">
            <a:hlinkClick r:id="rId2" action="ppaction://hlinksldjump" highlightClick="1"/>
          </p:cNvPr>
          <p:cNvSpPr/>
          <p:nvPr/>
        </p:nvSpPr>
        <p:spPr>
          <a:xfrm>
            <a:off x="8592758" y="6381328"/>
            <a:ext cx="551242" cy="476672"/>
          </a:xfrm>
          <a:prstGeom prst="actionButtonHom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6" name="Title 16"/>
          <p:cNvSpPr>
            <a:spLocks noGrp="1"/>
          </p:cNvSpPr>
          <p:nvPr>
            <p:ph type="title"/>
          </p:nvPr>
        </p:nvSpPr>
        <p:spPr>
          <a:xfrm>
            <a:off x="1172633" y="392312"/>
            <a:ext cx="6798734" cy="1303867"/>
          </a:xfrm>
        </p:spPr>
        <p:txBody>
          <a:bodyPr>
            <a:normAutofit/>
          </a:bodyPr>
          <a:lstStyle/>
          <a:p>
            <a:r>
              <a:rPr lang="en-ZA" dirty="0" err="1">
                <a:ln>
                  <a:noFill/>
                </a:ln>
                <a:solidFill>
                  <a:schemeClr val="accent3">
                    <a:lumMod val="75000"/>
                  </a:schemeClr>
                </a:solidFill>
              </a:rPr>
              <a:t>Voordele</a:t>
            </a:r>
            <a:r>
              <a:rPr lang="en-ZA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</a:rPr>
              <a:t> van </a:t>
            </a:r>
            <a:r>
              <a:rPr lang="en-ZA" dirty="0" err="1">
                <a:ln>
                  <a:noFill/>
                </a:ln>
                <a:solidFill>
                  <a:schemeClr val="accent3">
                    <a:lumMod val="75000"/>
                  </a:schemeClr>
                </a:solidFill>
              </a:rPr>
              <a:t>netwerke</a:t>
            </a:r>
            <a:endParaRPr lang="en-ZA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95536" y="1380587"/>
            <a:ext cx="8352928" cy="64633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3600" b="0" dirty="0" err="1">
                <a:latin typeface="+mj-lt"/>
              </a:rPr>
              <a:t>Sentralisering</a:t>
            </a:r>
            <a:r>
              <a:rPr lang="en-ZA" sz="3600" b="0" dirty="0">
                <a:latin typeface="+mj-lt"/>
              </a:rPr>
              <a:t> van data</a:t>
            </a:r>
            <a:endParaRPr lang="en-US" sz="3600" b="0" dirty="0">
              <a:latin typeface="+mj-lt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948324" y="5673442"/>
            <a:ext cx="421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Twee </a:t>
            </a:r>
            <a:r>
              <a:rPr lang="en-US" dirty="0" err="1">
                <a:solidFill>
                  <a:srgbClr val="FF0000"/>
                </a:solidFill>
              </a:rPr>
              <a:t>mense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kan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nie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dieselfde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sitplek</a:t>
            </a:r>
            <a:r>
              <a:rPr lang="en-US" dirty="0">
                <a:solidFill>
                  <a:srgbClr val="FF0000"/>
                </a:solidFill>
              </a:rPr>
              <a:t> in ’n </a:t>
            </a:r>
            <a:r>
              <a:rPr lang="en-US" dirty="0" err="1">
                <a:solidFill>
                  <a:srgbClr val="FF0000"/>
                </a:solidFill>
              </a:rPr>
              <a:t>teater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bespreek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nie</a:t>
            </a:r>
            <a:r>
              <a:rPr lang="en-US" dirty="0">
                <a:solidFill>
                  <a:srgbClr val="FF0000"/>
                </a:solidFill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9785" y="5195813"/>
            <a:ext cx="1651403" cy="120176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43" name="TextBox 42"/>
          <p:cNvSpPr txBox="1"/>
          <p:nvPr/>
        </p:nvSpPr>
        <p:spPr>
          <a:xfrm>
            <a:off x="3923928" y="2636912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ZA"/>
          </a:p>
        </p:txBody>
      </p:sp>
      <p:sp>
        <p:nvSpPr>
          <p:cNvPr id="3" name="Rectangle 2"/>
          <p:cNvSpPr/>
          <p:nvPr/>
        </p:nvSpPr>
        <p:spPr>
          <a:xfrm>
            <a:off x="683568" y="2204864"/>
            <a:ext cx="4968552" cy="33701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dirty="0" err="1">
                <a:latin typeface="+mn-lt"/>
                <a:ea typeface="Calibri" panose="020F0502020204030204" pitchFamily="34" charset="0"/>
              </a:rPr>
              <a:t>Ons</a:t>
            </a:r>
            <a:r>
              <a:rPr lang="en-US" sz="2200" b="0" dirty="0">
                <a:latin typeface="+mn-lt"/>
                <a:ea typeface="Calibri" panose="020F0502020204030204" pitchFamily="34" charset="0"/>
              </a:rPr>
              <a:t> is </a:t>
            </a:r>
            <a:r>
              <a:rPr lang="en-US" sz="2200" b="0" dirty="0" err="1">
                <a:latin typeface="+mn-lt"/>
                <a:ea typeface="Calibri" panose="020F0502020204030204" pitchFamily="34" charset="0"/>
              </a:rPr>
              <a:t>nie</a:t>
            </a:r>
            <a:r>
              <a:rPr lang="en-US" sz="2200" b="0" dirty="0">
                <a:latin typeface="+mn-lt"/>
                <a:ea typeface="Calibri" panose="020F0502020204030204" pitchFamily="34" charset="0"/>
              </a:rPr>
              <a:t> </a:t>
            </a:r>
            <a:r>
              <a:rPr lang="en-US" sz="2200" b="0" dirty="0" err="1">
                <a:latin typeface="+mn-lt"/>
                <a:ea typeface="Calibri" panose="020F0502020204030204" pitchFamily="34" charset="0"/>
              </a:rPr>
              <a:t>gebonde</a:t>
            </a:r>
            <a:r>
              <a:rPr lang="en-US" sz="2200" b="0" dirty="0">
                <a:latin typeface="+mn-lt"/>
                <a:ea typeface="Calibri" panose="020F0502020204030204" pitchFamily="34" charset="0"/>
              </a:rPr>
              <a:t> </a:t>
            </a:r>
            <a:r>
              <a:rPr lang="en-US" sz="2200" b="0" dirty="0" err="1">
                <a:latin typeface="+mn-lt"/>
                <a:ea typeface="Calibri" panose="020F0502020204030204" pitchFamily="34" charset="0"/>
              </a:rPr>
              <a:t>aan</a:t>
            </a:r>
            <a:r>
              <a:rPr lang="en-US" sz="2200" b="0" dirty="0">
                <a:latin typeface="+mn-lt"/>
                <a:ea typeface="Calibri" panose="020F0502020204030204" pitchFamily="34" charset="0"/>
              </a:rPr>
              <a:t> die </a:t>
            </a:r>
            <a:r>
              <a:rPr lang="en-US" sz="2200" b="0" dirty="0" err="1">
                <a:latin typeface="+mn-lt"/>
                <a:ea typeface="Calibri" panose="020F0502020204030204" pitchFamily="34" charset="0"/>
              </a:rPr>
              <a:t>fisiese</a:t>
            </a:r>
            <a:r>
              <a:rPr lang="en-US" sz="2200" b="0" dirty="0">
                <a:latin typeface="+mn-lt"/>
                <a:ea typeface="Calibri" panose="020F0502020204030204" pitchFamily="34" charset="0"/>
              </a:rPr>
              <a:t> </a:t>
            </a:r>
            <a:r>
              <a:rPr lang="en-US" sz="2200" b="0" dirty="0" err="1">
                <a:latin typeface="+mn-lt"/>
                <a:ea typeface="Calibri" panose="020F0502020204030204" pitchFamily="34" charset="0"/>
              </a:rPr>
              <a:t>plek</a:t>
            </a:r>
            <a:r>
              <a:rPr lang="en-US" sz="2200" b="0" dirty="0">
                <a:latin typeface="+mn-lt"/>
                <a:ea typeface="Calibri" panose="020F0502020204030204" pitchFamily="34" charset="0"/>
              </a:rPr>
              <a:t> van </a:t>
            </a:r>
            <a:r>
              <a:rPr lang="en-US" sz="2200" b="0" dirty="0" err="1">
                <a:latin typeface="+mn-lt"/>
                <a:ea typeface="Calibri" panose="020F0502020204030204" pitchFamily="34" charset="0"/>
              </a:rPr>
              <a:t>ons</a:t>
            </a:r>
            <a:r>
              <a:rPr lang="en-US" sz="2200" b="0" dirty="0">
                <a:latin typeface="+mn-lt"/>
                <a:ea typeface="Calibri" panose="020F0502020204030204" pitchFamily="34" charset="0"/>
              </a:rPr>
              <a:t> </a:t>
            </a:r>
            <a:r>
              <a:rPr lang="en-US" sz="2200" b="0" dirty="0" err="1">
                <a:latin typeface="+mn-lt"/>
                <a:ea typeface="Calibri" panose="020F0502020204030204" pitchFamily="34" charset="0"/>
              </a:rPr>
              <a:t>rekenaars</a:t>
            </a:r>
            <a:r>
              <a:rPr lang="en-US" sz="2200" b="0" dirty="0">
                <a:latin typeface="+mn-lt"/>
                <a:ea typeface="Calibri" panose="020F0502020204030204" pitchFamily="34" charset="0"/>
              </a:rPr>
              <a:t> </a:t>
            </a:r>
            <a:r>
              <a:rPr lang="en-US" sz="2200" b="0" dirty="0" err="1">
                <a:latin typeface="+mn-lt"/>
                <a:ea typeface="Calibri" panose="020F0502020204030204" pitchFamily="34" charset="0"/>
              </a:rPr>
              <a:t>nie</a:t>
            </a:r>
            <a:endParaRPr lang="en-US" sz="2200" b="0" dirty="0">
              <a:latin typeface="+mn-lt"/>
              <a:ea typeface="Calibri" panose="020F0502020204030204" pitchFamily="34" charset="0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dirty="0">
                <a:latin typeface="+mn-lt"/>
              </a:rPr>
              <a:t>Die </a:t>
            </a:r>
            <a:r>
              <a:rPr lang="en-US" sz="2200" b="0" dirty="0" err="1">
                <a:latin typeface="+mn-lt"/>
              </a:rPr>
              <a:t>gebruik</a:t>
            </a:r>
            <a:r>
              <a:rPr lang="en-US" sz="2200" b="0" dirty="0">
                <a:latin typeface="+mn-lt"/>
              </a:rPr>
              <a:t> </a:t>
            </a:r>
            <a:r>
              <a:rPr lang="en-US" sz="2200" b="0">
                <a:latin typeface="+mn-lt"/>
              </a:rPr>
              <a:t>van internet </a:t>
            </a:r>
            <a:r>
              <a:rPr lang="en-US" sz="2200" b="0" dirty="0" err="1">
                <a:latin typeface="+mn-lt"/>
              </a:rPr>
              <a:t>verwyder</a:t>
            </a:r>
            <a:r>
              <a:rPr lang="en-US" sz="2200" b="0" dirty="0">
                <a:latin typeface="+mn-lt"/>
              </a:rPr>
              <a:t> </a:t>
            </a:r>
            <a:r>
              <a:rPr lang="en-US" sz="2200" b="0" dirty="0" err="1">
                <a:latin typeface="+mn-lt"/>
              </a:rPr>
              <a:t>plekspesifieke</a:t>
            </a:r>
            <a:r>
              <a:rPr lang="en-US" sz="2200" b="0" dirty="0">
                <a:latin typeface="+mn-lt"/>
              </a:rPr>
              <a:t> </a:t>
            </a:r>
            <a:r>
              <a:rPr lang="en-US" sz="2200" b="0" dirty="0" err="1">
                <a:latin typeface="+mn-lt"/>
              </a:rPr>
              <a:t>beperkinge</a:t>
            </a:r>
            <a:r>
              <a:rPr lang="en-US" sz="2200" b="0" dirty="0">
                <a:latin typeface="+mn-lt"/>
              </a:rPr>
              <a:t> van ’n </a:t>
            </a:r>
            <a:r>
              <a:rPr lang="en-US" sz="2200" b="0" dirty="0" err="1">
                <a:latin typeface="+mn-lt"/>
              </a:rPr>
              <a:t>netwerk</a:t>
            </a:r>
            <a:endParaRPr lang="en-US" sz="2200" b="0" dirty="0">
              <a:latin typeface="+mn-lt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dirty="0" err="1">
                <a:latin typeface="+mn-lt"/>
              </a:rPr>
              <a:t>Gebruik</a:t>
            </a:r>
            <a:r>
              <a:rPr lang="en-US" sz="2200" b="0" dirty="0">
                <a:latin typeface="+mn-lt"/>
              </a:rPr>
              <a:t> </a:t>
            </a:r>
            <a:r>
              <a:rPr lang="en-US" sz="2200" b="0" i="1" dirty="0">
                <a:latin typeface="+mn-lt"/>
              </a:rPr>
              <a:t>cloud-</a:t>
            </a:r>
            <a:r>
              <a:rPr lang="en-US" sz="2200" b="0" dirty="0" err="1">
                <a:latin typeface="+mn-lt"/>
              </a:rPr>
              <a:t>stoor</a:t>
            </a:r>
            <a:r>
              <a:rPr lang="en-US" sz="2200" b="0" dirty="0">
                <a:latin typeface="+mn-lt"/>
              </a:rPr>
              <a:t> om </a:t>
            </a:r>
            <a:r>
              <a:rPr lang="en-US" sz="2200" b="0" dirty="0" err="1">
                <a:latin typeface="+mn-lt"/>
              </a:rPr>
              <a:t>lêers</a:t>
            </a:r>
            <a:r>
              <a:rPr lang="en-US" sz="2200" b="0" dirty="0">
                <a:latin typeface="+mn-lt"/>
              </a:rPr>
              <a:t> </a:t>
            </a:r>
            <a:r>
              <a:rPr lang="en-US" sz="2200" b="0" dirty="0" err="1">
                <a:latin typeface="+mn-lt"/>
              </a:rPr>
              <a:t>te</a:t>
            </a:r>
            <a:r>
              <a:rPr lang="en-US" sz="2200" b="0" dirty="0">
                <a:latin typeface="+mn-lt"/>
              </a:rPr>
              <a:t> </a:t>
            </a:r>
            <a:r>
              <a:rPr lang="en-US" sz="2200" b="0" dirty="0" err="1">
                <a:latin typeface="+mn-lt"/>
              </a:rPr>
              <a:t>stoor</a:t>
            </a:r>
            <a:r>
              <a:rPr lang="en-US" sz="2200" b="0" dirty="0">
                <a:latin typeface="+mn-lt"/>
              </a:rPr>
              <a:t> </a:t>
            </a:r>
            <a:r>
              <a:rPr lang="en-US" sz="2200" b="0" dirty="0" err="1">
                <a:latin typeface="+mn-lt"/>
              </a:rPr>
              <a:t>en</a:t>
            </a:r>
            <a:r>
              <a:rPr lang="en-US" sz="2200" b="0" dirty="0">
                <a:latin typeface="+mn-lt"/>
              </a:rPr>
              <a:t> </a:t>
            </a:r>
            <a:r>
              <a:rPr lang="en-US" sz="2200" b="0" dirty="0" err="1">
                <a:latin typeface="+mn-lt"/>
              </a:rPr>
              <a:t>te</a:t>
            </a:r>
            <a:r>
              <a:rPr lang="en-US" sz="2200" b="0" dirty="0">
                <a:latin typeface="+mn-lt"/>
              </a:rPr>
              <a:t> </a:t>
            </a:r>
            <a:r>
              <a:rPr lang="en-US" sz="2200" b="0" dirty="0" err="1">
                <a:latin typeface="+mn-lt"/>
              </a:rPr>
              <a:t>sinkroniseer</a:t>
            </a:r>
            <a:endParaRPr lang="en-US" sz="2200" b="0" dirty="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0" dirty="0" err="1">
                <a:latin typeface="+mn-lt"/>
              </a:rPr>
              <a:t>Internetbankdienste</a:t>
            </a:r>
            <a:r>
              <a:rPr lang="en-US" sz="2200" b="0" dirty="0">
                <a:latin typeface="+mn-lt"/>
              </a:rPr>
              <a:t> </a:t>
            </a:r>
            <a:r>
              <a:rPr lang="en-US" sz="2200" b="0" dirty="0" err="1">
                <a:latin typeface="+mn-lt"/>
              </a:rPr>
              <a:t>kan</a:t>
            </a:r>
            <a:r>
              <a:rPr lang="en-US" sz="2200" b="0" dirty="0">
                <a:latin typeface="+mn-lt"/>
              </a:rPr>
              <a:t> </a:t>
            </a:r>
            <a:r>
              <a:rPr lang="en-US" sz="2200" b="0" dirty="0" err="1">
                <a:latin typeface="+mn-lt"/>
              </a:rPr>
              <a:t>vanaf</a:t>
            </a:r>
            <a:r>
              <a:rPr lang="en-US" sz="2200" b="0" dirty="0">
                <a:latin typeface="+mn-lt"/>
              </a:rPr>
              <a:t> </a:t>
            </a:r>
            <a:r>
              <a:rPr lang="en-US" sz="2200" b="0" dirty="0" err="1">
                <a:latin typeface="+mn-lt"/>
              </a:rPr>
              <a:t>jou</a:t>
            </a:r>
            <a:r>
              <a:rPr lang="en-US" sz="2200" b="0" dirty="0">
                <a:latin typeface="+mn-lt"/>
              </a:rPr>
              <a:t> huis </a:t>
            </a:r>
            <a:r>
              <a:rPr lang="en-US" sz="2200" b="0" dirty="0" err="1">
                <a:latin typeface="+mn-lt"/>
              </a:rPr>
              <a:t>gedoen</a:t>
            </a:r>
            <a:r>
              <a:rPr lang="en-US" sz="2200" b="0" dirty="0">
                <a:latin typeface="+mn-lt"/>
              </a:rPr>
              <a:t> word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9787" y="2185535"/>
            <a:ext cx="2143125" cy="141922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188" y="4584427"/>
            <a:ext cx="2008658" cy="100432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21" name="Action Button: Home 20">
            <a:hlinkClick r:id="rId5" action="ppaction://hlinksldjump" highlightClick="1"/>
          </p:cNvPr>
          <p:cNvSpPr/>
          <p:nvPr/>
        </p:nvSpPr>
        <p:spPr>
          <a:xfrm>
            <a:off x="8592758" y="6381328"/>
            <a:ext cx="551242" cy="476672"/>
          </a:xfrm>
          <a:prstGeom prst="actionButtonHom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1172633" y="392312"/>
            <a:ext cx="6798734" cy="1303867"/>
          </a:xfrm>
        </p:spPr>
        <p:txBody>
          <a:bodyPr>
            <a:normAutofit/>
          </a:bodyPr>
          <a:lstStyle/>
          <a:p>
            <a:r>
              <a:rPr lang="en-ZA" dirty="0" err="1">
                <a:ln>
                  <a:noFill/>
                </a:ln>
                <a:solidFill>
                  <a:schemeClr val="accent3">
                    <a:lumMod val="75000"/>
                  </a:schemeClr>
                </a:solidFill>
              </a:rPr>
              <a:t>Voordele</a:t>
            </a:r>
            <a:r>
              <a:rPr lang="en-ZA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</a:rPr>
              <a:t> van </a:t>
            </a:r>
            <a:r>
              <a:rPr lang="en-ZA" dirty="0" err="1">
                <a:ln>
                  <a:noFill/>
                </a:ln>
                <a:solidFill>
                  <a:schemeClr val="accent3">
                    <a:lumMod val="75000"/>
                  </a:schemeClr>
                </a:solidFill>
              </a:rPr>
              <a:t>netwerke</a:t>
            </a:r>
            <a:endParaRPr lang="en-ZA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95536" y="1380587"/>
            <a:ext cx="8352928" cy="64633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3600" b="0" dirty="0" err="1">
                <a:latin typeface="+mj-lt"/>
              </a:rPr>
              <a:t>Maklike</a:t>
            </a:r>
            <a:r>
              <a:rPr lang="en-ZA" sz="3600" b="0" dirty="0">
                <a:latin typeface="+mj-lt"/>
              </a:rPr>
              <a:t> </a:t>
            </a:r>
            <a:r>
              <a:rPr lang="en-ZA" sz="3600" b="0" dirty="0" err="1">
                <a:latin typeface="+mj-lt"/>
              </a:rPr>
              <a:t>toegang</a:t>
            </a:r>
            <a:endParaRPr lang="en-US" sz="3600" b="0" dirty="0">
              <a:latin typeface="+mj-lt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2507" y="5220583"/>
            <a:ext cx="1741687" cy="120176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7737" y="3427054"/>
            <a:ext cx="2464128" cy="133507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57146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1172633" y="394727"/>
            <a:ext cx="6798734" cy="1303867"/>
          </a:xfrm>
        </p:spPr>
        <p:txBody>
          <a:bodyPr>
            <a:normAutofit/>
          </a:bodyPr>
          <a:lstStyle/>
          <a:p>
            <a:r>
              <a:rPr lang="en-ZA" dirty="0" err="1">
                <a:ln>
                  <a:noFill/>
                </a:ln>
                <a:solidFill>
                  <a:schemeClr val="accent3">
                    <a:lumMod val="75000"/>
                  </a:schemeClr>
                </a:solidFill>
              </a:rPr>
              <a:t>Voordele</a:t>
            </a:r>
            <a:r>
              <a:rPr lang="en-ZA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</a:rPr>
              <a:t> van </a:t>
            </a:r>
            <a:r>
              <a:rPr lang="en-ZA" dirty="0" err="1">
                <a:ln>
                  <a:noFill/>
                </a:ln>
                <a:solidFill>
                  <a:schemeClr val="accent3">
                    <a:lumMod val="75000"/>
                  </a:schemeClr>
                </a:solidFill>
              </a:rPr>
              <a:t>netwerke</a:t>
            </a:r>
            <a:endParaRPr lang="en-ZA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1" name="Content Placeholder 20"/>
          <p:cNvSpPr>
            <a:spLocks noGrp="1"/>
          </p:cNvSpPr>
          <p:nvPr>
            <p:ph idx="1"/>
          </p:nvPr>
        </p:nvSpPr>
        <p:spPr>
          <a:xfrm>
            <a:off x="467544" y="1556792"/>
            <a:ext cx="8208912" cy="5112568"/>
          </a:xfrm>
        </p:spPr>
        <p:txBody>
          <a:bodyPr/>
          <a:lstStyle/>
          <a:p>
            <a:pPr>
              <a:buNone/>
            </a:pPr>
            <a:endParaRPr lang="en-ZA" dirty="0"/>
          </a:p>
          <a:p>
            <a:endParaRPr lang="en-ZA" dirty="0"/>
          </a:p>
        </p:txBody>
      </p:sp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019925" y="3789363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/>
          </a:p>
        </p:txBody>
      </p:sp>
      <p:sp>
        <p:nvSpPr>
          <p:cNvPr id="2" name="TextBox 1"/>
          <p:cNvSpPr txBox="1"/>
          <p:nvPr/>
        </p:nvSpPr>
        <p:spPr>
          <a:xfrm>
            <a:off x="687574" y="2368618"/>
            <a:ext cx="467651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200" b="0" dirty="0">
                <a:latin typeface="+mn-lt"/>
              </a:rPr>
              <a:t>Radio, video </a:t>
            </a:r>
            <a:r>
              <a:rPr lang="en-US" sz="2200" b="0" dirty="0" err="1">
                <a:latin typeface="+mn-lt"/>
              </a:rPr>
              <a:t>en</a:t>
            </a:r>
            <a:r>
              <a:rPr lang="en-US" sz="2200" b="0" dirty="0">
                <a:latin typeface="+mn-lt"/>
              </a:rPr>
              <a:t> </a:t>
            </a:r>
            <a:r>
              <a:rPr lang="en-US" sz="2200" b="0" dirty="0" err="1">
                <a:latin typeface="+mn-lt"/>
              </a:rPr>
              <a:t>televisie</a:t>
            </a:r>
            <a:r>
              <a:rPr lang="en-US" sz="2200" b="0" dirty="0">
                <a:latin typeface="+mn-lt"/>
              </a:rPr>
              <a:t> </a:t>
            </a:r>
            <a:r>
              <a:rPr lang="en-US" sz="2200" b="0" dirty="0" err="1">
                <a:latin typeface="+mn-lt"/>
              </a:rPr>
              <a:t>kan</a:t>
            </a:r>
            <a:r>
              <a:rPr lang="en-US" sz="2200" b="0" dirty="0">
                <a:latin typeface="+mn-lt"/>
              </a:rPr>
              <a:t> ‘</a:t>
            </a:r>
            <a:r>
              <a:rPr lang="en-US" sz="2200" b="0" dirty="0" err="1">
                <a:latin typeface="+mn-lt"/>
              </a:rPr>
              <a:t>lewendig</a:t>
            </a:r>
            <a:r>
              <a:rPr lang="en-US" sz="2200" b="0" dirty="0">
                <a:latin typeface="+mn-lt"/>
              </a:rPr>
              <a:t>’ </a:t>
            </a:r>
            <a:r>
              <a:rPr lang="en-US" sz="2200" b="0" dirty="0" err="1">
                <a:latin typeface="+mn-lt"/>
              </a:rPr>
              <a:t>oor</a:t>
            </a:r>
            <a:r>
              <a:rPr lang="en-US" sz="2200" b="0" dirty="0">
                <a:latin typeface="+mn-lt"/>
              </a:rPr>
              <a:t> die internet </a:t>
            </a:r>
            <a:r>
              <a:rPr lang="en-US" sz="2200" b="0" dirty="0" err="1">
                <a:latin typeface="+mn-lt"/>
              </a:rPr>
              <a:t>gestroom</a:t>
            </a:r>
            <a:r>
              <a:rPr lang="en-US" sz="2200" b="0" dirty="0">
                <a:latin typeface="+mn-lt"/>
              </a:rPr>
              <a:t> word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200" b="0" dirty="0">
                <a:latin typeface="+mn-lt"/>
              </a:rPr>
              <a:t>E-</a:t>
            </a:r>
            <a:r>
              <a:rPr lang="en-US" sz="2200" b="0" dirty="0" err="1">
                <a:latin typeface="+mn-lt"/>
              </a:rPr>
              <a:t>boeke</a:t>
            </a:r>
            <a:r>
              <a:rPr lang="en-US" sz="2200" b="0" dirty="0">
                <a:latin typeface="+mn-lt"/>
              </a:rPr>
              <a:t>, </a:t>
            </a:r>
            <a:r>
              <a:rPr lang="en-US" sz="2200" b="0" dirty="0" err="1">
                <a:latin typeface="+mn-lt"/>
              </a:rPr>
              <a:t>aanlyn</a:t>
            </a:r>
            <a:r>
              <a:rPr lang="en-US" sz="2200" b="0" dirty="0">
                <a:latin typeface="+mn-lt"/>
              </a:rPr>
              <a:t> </a:t>
            </a:r>
            <a:r>
              <a:rPr lang="en-US" sz="2200" b="0" dirty="0" err="1">
                <a:latin typeface="+mn-lt"/>
              </a:rPr>
              <a:t>koerante</a:t>
            </a:r>
            <a:r>
              <a:rPr lang="en-US" sz="2200" b="0" dirty="0">
                <a:latin typeface="+mn-lt"/>
              </a:rPr>
              <a:t> </a:t>
            </a:r>
            <a:r>
              <a:rPr lang="en-US" sz="2200" b="0" dirty="0" err="1">
                <a:latin typeface="+mn-lt"/>
              </a:rPr>
              <a:t>en</a:t>
            </a:r>
            <a:r>
              <a:rPr lang="en-US" sz="2200" b="0" dirty="0">
                <a:latin typeface="+mn-lt"/>
              </a:rPr>
              <a:t> </a:t>
            </a:r>
            <a:r>
              <a:rPr lang="en-US" sz="2200" b="0" dirty="0" err="1">
                <a:latin typeface="+mn-lt"/>
              </a:rPr>
              <a:t>tydskrifte</a:t>
            </a:r>
            <a:r>
              <a:rPr lang="en-US" sz="2200" b="0" dirty="0">
                <a:latin typeface="+mn-lt"/>
              </a:rPr>
              <a:t> </a:t>
            </a:r>
            <a:r>
              <a:rPr lang="en-US" sz="2200" b="0" dirty="0" err="1">
                <a:latin typeface="+mn-lt"/>
              </a:rPr>
              <a:t>kan</a:t>
            </a:r>
            <a:r>
              <a:rPr lang="en-US" sz="2200" b="0" dirty="0">
                <a:latin typeface="+mn-lt"/>
              </a:rPr>
              <a:t> </a:t>
            </a:r>
            <a:r>
              <a:rPr lang="en-US" sz="2200" b="0" dirty="0" err="1">
                <a:latin typeface="+mn-lt"/>
              </a:rPr>
              <a:t>afgelaai</a:t>
            </a:r>
            <a:r>
              <a:rPr lang="en-US" sz="2200" b="0" dirty="0">
                <a:latin typeface="+mn-lt"/>
              </a:rPr>
              <a:t> word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0" dirty="0" err="1">
                <a:latin typeface="+mn-lt"/>
              </a:rPr>
              <a:t>Aanlyn</a:t>
            </a:r>
            <a:r>
              <a:rPr lang="en-US" sz="2200" b="0" dirty="0">
                <a:latin typeface="+mn-lt"/>
              </a:rPr>
              <a:t> </a:t>
            </a:r>
            <a:r>
              <a:rPr lang="en-US" sz="2200" b="0" dirty="0" err="1">
                <a:latin typeface="+mn-lt"/>
              </a:rPr>
              <a:t>speletjies</a:t>
            </a:r>
            <a:r>
              <a:rPr lang="en-US" sz="2200" b="0" dirty="0">
                <a:latin typeface="+mn-lt"/>
              </a:rPr>
              <a:t> – </a:t>
            </a:r>
            <a:r>
              <a:rPr lang="en-US" sz="2200" b="0" dirty="0" err="1">
                <a:latin typeface="+mn-lt"/>
              </a:rPr>
              <a:t>speel</a:t>
            </a:r>
            <a:r>
              <a:rPr lang="en-US" sz="2200" b="0" dirty="0">
                <a:latin typeface="+mn-lt"/>
              </a:rPr>
              <a:t> teen </a:t>
            </a:r>
            <a:r>
              <a:rPr lang="en-US" sz="2200" b="0" dirty="0" err="1">
                <a:latin typeface="+mn-lt"/>
              </a:rPr>
              <a:t>ander</a:t>
            </a:r>
            <a:r>
              <a:rPr lang="en-US" sz="2200" b="0" dirty="0">
                <a:latin typeface="+mn-lt"/>
              </a:rPr>
              <a:t> </a:t>
            </a:r>
            <a:r>
              <a:rPr lang="en-US" sz="2200" b="0" dirty="0" err="1">
                <a:latin typeface="+mn-lt"/>
              </a:rPr>
              <a:t>gebruikers</a:t>
            </a:r>
            <a:r>
              <a:rPr lang="en-US" sz="2200" b="0" dirty="0">
                <a:latin typeface="+mn-lt"/>
              </a:rPr>
              <a:t> </a:t>
            </a:r>
            <a:r>
              <a:rPr lang="en-US" sz="2200" b="0" dirty="0" err="1">
                <a:latin typeface="+mn-lt"/>
              </a:rPr>
              <a:t>dwarsoor</a:t>
            </a:r>
            <a:r>
              <a:rPr lang="en-US" sz="2200" b="0" dirty="0">
                <a:latin typeface="+mn-lt"/>
              </a:rPr>
              <a:t> die </a:t>
            </a:r>
            <a:r>
              <a:rPr lang="en-US" sz="2200" b="0" dirty="0" err="1">
                <a:latin typeface="+mn-lt"/>
              </a:rPr>
              <a:t>wêreld</a:t>
            </a:r>
            <a:r>
              <a:rPr lang="en-US" sz="2200" b="0" dirty="0">
                <a:latin typeface="+mn-lt"/>
              </a:rPr>
              <a:t> (MMORPG)</a:t>
            </a:r>
            <a:endParaRPr lang="en-ZA" sz="2200" b="0" dirty="0">
              <a:latin typeface="+mn-lt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6050" y="5273583"/>
            <a:ext cx="1462087" cy="1090612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0839" y="5142462"/>
            <a:ext cx="1653096" cy="958518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799" y="4495944"/>
            <a:ext cx="987018" cy="129303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7522" y="4034577"/>
            <a:ext cx="1328992" cy="174867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3931" y="2427067"/>
            <a:ext cx="1315886" cy="172386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7522" y="2431160"/>
            <a:ext cx="1199175" cy="1199175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8" name="Action Button: Home 17">
            <a:hlinkClick r:id="rId9" action="ppaction://hlinksldjump" highlightClick="1"/>
          </p:cNvPr>
          <p:cNvSpPr/>
          <p:nvPr/>
        </p:nvSpPr>
        <p:spPr>
          <a:xfrm>
            <a:off x="8592758" y="6381328"/>
            <a:ext cx="551242" cy="476672"/>
          </a:xfrm>
          <a:prstGeom prst="actionButtonHom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6" name="TextBox 15"/>
          <p:cNvSpPr txBox="1"/>
          <p:nvPr/>
        </p:nvSpPr>
        <p:spPr>
          <a:xfrm>
            <a:off x="395536" y="1380587"/>
            <a:ext cx="8352928" cy="64633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3600" b="0" dirty="0" err="1">
                <a:latin typeface="+mj-lt"/>
              </a:rPr>
              <a:t>Vryetydsbesteding</a:t>
            </a:r>
            <a:endParaRPr lang="en-US" sz="3600" b="0" dirty="0">
              <a:latin typeface="+mj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019925" y="3789363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/>
          </a:p>
        </p:txBody>
      </p:sp>
      <p:sp>
        <p:nvSpPr>
          <p:cNvPr id="2" name="TextBox 1"/>
          <p:cNvSpPr txBox="1"/>
          <p:nvPr/>
        </p:nvSpPr>
        <p:spPr>
          <a:xfrm>
            <a:off x="755576" y="2210105"/>
            <a:ext cx="7056784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dirty="0" err="1">
                <a:latin typeface="+mn-lt"/>
              </a:rPr>
              <a:t>Makliker</a:t>
            </a:r>
            <a:r>
              <a:rPr lang="en-US" sz="2200" b="0" dirty="0">
                <a:latin typeface="+mn-lt"/>
              </a:rPr>
              <a:t> om </a:t>
            </a:r>
            <a:r>
              <a:rPr lang="en-US" sz="2200" b="0" dirty="0" err="1">
                <a:latin typeface="+mn-lt"/>
              </a:rPr>
              <a:t>toegang</a:t>
            </a:r>
            <a:r>
              <a:rPr lang="en-US" sz="2200" b="0" dirty="0">
                <a:latin typeface="+mn-lt"/>
              </a:rPr>
              <a:t> tot data </a:t>
            </a:r>
            <a:r>
              <a:rPr lang="en-US" sz="2200" b="0" dirty="0" err="1">
                <a:latin typeface="+mn-lt"/>
              </a:rPr>
              <a:t>te</a:t>
            </a:r>
            <a:r>
              <a:rPr lang="en-US" sz="2200" b="0" dirty="0">
                <a:latin typeface="+mn-lt"/>
              </a:rPr>
              <a:t> </a:t>
            </a:r>
            <a:r>
              <a:rPr lang="en-US" sz="2200" b="0" dirty="0" err="1">
                <a:latin typeface="+mn-lt"/>
              </a:rPr>
              <a:t>beheer</a:t>
            </a:r>
            <a:endParaRPr lang="en-US" sz="2200" b="0" dirty="0">
              <a:latin typeface="+mn-lt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dirty="0">
                <a:latin typeface="+mn-lt"/>
              </a:rPr>
              <a:t>Data </a:t>
            </a:r>
            <a:r>
              <a:rPr lang="en-US" sz="2200" b="0" dirty="0" err="1">
                <a:latin typeface="+mn-lt"/>
              </a:rPr>
              <a:t>sentraal</a:t>
            </a:r>
            <a:r>
              <a:rPr lang="en-US" sz="2200" b="0" dirty="0">
                <a:latin typeface="+mn-lt"/>
              </a:rPr>
              <a:t> </a:t>
            </a:r>
            <a:r>
              <a:rPr lang="en-US" sz="2200" b="0" dirty="0" err="1">
                <a:latin typeface="+mn-lt"/>
              </a:rPr>
              <a:t>gestoor</a:t>
            </a:r>
            <a:r>
              <a:rPr lang="en-US" sz="2200" b="0" dirty="0">
                <a:latin typeface="+mn-lt"/>
              </a:rPr>
              <a:t> – </a:t>
            </a:r>
            <a:r>
              <a:rPr lang="en-US" sz="2200" b="0" dirty="0" err="1">
                <a:latin typeface="+mn-lt"/>
              </a:rPr>
              <a:t>makliker</a:t>
            </a:r>
            <a:r>
              <a:rPr lang="en-US" sz="2200" b="0" dirty="0">
                <a:latin typeface="+mn-lt"/>
              </a:rPr>
              <a:t> om </a:t>
            </a:r>
            <a:r>
              <a:rPr lang="en-US" sz="2200" b="0" dirty="0" err="1">
                <a:latin typeface="+mn-lt"/>
              </a:rPr>
              <a:t>gerugsteun</a:t>
            </a:r>
            <a:r>
              <a:rPr lang="en-US" sz="2200" b="0" dirty="0">
                <a:latin typeface="+mn-lt"/>
              </a:rPr>
              <a:t> </a:t>
            </a:r>
            <a:r>
              <a:rPr lang="en-US" sz="2200" b="0" dirty="0" err="1">
                <a:latin typeface="+mn-lt"/>
              </a:rPr>
              <a:t>te</a:t>
            </a:r>
            <a:r>
              <a:rPr lang="en-US" sz="2200" b="0" dirty="0">
                <a:latin typeface="+mn-lt"/>
              </a:rPr>
              <a:t> word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dirty="0" err="1">
                <a:latin typeface="+mn-lt"/>
              </a:rPr>
              <a:t>Behou</a:t>
            </a:r>
            <a:r>
              <a:rPr lang="en-US" sz="2200" b="0" dirty="0">
                <a:latin typeface="+mn-lt"/>
              </a:rPr>
              <a:t> </a:t>
            </a:r>
            <a:r>
              <a:rPr lang="en-US" sz="2200" b="0" dirty="0" err="1">
                <a:latin typeface="+mn-lt"/>
              </a:rPr>
              <a:t>integriteit</a:t>
            </a:r>
            <a:r>
              <a:rPr lang="en-US" sz="2200" b="0" dirty="0">
                <a:latin typeface="+mn-lt"/>
              </a:rPr>
              <a:t> van data – </a:t>
            </a:r>
            <a:r>
              <a:rPr lang="en-US" sz="2200" b="0" dirty="0" err="1">
                <a:latin typeface="+mn-lt"/>
              </a:rPr>
              <a:t>dateer</a:t>
            </a:r>
            <a:r>
              <a:rPr lang="en-US" sz="2200" b="0" dirty="0">
                <a:latin typeface="+mn-lt"/>
              </a:rPr>
              <a:t> in </a:t>
            </a:r>
            <a:r>
              <a:rPr lang="en-US" sz="2200" b="0" dirty="0" err="1">
                <a:latin typeface="+mn-lt"/>
              </a:rPr>
              <a:t>een</a:t>
            </a:r>
            <a:r>
              <a:rPr lang="en-US" sz="2200" b="0" dirty="0">
                <a:latin typeface="+mn-lt"/>
              </a:rPr>
              <a:t> </a:t>
            </a:r>
            <a:r>
              <a:rPr lang="en-US" sz="2200" b="0" dirty="0" err="1">
                <a:latin typeface="+mn-lt"/>
              </a:rPr>
              <a:t>plek</a:t>
            </a:r>
            <a:r>
              <a:rPr lang="en-US" sz="2200" b="0" dirty="0">
                <a:latin typeface="+mn-lt"/>
              </a:rPr>
              <a:t> op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0" dirty="0" err="1">
                <a:latin typeface="+mn-lt"/>
              </a:rPr>
              <a:t>Makliker</a:t>
            </a:r>
            <a:r>
              <a:rPr lang="en-US" sz="2200" b="0" dirty="0">
                <a:latin typeface="+mn-lt"/>
              </a:rPr>
              <a:t> om </a:t>
            </a:r>
            <a:r>
              <a:rPr lang="en-US" sz="2200" b="0" dirty="0" err="1">
                <a:latin typeface="+mn-lt"/>
              </a:rPr>
              <a:t>opdaterings</a:t>
            </a:r>
            <a:r>
              <a:rPr lang="en-US" sz="2200" b="0" dirty="0">
                <a:latin typeface="+mn-lt"/>
              </a:rPr>
              <a:t> </a:t>
            </a:r>
            <a:r>
              <a:rPr lang="en-US" sz="2200" b="0" dirty="0" err="1">
                <a:latin typeface="+mn-lt"/>
              </a:rPr>
              <a:t>vanaf</a:t>
            </a:r>
            <a:r>
              <a:rPr lang="en-US" sz="2200" b="0" dirty="0">
                <a:latin typeface="+mn-lt"/>
              </a:rPr>
              <a:t> </a:t>
            </a:r>
            <a:r>
              <a:rPr lang="en-US" sz="2200" b="0" dirty="0" err="1">
                <a:latin typeface="+mn-lt"/>
              </a:rPr>
              <a:t>sentrale</a:t>
            </a:r>
            <a:r>
              <a:rPr lang="en-US" sz="2200" b="0" dirty="0">
                <a:latin typeface="+mn-lt"/>
              </a:rPr>
              <a:t> </a:t>
            </a:r>
            <a:r>
              <a:rPr lang="en-US" sz="2200" b="0" dirty="0" err="1">
                <a:latin typeface="+mn-lt"/>
              </a:rPr>
              <a:t>rekenaar</a:t>
            </a:r>
            <a:r>
              <a:rPr lang="en-US" sz="2200" b="0" dirty="0">
                <a:latin typeface="+mn-lt"/>
              </a:rPr>
              <a:t> </a:t>
            </a:r>
            <a:r>
              <a:rPr lang="en-US" sz="2200" b="0" dirty="0" err="1">
                <a:latin typeface="+mn-lt"/>
              </a:rPr>
              <a:t>na</a:t>
            </a:r>
            <a:r>
              <a:rPr lang="en-US" sz="2200" b="0" dirty="0">
                <a:latin typeface="+mn-lt"/>
              </a:rPr>
              <a:t> al die </a:t>
            </a:r>
            <a:r>
              <a:rPr lang="en-US" sz="2200" b="0" dirty="0" err="1">
                <a:latin typeface="+mn-lt"/>
              </a:rPr>
              <a:t>individuele</a:t>
            </a:r>
            <a:r>
              <a:rPr lang="en-US" sz="2200" b="0" dirty="0">
                <a:latin typeface="+mn-lt"/>
              </a:rPr>
              <a:t> </a:t>
            </a:r>
            <a:r>
              <a:rPr lang="en-US" sz="2200" b="0" dirty="0" err="1">
                <a:latin typeface="+mn-lt"/>
              </a:rPr>
              <a:t>rekenaars</a:t>
            </a:r>
            <a:r>
              <a:rPr lang="en-US" sz="2200" b="0" dirty="0">
                <a:latin typeface="+mn-lt"/>
              </a:rPr>
              <a:t> </a:t>
            </a:r>
            <a:r>
              <a:rPr lang="en-US" sz="2200" b="0" dirty="0" err="1">
                <a:latin typeface="+mn-lt"/>
              </a:rPr>
              <a:t>te</a:t>
            </a:r>
            <a:r>
              <a:rPr lang="en-US" sz="2200" b="0" dirty="0">
                <a:latin typeface="+mn-lt"/>
              </a:rPr>
              <a:t> </a:t>
            </a:r>
            <a:r>
              <a:rPr lang="en-US" sz="2200" b="0" dirty="0" err="1">
                <a:latin typeface="+mn-lt"/>
              </a:rPr>
              <a:t>stuur</a:t>
            </a:r>
            <a:r>
              <a:rPr lang="en-US" sz="2200" b="0" dirty="0">
                <a:latin typeface="+mn-lt"/>
              </a:rPr>
              <a:t> (</a:t>
            </a:r>
            <a:r>
              <a:rPr lang="en-US" sz="2200" b="0" dirty="0" err="1">
                <a:latin typeface="+mn-lt"/>
              </a:rPr>
              <a:t>bv</a:t>
            </a:r>
            <a:r>
              <a:rPr lang="en-US" sz="2200" b="0">
                <a:latin typeface="+mn-lt"/>
              </a:rPr>
              <a:t>. antivirussagteware</a:t>
            </a:r>
            <a:r>
              <a:rPr lang="en-US" sz="2200" b="0" dirty="0">
                <a:latin typeface="+mn-lt"/>
              </a:rPr>
              <a:t>)</a:t>
            </a:r>
            <a:endParaRPr lang="en-ZA" sz="2200" b="0" dirty="0">
              <a:latin typeface="+mn-l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91" t="-1839"/>
          <a:stretch/>
        </p:blipFill>
        <p:spPr>
          <a:xfrm>
            <a:off x="1150611" y="4260426"/>
            <a:ext cx="2503114" cy="1904878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91" t="-1839"/>
          <a:stretch/>
        </p:blipFill>
        <p:spPr>
          <a:xfrm>
            <a:off x="3694277" y="4260425"/>
            <a:ext cx="1179381" cy="897513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 rotWithShape="1"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91" t="-1839"/>
          <a:stretch/>
        </p:blipFill>
        <p:spPr>
          <a:xfrm>
            <a:off x="5083627" y="4258033"/>
            <a:ext cx="1179381" cy="897513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 rotWithShape="1"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91" t="-1839"/>
          <a:stretch/>
        </p:blipFill>
        <p:spPr>
          <a:xfrm>
            <a:off x="6472977" y="4237218"/>
            <a:ext cx="1179381" cy="897513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91" t="-1839"/>
          <a:stretch/>
        </p:blipFill>
        <p:spPr>
          <a:xfrm>
            <a:off x="5083626" y="5212865"/>
            <a:ext cx="1179381" cy="897513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 rotWithShape="1"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91" t="-1839"/>
          <a:stretch/>
        </p:blipFill>
        <p:spPr>
          <a:xfrm>
            <a:off x="3694277" y="5200565"/>
            <a:ext cx="1179381" cy="897513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 rotWithShape="1"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91" t="-1839"/>
          <a:stretch/>
        </p:blipFill>
        <p:spPr>
          <a:xfrm>
            <a:off x="6488963" y="5205645"/>
            <a:ext cx="1179381" cy="897513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>
            <a:off x="3059832" y="4509120"/>
            <a:ext cx="1368152" cy="17754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3059832" y="4727558"/>
            <a:ext cx="2880320" cy="1987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3059832" y="4941168"/>
            <a:ext cx="4248472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3041657" y="5301208"/>
            <a:ext cx="1368152" cy="17754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3041657" y="5496244"/>
            <a:ext cx="2880320" cy="1987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3041657" y="5676972"/>
            <a:ext cx="4248472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4" name="Slide Number Placeholder 3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1" name="Action Button: Home 40">
            <a:hlinkClick r:id="rId5" action="ppaction://hlinksldjump" highlightClick="1"/>
          </p:cNvPr>
          <p:cNvSpPr/>
          <p:nvPr/>
        </p:nvSpPr>
        <p:spPr>
          <a:xfrm>
            <a:off x="8592758" y="6381328"/>
            <a:ext cx="551242" cy="476672"/>
          </a:xfrm>
          <a:prstGeom prst="actionButtonHom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5" name="Title 16"/>
          <p:cNvSpPr>
            <a:spLocks noGrp="1"/>
          </p:cNvSpPr>
          <p:nvPr>
            <p:ph type="title"/>
          </p:nvPr>
        </p:nvSpPr>
        <p:spPr>
          <a:xfrm>
            <a:off x="1172633" y="392312"/>
            <a:ext cx="6798734" cy="1303867"/>
          </a:xfrm>
        </p:spPr>
        <p:txBody>
          <a:bodyPr>
            <a:normAutofit/>
          </a:bodyPr>
          <a:lstStyle/>
          <a:p>
            <a:r>
              <a:rPr lang="en-ZA" dirty="0" err="1">
                <a:ln>
                  <a:noFill/>
                </a:ln>
                <a:solidFill>
                  <a:schemeClr val="accent3">
                    <a:lumMod val="75000"/>
                  </a:schemeClr>
                </a:solidFill>
              </a:rPr>
              <a:t>Voordele</a:t>
            </a:r>
            <a:r>
              <a:rPr lang="en-ZA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</a:rPr>
              <a:t> van </a:t>
            </a:r>
            <a:r>
              <a:rPr lang="en-ZA" dirty="0" err="1">
                <a:ln>
                  <a:noFill/>
                </a:ln>
                <a:solidFill>
                  <a:schemeClr val="accent3">
                    <a:lumMod val="75000"/>
                  </a:schemeClr>
                </a:solidFill>
              </a:rPr>
              <a:t>netwerke</a:t>
            </a:r>
            <a:endParaRPr lang="en-ZA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95536" y="1380587"/>
            <a:ext cx="8352928" cy="64633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3600" b="0" dirty="0" err="1">
                <a:latin typeface="+mj-lt"/>
              </a:rPr>
              <a:t>Verhoogde</a:t>
            </a:r>
            <a:r>
              <a:rPr lang="en-ZA" sz="3600" b="0" dirty="0">
                <a:latin typeface="+mj-lt"/>
              </a:rPr>
              <a:t> </a:t>
            </a:r>
            <a:r>
              <a:rPr lang="en-ZA" sz="3600" b="0" dirty="0" err="1">
                <a:latin typeface="+mj-lt"/>
              </a:rPr>
              <a:t>beheer</a:t>
            </a:r>
            <a:r>
              <a:rPr lang="en-ZA" sz="3600" b="0" dirty="0">
                <a:latin typeface="+mj-lt"/>
              </a:rPr>
              <a:t> </a:t>
            </a:r>
            <a:r>
              <a:rPr lang="en-ZA" sz="3600" b="0" dirty="0" err="1">
                <a:latin typeface="+mj-lt"/>
              </a:rPr>
              <a:t>en</a:t>
            </a:r>
            <a:r>
              <a:rPr lang="en-ZA" sz="3600" b="0" dirty="0">
                <a:latin typeface="+mj-lt"/>
              </a:rPr>
              <a:t> </a:t>
            </a:r>
            <a:r>
              <a:rPr lang="en-ZA" sz="3600" b="0" dirty="0" err="1">
                <a:latin typeface="+mj-lt"/>
              </a:rPr>
              <a:t>sekuriteit</a:t>
            </a:r>
            <a:endParaRPr lang="en-US" sz="3600" b="0" dirty="0">
              <a:latin typeface="+mj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4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24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4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3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24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3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4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4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4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4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4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4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4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4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5663" y="397491"/>
            <a:ext cx="6798734" cy="1303867"/>
          </a:xfrm>
        </p:spPr>
        <p:txBody>
          <a:bodyPr>
            <a:normAutofit/>
          </a:bodyPr>
          <a:lstStyle/>
          <a:p>
            <a:r>
              <a:rPr lang="en-ZA" dirty="0" err="1">
                <a:solidFill>
                  <a:schemeClr val="accent3">
                    <a:lumMod val="75000"/>
                  </a:schemeClr>
                </a:solidFill>
              </a:rPr>
              <a:t>Nadele</a:t>
            </a:r>
            <a:r>
              <a:rPr lang="en-ZA" dirty="0">
                <a:solidFill>
                  <a:schemeClr val="accent3">
                    <a:lumMod val="75000"/>
                  </a:schemeClr>
                </a:solidFill>
              </a:rPr>
              <a:t> van </a:t>
            </a:r>
            <a:r>
              <a:rPr lang="en-ZA" dirty="0" err="1">
                <a:solidFill>
                  <a:schemeClr val="accent3">
                    <a:lumMod val="75000"/>
                  </a:schemeClr>
                </a:solidFill>
              </a:rPr>
              <a:t>netwerke</a:t>
            </a:r>
            <a:endParaRPr lang="en-ZA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99592" y="1681058"/>
            <a:ext cx="7272808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>
                <a:latin typeface="+mn-lt"/>
              </a:rPr>
              <a:t>Leerkurwe – hoe </a:t>
            </a:r>
            <a:r>
              <a:rPr lang="en-US" sz="2400" b="0" dirty="0">
                <a:latin typeface="+mn-lt"/>
              </a:rPr>
              <a:t>om </a:t>
            </a:r>
            <a:r>
              <a:rPr lang="en-US" sz="2400" b="0" dirty="0" err="1">
                <a:latin typeface="+mn-lt"/>
              </a:rPr>
              <a:t>jou</a:t>
            </a:r>
            <a:r>
              <a:rPr lang="en-US" sz="2400" b="0" dirty="0">
                <a:latin typeface="+mn-lt"/>
              </a:rPr>
              <a:t> </a:t>
            </a:r>
            <a:r>
              <a:rPr lang="en-US" sz="2400" b="0" dirty="0" err="1">
                <a:latin typeface="+mn-lt"/>
              </a:rPr>
              <a:t>privaatheid</a:t>
            </a:r>
            <a:r>
              <a:rPr lang="en-US" sz="2400" b="0" dirty="0">
                <a:latin typeface="+mn-lt"/>
              </a:rPr>
              <a:t> </a:t>
            </a:r>
            <a:r>
              <a:rPr lang="en-US" sz="2400" b="0" dirty="0" err="1">
                <a:latin typeface="+mn-lt"/>
              </a:rPr>
              <a:t>aanlyn</a:t>
            </a:r>
            <a:r>
              <a:rPr lang="en-US" sz="2400" b="0" dirty="0">
                <a:latin typeface="+mn-lt"/>
              </a:rPr>
              <a:t> </a:t>
            </a:r>
            <a:r>
              <a:rPr lang="en-US" sz="2400" b="0" dirty="0" err="1">
                <a:latin typeface="+mn-lt"/>
              </a:rPr>
              <a:t>te</a:t>
            </a:r>
            <a:r>
              <a:rPr lang="en-US" sz="2400" b="0" dirty="0">
                <a:latin typeface="+mn-lt"/>
              </a:rPr>
              <a:t> </a:t>
            </a:r>
            <a:r>
              <a:rPr lang="en-US" sz="2400" b="0" dirty="0" err="1">
                <a:latin typeface="+mn-lt"/>
              </a:rPr>
              <a:t>beskerm</a:t>
            </a:r>
            <a:r>
              <a:rPr lang="en-US" sz="2400" b="0" dirty="0">
                <a:latin typeface="+mn-lt"/>
              </a:rPr>
              <a:t> </a:t>
            </a:r>
            <a:r>
              <a:rPr lang="en-US" sz="2400" b="0" dirty="0" err="1">
                <a:latin typeface="+mn-lt"/>
              </a:rPr>
              <a:t>en</a:t>
            </a:r>
            <a:r>
              <a:rPr lang="en-US" sz="2400" b="0" dirty="0">
                <a:latin typeface="+mn-lt"/>
              </a:rPr>
              <a:t> hoe om </a:t>
            </a:r>
            <a:r>
              <a:rPr lang="en-US" sz="2400" b="0" dirty="0" err="1">
                <a:latin typeface="+mn-lt"/>
              </a:rPr>
              <a:t>veilig</a:t>
            </a:r>
            <a:r>
              <a:rPr lang="en-US" sz="2400" b="0" dirty="0">
                <a:latin typeface="+mn-lt"/>
              </a:rPr>
              <a:t> </a:t>
            </a:r>
            <a:r>
              <a:rPr lang="en-US" sz="2400" b="0" dirty="0" err="1">
                <a:latin typeface="+mn-lt"/>
              </a:rPr>
              <a:t>te</a:t>
            </a:r>
            <a:r>
              <a:rPr lang="en-US" sz="2400" b="0" dirty="0">
                <a:latin typeface="+mn-lt"/>
              </a:rPr>
              <a:t> </a:t>
            </a:r>
            <a:r>
              <a:rPr lang="en-US" sz="2400" b="0" dirty="0" err="1">
                <a:latin typeface="+mn-lt"/>
              </a:rPr>
              <a:t>kommunikeer</a:t>
            </a:r>
            <a:endParaRPr lang="en-US" sz="2400" b="0" dirty="0">
              <a:latin typeface="+mn-lt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dirty="0" err="1">
                <a:latin typeface="+mn-lt"/>
              </a:rPr>
              <a:t>Kan</a:t>
            </a:r>
            <a:r>
              <a:rPr lang="en-US" sz="2400" b="0" dirty="0">
                <a:latin typeface="+mn-lt"/>
              </a:rPr>
              <a:t> </a:t>
            </a:r>
            <a:r>
              <a:rPr lang="en-US" sz="2400" b="0" dirty="0" err="1">
                <a:latin typeface="+mn-lt"/>
              </a:rPr>
              <a:t>duur</a:t>
            </a:r>
            <a:r>
              <a:rPr lang="en-US" sz="2400" b="0" dirty="0">
                <a:latin typeface="+mn-lt"/>
              </a:rPr>
              <a:t> wees om op </a:t>
            </a:r>
            <a:r>
              <a:rPr lang="en-US" sz="2400" b="0" dirty="0" err="1">
                <a:latin typeface="+mn-lt"/>
              </a:rPr>
              <a:t>te</a:t>
            </a:r>
            <a:r>
              <a:rPr lang="en-US" sz="2400" b="0" dirty="0">
                <a:latin typeface="+mn-lt"/>
              </a:rPr>
              <a:t> </a:t>
            </a:r>
            <a:r>
              <a:rPr lang="en-US" sz="2400" b="0" dirty="0" err="1">
                <a:latin typeface="+mn-lt"/>
              </a:rPr>
              <a:t>stel</a:t>
            </a:r>
            <a:r>
              <a:rPr lang="en-US" sz="2400" b="0" dirty="0">
                <a:latin typeface="+mn-lt"/>
              </a:rPr>
              <a:t> </a:t>
            </a:r>
            <a:r>
              <a:rPr lang="en-US" sz="2400" b="0" dirty="0" err="1">
                <a:latin typeface="+mn-lt"/>
              </a:rPr>
              <a:t>en</a:t>
            </a:r>
            <a:r>
              <a:rPr lang="en-US" sz="2400" b="0" dirty="0">
                <a:latin typeface="+mn-lt"/>
              </a:rPr>
              <a:t> in stand </a:t>
            </a:r>
            <a:r>
              <a:rPr lang="en-US" sz="2400" b="0" dirty="0" err="1">
                <a:latin typeface="+mn-lt"/>
              </a:rPr>
              <a:t>te</a:t>
            </a:r>
            <a:r>
              <a:rPr lang="en-US" sz="2400" b="0" dirty="0">
                <a:latin typeface="+mn-lt"/>
              </a:rPr>
              <a:t> </a:t>
            </a:r>
            <a:r>
              <a:rPr lang="en-US" sz="2400" b="0" dirty="0" err="1">
                <a:latin typeface="+mn-lt"/>
              </a:rPr>
              <a:t>hou</a:t>
            </a:r>
            <a:endParaRPr lang="en-US" sz="2400" b="0" dirty="0">
              <a:latin typeface="+mn-lt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dirty="0" err="1">
                <a:latin typeface="+mn-lt"/>
              </a:rPr>
              <a:t>Vertroulike</a:t>
            </a:r>
            <a:r>
              <a:rPr lang="en-US" sz="2400" b="0" dirty="0">
                <a:latin typeface="+mn-lt"/>
              </a:rPr>
              <a:t> / </a:t>
            </a:r>
            <a:r>
              <a:rPr lang="en-US" sz="2400" b="0" dirty="0" err="1">
                <a:latin typeface="+mn-lt"/>
              </a:rPr>
              <a:t>sensitiewe</a:t>
            </a:r>
            <a:r>
              <a:rPr lang="en-US" sz="2400" b="0" dirty="0">
                <a:latin typeface="+mn-lt"/>
              </a:rPr>
              <a:t> </a:t>
            </a:r>
            <a:r>
              <a:rPr lang="en-US" sz="2400" b="0" dirty="0" err="1">
                <a:latin typeface="+mn-lt"/>
              </a:rPr>
              <a:t>inligting</a:t>
            </a:r>
            <a:r>
              <a:rPr lang="en-US" sz="2400" b="0" dirty="0">
                <a:latin typeface="+mn-lt"/>
              </a:rPr>
              <a:t> </a:t>
            </a:r>
            <a:r>
              <a:rPr lang="en-US" sz="2400" b="0" dirty="0" err="1">
                <a:latin typeface="+mn-lt"/>
              </a:rPr>
              <a:t>kan</a:t>
            </a:r>
            <a:r>
              <a:rPr lang="en-US" sz="2400" b="0" dirty="0">
                <a:latin typeface="+mn-lt"/>
              </a:rPr>
              <a:t> </a:t>
            </a:r>
            <a:r>
              <a:rPr lang="en-US" sz="2400" b="0" dirty="0" err="1">
                <a:latin typeface="+mn-lt"/>
              </a:rPr>
              <a:t>gesteel</a:t>
            </a:r>
            <a:r>
              <a:rPr lang="en-US" sz="2400" b="0" dirty="0">
                <a:latin typeface="+mn-lt"/>
              </a:rPr>
              <a:t> word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dirty="0" err="1">
                <a:latin typeface="+mn-lt"/>
              </a:rPr>
              <a:t>Skadelike</a:t>
            </a:r>
            <a:r>
              <a:rPr lang="en-US" sz="2400" b="0" dirty="0">
                <a:latin typeface="+mn-lt"/>
              </a:rPr>
              <a:t> </a:t>
            </a:r>
            <a:r>
              <a:rPr lang="en-US" sz="2400" b="0" dirty="0" err="1">
                <a:latin typeface="+mn-lt"/>
              </a:rPr>
              <a:t>sagteware</a:t>
            </a:r>
            <a:r>
              <a:rPr lang="en-US" sz="2400" b="0" dirty="0">
                <a:latin typeface="+mn-lt"/>
              </a:rPr>
              <a:t> </a:t>
            </a:r>
            <a:r>
              <a:rPr lang="en-US" sz="2400" b="0" dirty="0" err="1">
                <a:latin typeface="+mn-lt"/>
              </a:rPr>
              <a:t>kan</a:t>
            </a:r>
            <a:r>
              <a:rPr lang="en-US" sz="2400" b="0" dirty="0">
                <a:latin typeface="+mn-lt"/>
              </a:rPr>
              <a:t> </a:t>
            </a:r>
            <a:r>
              <a:rPr lang="en-US" sz="2400" b="0" dirty="0" err="1">
                <a:latin typeface="+mn-lt"/>
              </a:rPr>
              <a:t>vinnig</a:t>
            </a:r>
            <a:r>
              <a:rPr lang="en-US" sz="2400" b="0" dirty="0">
                <a:latin typeface="+mn-lt"/>
              </a:rPr>
              <a:t> </a:t>
            </a:r>
            <a:r>
              <a:rPr lang="en-US" sz="2400" b="0" dirty="0" err="1">
                <a:latin typeface="+mn-lt"/>
              </a:rPr>
              <a:t>versprei</a:t>
            </a:r>
            <a:endParaRPr lang="en-US" sz="2400" b="0" dirty="0">
              <a:latin typeface="+mn-lt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dirty="0" err="1">
                <a:latin typeface="+mn-lt"/>
              </a:rPr>
              <a:t>Indien</a:t>
            </a:r>
            <a:r>
              <a:rPr lang="en-US" sz="2400" b="0" dirty="0">
                <a:latin typeface="+mn-lt"/>
              </a:rPr>
              <a:t> ’n </a:t>
            </a:r>
            <a:r>
              <a:rPr lang="en-US" sz="2400" b="0" dirty="0" err="1">
                <a:latin typeface="+mn-lt"/>
              </a:rPr>
              <a:t>probleem</a:t>
            </a:r>
            <a:r>
              <a:rPr lang="en-US" sz="2400" b="0" dirty="0">
                <a:latin typeface="+mn-lt"/>
              </a:rPr>
              <a:t> in </a:t>
            </a:r>
            <a:r>
              <a:rPr lang="en-US" sz="2400" b="0" dirty="0" err="1">
                <a:latin typeface="+mn-lt"/>
              </a:rPr>
              <a:t>netwerke</a:t>
            </a:r>
            <a:r>
              <a:rPr lang="en-US" sz="2400" b="0" dirty="0">
                <a:latin typeface="+mn-lt"/>
              </a:rPr>
              <a:t> </a:t>
            </a:r>
            <a:r>
              <a:rPr lang="en-US" sz="2400" b="0" dirty="0" err="1">
                <a:latin typeface="+mn-lt"/>
              </a:rPr>
              <a:t>ontstaan</a:t>
            </a:r>
            <a:r>
              <a:rPr lang="en-US" sz="2400" b="0" dirty="0">
                <a:latin typeface="+mn-lt"/>
              </a:rPr>
              <a:t>, mag </a:t>
            </a:r>
            <a:r>
              <a:rPr lang="en-US" sz="2400" b="0" dirty="0" err="1">
                <a:latin typeface="+mn-lt"/>
              </a:rPr>
              <a:t>dit</a:t>
            </a:r>
            <a:r>
              <a:rPr lang="en-US" sz="2400" b="0" dirty="0">
                <a:latin typeface="+mn-lt"/>
              </a:rPr>
              <a:t> </a:t>
            </a:r>
            <a:r>
              <a:rPr lang="en-US" sz="2400" b="0" dirty="0" err="1">
                <a:latin typeface="+mn-lt"/>
              </a:rPr>
              <a:t>beteken</a:t>
            </a:r>
            <a:r>
              <a:rPr lang="en-US" sz="2400" b="0" dirty="0">
                <a:latin typeface="+mn-lt"/>
              </a:rPr>
              <a:t> </a:t>
            </a:r>
            <a:r>
              <a:rPr lang="en-US" sz="2400" b="0" dirty="0" err="1">
                <a:latin typeface="+mn-lt"/>
              </a:rPr>
              <a:t>dat</a:t>
            </a:r>
            <a:r>
              <a:rPr lang="en-US" sz="2400" b="0" dirty="0">
                <a:latin typeface="+mn-lt"/>
              </a:rPr>
              <a:t> </a:t>
            </a:r>
            <a:r>
              <a:rPr lang="en-US" sz="2400" b="0" dirty="0" err="1">
                <a:latin typeface="+mn-lt"/>
              </a:rPr>
              <a:t>gebruikers</a:t>
            </a:r>
            <a:r>
              <a:rPr lang="en-US" sz="2400" b="0" dirty="0">
                <a:latin typeface="+mn-lt"/>
              </a:rPr>
              <a:t> </a:t>
            </a:r>
            <a:r>
              <a:rPr lang="en-US" sz="2400" b="0" dirty="0" err="1">
                <a:latin typeface="+mn-lt"/>
              </a:rPr>
              <a:t>nie</a:t>
            </a:r>
            <a:r>
              <a:rPr lang="en-US" sz="2400" b="0" dirty="0">
                <a:latin typeface="+mn-lt"/>
              </a:rPr>
              <a:t> met </a:t>
            </a:r>
            <a:r>
              <a:rPr lang="en-US" sz="2400" b="0" dirty="0" err="1">
                <a:latin typeface="+mn-lt"/>
              </a:rPr>
              <a:t>mekaar</a:t>
            </a:r>
            <a:r>
              <a:rPr lang="en-US" sz="2400" b="0" dirty="0">
                <a:latin typeface="+mn-lt"/>
              </a:rPr>
              <a:t> </a:t>
            </a:r>
            <a:r>
              <a:rPr lang="en-US" sz="2400" b="0" err="1">
                <a:latin typeface="+mn-lt"/>
              </a:rPr>
              <a:t>kan</a:t>
            </a:r>
            <a:r>
              <a:rPr lang="en-US" sz="2400" b="0">
                <a:latin typeface="+mn-lt"/>
              </a:rPr>
              <a:t> kommunikeer </a:t>
            </a:r>
            <a:r>
              <a:rPr lang="en-US" sz="2400" b="0" dirty="0">
                <a:latin typeface="+mn-lt"/>
              </a:rPr>
              <a:t>of </a:t>
            </a:r>
            <a:r>
              <a:rPr lang="en-US" sz="2400" b="0" dirty="0" err="1">
                <a:latin typeface="+mn-lt"/>
              </a:rPr>
              <a:t>toegang</a:t>
            </a:r>
            <a:r>
              <a:rPr lang="en-US" sz="2400" b="0" dirty="0">
                <a:latin typeface="+mn-lt"/>
              </a:rPr>
              <a:t> tot </a:t>
            </a:r>
            <a:r>
              <a:rPr lang="en-US" sz="2400" b="0" dirty="0" err="1">
                <a:latin typeface="+mn-lt"/>
              </a:rPr>
              <a:t>hul</a:t>
            </a:r>
            <a:r>
              <a:rPr lang="en-US" sz="2400" b="0" dirty="0">
                <a:latin typeface="+mn-lt"/>
              </a:rPr>
              <a:t> data </a:t>
            </a:r>
            <a:r>
              <a:rPr lang="en-US" sz="2400" b="0" dirty="0" err="1">
                <a:latin typeface="+mn-lt"/>
              </a:rPr>
              <a:t>kan</a:t>
            </a:r>
            <a:r>
              <a:rPr lang="en-US" sz="2400" b="0" dirty="0">
                <a:latin typeface="+mn-lt"/>
              </a:rPr>
              <a:t> </a:t>
            </a:r>
            <a:r>
              <a:rPr lang="en-US" sz="2400" b="0" dirty="0" err="1">
                <a:latin typeface="+mn-lt"/>
              </a:rPr>
              <a:t>kry</a:t>
            </a:r>
            <a:r>
              <a:rPr lang="en-US" sz="2400" b="0" dirty="0">
                <a:latin typeface="+mn-lt"/>
              </a:rPr>
              <a:t> </a:t>
            </a:r>
            <a:r>
              <a:rPr lang="en-US" sz="2400" b="0" dirty="0" err="1">
                <a:latin typeface="+mn-lt"/>
              </a:rPr>
              <a:t>nie</a:t>
            </a:r>
            <a:r>
              <a:rPr lang="en-US" sz="2400" b="0" dirty="0">
                <a:latin typeface="+mn-lt"/>
              </a:rPr>
              <a:t> 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dirty="0" err="1">
                <a:latin typeface="+mn-lt"/>
              </a:rPr>
              <a:t>Sentrale</a:t>
            </a:r>
            <a:r>
              <a:rPr lang="en-US" sz="2400" b="0" dirty="0">
                <a:latin typeface="+mn-lt"/>
              </a:rPr>
              <a:t> </a:t>
            </a:r>
            <a:r>
              <a:rPr lang="en-US" sz="2400" b="0" dirty="0" err="1">
                <a:latin typeface="+mn-lt"/>
              </a:rPr>
              <a:t>fout</a:t>
            </a:r>
            <a:r>
              <a:rPr lang="en-US" sz="2400" b="0" dirty="0">
                <a:latin typeface="+mn-lt"/>
              </a:rPr>
              <a:t> op die </a:t>
            </a:r>
            <a:r>
              <a:rPr lang="en-US" sz="2400" b="0" dirty="0" err="1">
                <a:latin typeface="+mn-lt"/>
              </a:rPr>
              <a:t>netwerk</a:t>
            </a:r>
            <a:r>
              <a:rPr lang="en-US" sz="2400" b="0" dirty="0">
                <a:latin typeface="+mn-lt"/>
              </a:rPr>
              <a:t> </a:t>
            </a:r>
            <a:r>
              <a:rPr lang="en-US" sz="2400" b="0" dirty="0" err="1">
                <a:latin typeface="+mn-lt"/>
              </a:rPr>
              <a:t>kan</a:t>
            </a:r>
            <a:r>
              <a:rPr lang="en-US" sz="2400" b="0" dirty="0">
                <a:latin typeface="+mn-lt"/>
              </a:rPr>
              <a:t> tot </a:t>
            </a:r>
            <a:r>
              <a:rPr lang="en-US" sz="2400" b="0" dirty="0" err="1">
                <a:latin typeface="+mn-lt"/>
              </a:rPr>
              <a:t>verlies</a:t>
            </a:r>
            <a:r>
              <a:rPr lang="en-US" sz="2400" b="0" dirty="0">
                <a:latin typeface="+mn-lt"/>
              </a:rPr>
              <a:t> van data lei</a:t>
            </a:r>
          </a:p>
          <a:p>
            <a:endParaRPr lang="en-ZA" b="0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2" name="Action Button: Home 31">
            <a:hlinkClick r:id="rId3" action="ppaction://hlinksldjump" highlightClick="1"/>
          </p:cNvPr>
          <p:cNvSpPr/>
          <p:nvPr/>
        </p:nvSpPr>
        <p:spPr>
          <a:xfrm>
            <a:off x="8592758" y="6381328"/>
            <a:ext cx="551242" cy="476672"/>
          </a:xfrm>
          <a:prstGeom prst="actionButtonHom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386625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143768" y="3857628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633" y="430631"/>
            <a:ext cx="6798734" cy="1303867"/>
          </a:xfrm>
        </p:spPr>
        <p:txBody>
          <a:bodyPr/>
          <a:lstStyle/>
          <a:p>
            <a:r>
              <a:rPr lang="en-ZA" dirty="0" err="1">
                <a:solidFill>
                  <a:schemeClr val="accent3">
                    <a:lumMod val="75000"/>
                  </a:schemeClr>
                </a:solidFill>
              </a:rPr>
              <a:t>Toets</a:t>
            </a:r>
            <a:r>
              <a:rPr lang="en-ZA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ZA" dirty="0" err="1">
                <a:solidFill>
                  <a:schemeClr val="accent3">
                    <a:lumMod val="75000"/>
                  </a:schemeClr>
                </a:solidFill>
              </a:rPr>
              <a:t>en</a:t>
            </a:r>
            <a:r>
              <a:rPr lang="en-ZA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ZA" dirty="0" err="1">
                <a:solidFill>
                  <a:schemeClr val="accent3">
                    <a:lumMod val="75000"/>
                  </a:schemeClr>
                </a:solidFill>
              </a:rPr>
              <a:t>verbeter</a:t>
            </a:r>
            <a:endParaRPr lang="en-ZA" dirty="0">
              <a:solidFill>
                <a:schemeClr val="accent3">
                  <a:lumMod val="75000"/>
                </a:schemeClr>
              </a:solidFill>
            </a:endParaRP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965701547"/>
              </p:ext>
            </p:extLst>
          </p:nvPr>
        </p:nvGraphicFramePr>
        <p:xfrm>
          <a:off x="1524000" y="2348880"/>
          <a:ext cx="5928320" cy="3835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9" name="Action Button: Home 8">
            <a:hlinkClick r:id="rId8" action="ppaction://hlinksldjump" highlightClick="1"/>
          </p:cNvPr>
          <p:cNvSpPr/>
          <p:nvPr/>
        </p:nvSpPr>
        <p:spPr>
          <a:xfrm>
            <a:off x="8592758" y="6381328"/>
            <a:ext cx="551242" cy="476672"/>
          </a:xfrm>
          <a:prstGeom prst="actionButtonHom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8" name="TextBox 7"/>
          <p:cNvSpPr txBox="1"/>
          <p:nvPr/>
        </p:nvSpPr>
        <p:spPr>
          <a:xfrm>
            <a:off x="395536" y="1380587"/>
            <a:ext cx="8352928" cy="64633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3600" b="0" dirty="0" err="1">
                <a:latin typeface="+mj-lt"/>
              </a:rPr>
              <a:t>Opsomming</a:t>
            </a:r>
            <a:r>
              <a:rPr lang="en-ZA" sz="3600" b="0" dirty="0">
                <a:latin typeface="+mj-lt"/>
              </a:rPr>
              <a:t> – </a:t>
            </a:r>
            <a:r>
              <a:rPr lang="en-ZA" sz="3600" b="0" dirty="0" err="1">
                <a:latin typeface="+mj-lt"/>
              </a:rPr>
              <a:t>begrippe</a:t>
            </a:r>
            <a:r>
              <a:rPr lang="en-ZA" sz="3600" b="0" dirty="0">
                <a:latin typeface="+mj-lt"/>
              </a:rPr>
              <a:t>, </a:t>
            </a:r>
            <a:r>
              <a:rPr lang="en-ZA" sz="3600" b="0" dirty="0" err="1">
                <a:latin typeface="+mj-lt"/>
              </a:rPr>
              <a:t>terme</a:t>
            </a:r>
            <a:r>
              <a:rPr lang="en-ZA" sz="3600" b="0" dirty="0">
                <a:latin typeface="+mj-lt"/>
              </a:rPr>
              <a:t> </a:t>
            </a:r>
            <a:r>
              <a:rPr lang="en-ZA" sz="3600" b="0" dirty="0" err="1">
                <a:latin typeface="+mj-lt"/>
              </a:rPr>
              <a:t>en</a:t>
            </a:r>
            <a:r>
              <a:rPr lang="en-ZA" sz="3600" b="0" dirty="0">
                <a:latin typeface="+mj-lt"/>
              </a:rPr>
              <a:t> </a:t>
            </a:r>
            <a:r>
              <a:rPr lang="en-ZA" sz="3600" b="0" dirty="0" err="1">
                <a:latin typeface="+mj-lt"/>
              </a:rPr>
              <a:t>wenke</a:t>
            </a:r>
            <a:endParaRPr lang="en-US" sz="3600" b="0" dirty="0">
              <a:latin typeface="+mj-lt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20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38921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18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19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Skriftelike</a:t>
            </a:r>
            <a:r>
              <a:rPr lang="en-US" dirty="0"/>
              <a:t> module-</a:t>
            </a:r>
            <a:r>
              <a:rPr lang="en-US" dirty="0" err="1"/>
              <a:t>aktiwiteit</a:t>
            </a:r>
            <a:endParaRPr lang="en-Z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A856B-5D0F-40E0-906E-B87E535B8E93}" type="slidenum">
              <a:rPr lang="en-US" smtClean="0"/>
              <a:pPr/>
              <a:t>14</a:t>
            </a:fld>
            <a:endParaRPr lang="en-US" dirty="0"/>
          </a:p>
        </p:txBody>
      </p:sp>
    </p:spTree>
  </p:cSld>
  <p:clrMapOvr>
    <a:masterClrMapping/>
  </p:clrMapOvr>
  <p:transition/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4"/>
      </a:accent6>
      <a:hlink>
        <a:srgbClr val="BB7826"/>
      </a:hlink>
      <a:folHlink>
        <a:srgbClr val="CF9C5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9626</TotalTime>
  <Words>557</Words>
  <Application>Microsoft Office PowerPoint</Application>
  <PresentationFormat>On-screen Show (4:3)</PresentationFormat>
  <Paragraphs>100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Organic</vt:lpstr>
      <vt:lpstr>Module 2.1   Inleiding tot netwerke</vt:lpstr>
      <vt:lpstr>Inhoud</vt:lpstr>
      <vt:lpstr>Wat is ’n netwerk?</vt:lpstr>
      <vt:lpstr>Wat is ’n netwerk?</vt:lpstr>
      <vt:lpstr>Voordele van netwerke</vt:lpstr>
      <vt:lpstr>Voordele van netwerke</vt:lpstr>
      <vt:lpstr>Voordele van netwerke</vt:lpstr>
      <vt:lpstr>Voordele van netwerke</vt:lpstr>
      <vt:lpstr>Voordele van netwerke</vt:lpstr>
      <vt:lpstr>Voordele van netwerke</vt:lpstr>
      <vt:lpstr>Voordele van netwerke</vt:lpstr>
      <vt:lpstr>Nadele van netwerke</vt:lpstr>
      <vt:lpstr>Toets en verbeter</vt:lpstr>
      <vt:lpstr>Skriftelike module-aktiwiteit</vt:lpstr>
    </vt:vector>
  </TitlesOfParts>
  <Company>Study Opportunities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2.1   Inleiding tot netwerke</dc:title>
  <cp:lastModifiedBy>Sandra Jacobs</cp:lastModifiedBy>
  <cp:revision>1</cp:revision>
  <dcterms:created xsi:type="dcterms:W3CDTF">2006-08-13T21:23:21Z</dcterms:created>
  <dcterms:modified xsi:type="dcterms:W3CDTF">2017-01-21T10:50:01Z</dcterms:modified>
</cp:coreProperties>
</file>