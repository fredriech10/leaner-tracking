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7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673" r:id="rId1"/>
  </p:sldMasterIdLst>
  <p:notesMasterIdLst>
    <p:notesMasterId r:id="rId32"/>
  </p:notesMasterIdLst>
  <p:sldIdLst>
    <p:sldId id="257" r:id="rId2"/>
    <p:sldId id="296" r:id="rId3"/>
    <p:sldId id="288" r:id="rId4"/>
    <p:sldId id="358" r:id="rId5"/>
    <p:sldId id="359" r:id="rId6"/>
    <p:sldId id="360" r:id="rId7"/>
    <p:sldId id="334" r:id="rId8"/>
    <p:sldId id="362" r:id="rId9"/>
    <p:sldId id="363" r:id="rId10"/>
    <p:sldId id="361" r:id="rId11"/>
    <p:sldId id="341" r:id="rId12"/>
    <p:sldId id="342" r:id="rId13"/>
    <p:sldId id="343" r:id="rId14"/>
    <p:sldId id="344" r:id="rId15"/>
    <p:sldId id="345" r:id="rId16"/>
    <p:sldId id="346" r:id="rId17"/>
    <p:sldId id="347" r:id="rId18"/>
    <p:sldId id="348" r:id="rId19"/>
    <p:sldId id="349" r:id="rId20"/>
    <p:sldId id="350" r:id="rId21"/>
    <p:sldId id="351" r:id="rId22"/>
    <p:sldId id="352" r:id="rId23"/>
    <p:sldId id="353" r:id="rId24"/>
    <p:sldId id="354" r:id="rId25"/>
    <p:sldId id="355" r:id="rId26"/>
    <p:sldId id="356" r:id="rId27"/>
    <p:sldId id="313" r:id="rId28"/>
    <p:sldId id="365" r:id="rId29"/>
    <p:sldId id="364" r:id="rId30"/>
    <p:sldId id="314" r:id="rId3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000" b="1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000" b="1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000" b="1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000" b="1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003300"/>
    <a:srgbClr val="0033CC"/>
    <a:srgbClr val="1C2E5A"/>
    <a:srgbClr val="375BB0"/>
    <a:srgbClr val="FF9900"/>
    <a:srgbClr val="CC3300"/>
    <a:srgbClr val="FF5050"/>
    <a:srgbClr val="33CCFF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067" autoAdjust="0"/>
    <p:restoredTop sz="96370" autoAdjust="0"/>
  </p:normalViewPr>
  <p:slideViewPr>
    <p:cSldViewPr>
      <p:cViewPr varScale="1">
        <p:scale>
          <a:sx n="111" d="100"/>
          <a:sy n="111" d="100"/>
        </p:scale>
        <p:origin x="1626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0D07C1-AAB8-46BE-8513-35BCE459D3CE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ZA"/>
        </a:p>
      </dgm:t>
    </dgm:pt>
    <dgm:pt modelId="{C1090023-76CE-4814-A539-E340E5E8609C}">
      <dgm:prSet phldrT="[Text]"/>
      <dgm:spPr/>
      <dgm:t>
        <a:bodyPr/>
        <a:lstStyle/>
        <a:p>
          <a:r>
            <a:rPr lang="en-ZA" b="1"/>
            <a:t>www</a:t>
          </a:r>
          <a:endParaRPr lang="en-ZA" dirty="0"/>
        </a:p>
      </dgm:t>
    </dgm:pt>
    <dgm:pt modelId="{D040AA57-22D5-428B-A217-045A567DA62C}" type="parTrans" cxnId="{D8B1E06A-1CFB-40E5-B0D6-1390FDD4C82A}">
      <dgm:prSet/>
      <dgm:spPr/>
      <dgm:t>
        <a:bodyPr/>
        <a:lstStyle/>
        <a:p>
          <a:endParaRPr lang="en-ZA"/>
        </a:p>
      </dgm:t>
    </dgm:pt>
    <dgm:pt modelId="{AD8FCB2A-7225-4E54-AAAE-5E04B50F3347}" type="sibTrans" cxnId="{D8B1E06A-1CFB-40E5-B0D6-1390FDD4C82A}">
      <dgm:prSet/>
      <dgm:spPr/>
      <dgm:t>
        <a:bodyPr/>
        <a:lstStyle/>
        <a:p>
          <a:endParaRPr lang="en-ZA"/>
        </a:p>
      </dgm:t>
    </dgm:pt>
    <dgm:pt modelId="{1D2CBBA6-3948-442C-8D70-496B6B649B3E}">
      <dgm:prSet phldrT="[Text]"/>
      <dgm:spPr/>
      <dgm:t>
        <a:bodyPr/>
        <a:lstStyle/>
        <a:p>
          <a:r>
            <a:rPr lang="en-ZA" b="1" dirty="0" err="1"/>
            <a:t>Webblad</a:t>
          </a:r>
          <a:endParaRPr lang="en-ZA" dirty="0"/>
        </a:p>
      </dgm:t>
    </dgm:pt>
    <dgm:pt modelId="{2F55D90D-6F1D-4019-B2E7-D9DADF873DE5}" type="parTrans" cxnId="{5B40D7CB-BB5B-4A2C-A5DE-8AF590F159FE}">
      <dgm:prSet/>
      <dgm:spPr/>
      <dgm:t>
        <a:bodyPr/>
        <a:lstStyle/>
        <a:p>
          <a:endParaRPr lang="en-ZA"/>
        </a:p>
      </dgm:t>
    </dgm:pt>
    <dgm:pt modelId="{7724D9FF-DBB4-4E30-9E08-0E733EFC1DE0}" type="sibTrans" cxnId="{5B40D7CB-BB5B-4A2C-A5DE-8AF590F159FE}">
      <dgm:prSet/>
      <dgm:spPr/>
      <dgm:t>
        <a:bodyPr/>
        <a:lstStyle/>
        <a:p>
          <a:endParaRPr lang="en-ZA"/>
        </a:p>
      </dgm:t>
    </dgm:pt>
    <dgm:pt modelId="{7E3845B5-8B8E-4CB2-9617-F045CDD857D9}">
      <dgm:prSet phldrT="[Text]"/>
      <dgm:spPr/>
      <dgm:t>
        <a:bodyPr/>
        <a:lstStyle/>
        <a:p>
          <a:r>
            <a:rPr lang="en-ZA" b="1" dirty="0" err="1"/>
            <a:t>Webwerf</a:t>
          </a:r>
          <a:endParaRPr lang="en-ZA" dirty="0"/>
        </a:p>
      </dgm:t>
    </dgm:pt>
    <dgm:pt modelId="{E1EBA133-1CBA-4C3A-A281-E5F3E4B1D8FB}" type="parTrans" cxnId="{147F8AA9-C23C-4E01-A358-E41DE97834B5}">
      <dgm:prSet/>
      <dgm:spPr/>
      <dgm:t>
        <a:bodyPr/>
        <a:lstStyle/>
        <a:p>
          <a:endParaRPr lang="en-ZA"/>
        </a:p>
      </dgm:t>
    </dgm:pt>
    <dgm:pt modelId="{41675125-34DE-41FD-B317-D81FE1C6A64B}" type="sibTrans" cxnId="{147F8AA9-C23C-4E01-A358-E41DE97834B5}">
      <dgm:prSet/>
      <dgm:spPr/>
      <dgm:t>
        <a:bodyPr/>
        <a:lstStyle/>
        <a:p>
          <a:endParaRPr lang="en-ZA"/>
        </a:p>
      </dgm:t>
    </dgm:pt>
    <dgm:pt modelId="{EDC77812-7523-4F10-A5B0-74D3723D58F5}">
      <dgm:prSet phldrT="[Text]"/>
      <dgm:spPr/>
      <dgm:t>
        <a:bodyPr/>
        <a:lstStyle/>
        <a:p>
          <a:r>
            <a:rPr lang="en-ZA" b="1" dirty="0" err="1"/>
            <a:t>Tuisblad</a:t>
          </a:r>
          <a:r>
            <a:rPr lang="en-ZA" b="1" dirty="0"/>
            <a:t> </a:t>
          </a:r>
          <a:r>
            <a:rPr lang="en-ZA" b="1"/>
            <a:t>van ’n </a:t>
          </a:r>
          <a:r>
            <a:rPr lang="en-ZA" b="1" dirty="0" err="1"/>
            <a:t>webwerf</a:t>
          </a:r>
          <a:endParaRPr lang="en-ZA" dirty="0"/>
        </a:p>
      </dgm:t>
    </dgm:pt>
    <dgm:pt modelId="{124F300A-84E3-4A1F-90BA-546AE654416A}" type="parTrans" cxnId="{20D1A0CA-6F7E-44F0-83B5-2ADD91095742}">
      <dgm:prSet/>
      <dgm:spPr/>
      <dgm:t>
        <a:bodyPr/>
        <a:lstStyle/>
        <a:p>
          <a:endParaRPr lang="en-ZA"/>
        </a:p>
      </dgm:t>
    </dgm:pt>
    <dgm:pt modelId="{F5F6DDC4-0FF2-4079-A49E-4CF7E7C05765}" type="sibTrans" cxnId="{20D1A0CA-6F7E-44F0-83B5-2ADD91095742}">
      <dgm:prSet/>
      <dgm:spPr/>
      <dgm:t>
        <a:bodyPr/>
        <a:lstStyle/>
        <a:p>
          <a:endParaRPr lang="en-ZA"/>
        </a:p>
      </dgm:t>
    </dgm:pt>
    <dgm:pt modelId="{4D2C7381-B5F5-49AA-BC5D-CC573C713AE6}">
      <dgm:prSet phldrT="[Text]"/>
      <dgm:spPr/>
      <dgm:t>
        <a:bodyPr/>
        <a:lstStyle/>
        <a:p>
          <a:r>
            <a:rPr lang="en-ZA" b="1" dirty="0" err="1"/>
            <a:t>Hiperskakel</a:t>
          </a:r>
          <a:endParaRPr lang="en-ZA" dirty="0"/>
        </a:p>
      </dgm:t>
    </dgm:pt>
    <dgm:pt modelId="{5097BB9C-EC7F-49A6-85AF-A3E812CD6C25}" type="parTrans" cxnId="{397F9608-2333-457B-BDE9-0C0CCF0C9A07}">
      <dgm:prSet/>
      <dgm:spPr/>
      <dgm:t>
        <a:bodyPr/>
        <a:lstStyle/>
        <a:p>
          <a:endParaRPr lang="en-ZA"/>
        </a:p>
      </dgm:t>
    </dgm:pt>
    <dgm:pt modelId="{534B9740-A773-4D9C-8081-CBCEF46B6516}" type="sibTrans" cxnId="{397F9608-2333-457B-BDE9-0C0CCF0C9A07}">
      <dgm:prSet/>
      <dgm:spPr/>
      <dgm:t>
        <a:bodyPr/>
        <a:lstStyle/>
        <a:p>
          <a:endParaRPr lang="en-ZA"/>
        </a:p>
      </dgm:t>
    </dgm:pt>
    <dgm:pt modelId="{8DA8DD51-292A-4CC3-9514-5FE857015352}">
      <dgm:prSet phldrT="[Text]"/>
      <dgm:spPr/>
      <dgm:t>
        <a:bodyPr/>
        <a:lstStyle/>
        <a:p>
          <a:r>
            <a:rPr lang="en-ZA" b="1" dirty="0" err="1"/>
            <a:t>Webbediener</a:t>
          </a:r>
          <a:endParaRPr lang="en-ZA" dirty="0"/>
        </a:p>
      </dgm:t>
    </dgm:pt>
    <dgm:pt modelId="{E281A9E5-15FA-4A22-8710-AB12C0C53DF2}" type="parTrans" cxnId="{8FFFCE22-B4A7-4C3B-ABC0-453903D85A3D}">
      <dgm:prSet/>
      <dgm:spPr/>
      <dgm:t>
        <a:bodyPr/>
        <a:lstStyle/>
        <a:p>
          <a:endParaRPr lang="en-ZA"/>
        </a:p>
      </dgm:t>
    </dgm:pt>
    <dgm:pt modelId="{0D1332AA-58E3-4431-8ADF-3D340880D0CD}" type="sibTrans" cxnId="{8FFFCE22-B4A7-4C3B-ABC0-453903D85A3D}">
      <dgm:prSet/>
      <dgm:spPr/>
      <dgm:t>
        <a:bodyPr/>
        <a:lstStyle/>
        <a:p>
          <a:endParaRPr lang="en-ZA"/>
        </a:p>
      </dgm:t>
    </dgm:pt>
    <dgm:pt modelId="{9648D80D-DA24-4AB7-9974-B38DECF14BD2}">
      <dgm:prSet phldrT="[Text]"/>
      <dgm:spPr/>
      <dgm:t>
        <a:bodyPr/>
        <a:lstStyle/>
        <a:p>
          <a:r>
            <a:rPr lang="en-ZA" b="1" dirty="0"/>
            <a:t>URL</a:t>
          </a:r>
          <a:endParaRPr lang="en-ZA" dirty="0"/>
        </a:p>
      </dgm:t>
    </dgm:pt>
    <dgm:pt modelId="{B7B39DF8-F62D-4BF6-93F9-605303C805C8}" type="parTrans" cxnId="{2C1CD9F7-09B5-4CA9-9C90-02184DF35EC2}">
      <dgm:prSet/>
      <dgm:spPr/>
      <dgm:t>
        <a:bodyPr/>
        <a:lstStyle/>
        <a:p>
          <a:endParaRPr lang="en-ZA"/>
        </a:p>
      </dgm:t>
    </dgm:pt>
    <dgm:pt modelId="{549F5AA9-4477-4BFD-AFDA-BF6D2280DCDD}" type="sibTrans" cxnId="{2C1CD9F7-09B5-4CA9-9C90-02184DF35EC2}">
      <dgm:prSet/>
      <dgm:spPr/>
      <dgm:t>
        <a:bodyPr/>
        <a:lstStyle/>
        <a:p>
          <a:endParaRPr lang="en-ZA"/>
        </a:p>
      </dgm:t>
    </dgm:pt>
    <dgm:pt modelId="{1B3E5A01-8FE2-46BE-9E4B-6AF03E2176BE}">
      <dgm:prSet phldrT="[Text]"/>
      <dgm:spPr/>
      <dgm:t>
        <a:bodyPr/>
        <a:lstStyle/>
        <a:p>
          <a:r>
            <a:rPr lang="en-ZA" b="1"/>
            <a:t>IP-adres</a:t>
          </a:r>
          <a:endParaRPr lang="en-ZA" dirty="0"/>
        </a:p>
      </dgm:t>
    </dgm:pt>
    <dgm:pt modelId="{FBA03257-6F61-421E-9ACD-E4A4C1E44F0F}" type="parTrans" cxnId="{6A175DF0-F177-4AED-AC74-302D6F81E771}">
      <dgm:prSet/>
      <dgm:spPr/>
      <dgm:t>
        <a:bodyPr/>
        <a:lstStyle/>
        <a:p>
          <a:endParaRPr lang="en-ZA"/>
        </a:p>
      </dgm:t>
    </dgm:pt>
    <dgm:pt modelId="{CB090E83-E485-4AB4-924D-2F7FB820E710}" type="sibTrans" cxnId="{6A175DF0-F177-4AED-AC74-302D6F81E771}">
      <dgm:prSet/>
      <dgm:spPr/>
      <dgm:t>
        <a:bodyPr/>
        <a:lstStyle/>
        <a:p>
          <a:endParaRPr lang="en-ZA"/>
        </a:p>
      </dgm:t>
    </dgm:pt>
    <dgm:pt modelId="{0723EA92-3844-42C6-BEDE-7100F96FEE5D}" type="pres">
      <dgm:prSet presAssocID="{570D07C1-AAB8-46BE-8513-35BCE459D3CE}" presName="diagram" presStyleCnt="0">
        <dgm:presLayoutVars>
          <dgm:dir/>
          <dgm:resizeHandles val="exact"/>
        </dgm:presLayoutVars>
      </dgm:prSet>
      <dgm:spPr/>
    </dgm:pt>
    <dgm:pt modelId="{BCDAD6F9-51A9-47A8-B40C-ABF02823B88F}" type="pres">
      <dgm:prSet presAssocID="{C1090023-76CE-4814-A539-E340E5E8609C}" presName="node" presStyleLbl="node1" presStyleIdx="0" presStyleCnt="8">
        <dgm:presLayoutVars>
          <dgm:bulletEnabled val="1"/>
        </dgm:presLayoutVars>
      </dgm:prSet>
      <dgm:spPr/>
    </dgm:pt>
    <dgm:pt modelId="{E61DC00E-2A03-4537-8E6A-F91DDF674345}" type="pres">
      <dgm:prSet presAssocID="{AD8FCB2A-7225-4E54-AAAE-5E04B50F3347}" presName="sibTrans" presStyleCnt="0"/>
      <dgm:spPr/>
    </dgm:pt>
    <dgm:pt modelId="{90E83113-AC8B-4C5C-A4A1-F17244D16EA6}" type="pres">
      <dgm:prSet presAssocID="{1D2CBBA6-3948-442C-8D70-496B6B649B3E}" presName="node" presStyleLbl="node1" presStyleIdx="1" presStyleCnt="8">
        <dgm:presLayoutVars>
          <dgm:bulletEnabled val="1"/>
        </dgm:presLayoutVars>
      </dgm:prSet>
      <dgm:spPr/>
    </dgm:pt>
    <dgm:pt modelId="{FF50B64C-6D9E-486D-9091-A66E4F4FF40B}" type="pres">
      <dgm:prSet presAssocID="{7724D9FF-DBB4-4E30-9E08-0E733EFC1DE0}" presName="sibTrans" presStyleCnt="0"/>
      <dgm:spPr/>
    </dgm:pt>
    <dgm:pt modelId="{65FB5E29-81F4-4109-832C-07760B374FDB}" type="pres">
      <dgm:prSet presAssocID="{7E3845B5-8B8E-4CB2-9617-F045CDD857D9}" presName="node" presStyleLbl="node1" presStyleIdx="2" presStyleCnt="8">
        <dgm:presLayoutVars>
          <dgm:bulletEnabled val="1"/>
        </dgm:presLayoutVars>
      </dgm:prSet>
      <dgm:spPr/>
    </dgm:pt>
    <dgm:pt modelId="{084684FD-67B9-49D2-B167-D564EA6187EC}" type="pres">
      <dgm:prSet presAssocID="{41675125-34DE-41FD-B317-D81FE1C6A64B}" presName="sibTrans" presStyleCnt="0"/>
      <dgm:spPr/>
    </dgm:pt>
    <dgm:pt modelId="{629D85EF-FF99-4335-A2DB-149ED2B704D3}" type="pres">
      <dgm:prSet presAssocID="{EDC77812-7523-4F10-A5B0-74D3723D58F5}" presName="node" presStyleLbl="node1" presStyleIdx="3" presStyleCnt="8">
        <dgm:presLayoutVars>
          <dgm:bulletEnabled val="1"/>
        </dgm:presLayoutVars>
      </dgm:prSet>
      <dgm:spPr/>
    </dgm:pt>
    <dgm:pt modelId="{38B0D701-378C-45BC-8BE2-2EE39F918066}" type="pres">
      <dgm:prSet presAssocID="{F5F6DDC4-0FF2-4079-A49E-4CF7E7C05765}" presName="sibTrans" presStyleCnt="0"/>
      <dgm:spPr/>
    </dgm:pt>
    <dgm:pt modelId="{CECC483A-7090-4953-B481-B8F6EBCC94B6}" type="pres">
      <dgm:prSet presAssocID="{4D2C7381-B5F5-49AA-BC5D-CC573C713AE6}" presName="node" presStyleLbl="node1" presStyleIdx="4" presStyleCnt="8">
        <dgm:presLayoutVars>
          <dgm:bulletEnabled val="1"/>
        </dgm:presLayoutVars>
      </dgm:prSet>
      <dgm:spPr/>
    </dgm:pt>
    <dgm:pt modelId="{9FE2AD80-0CA3-4C26-A8E7-7333211CE322}" type="pres">
      <dgm:prSet presAssocID="{534B9740-A773-4D9C-8081-CBCEF46B6516}" presName="sibTrans" presStyleCnt="0"/>
      <dgm:spPr/>
    </dgm:pt>
    <dgm:pt modelId="{1F18B56E-8ED0-4B8D-AAF8-696BB26C3BB2}" type="pres">
      <dgm:prSet presAssocID="{8DA8DD51-292A-4CC3-9514-5FE857015352}" presName="node" presStyleLbl="node1" presStyleIdx="5" presStyleCnt="8">
        <dgm:presLayoutVars>
          <dgm:bulletEnabled val="1"/>
        </dgm:presLayoutVars>
      </dgm:prSet>
      <dgm:spPr/>
    </dgm:pt>
    <dgm:pt modelId="{F0F60115-794E-4F83-9F81-7D79D134B551}" type="pres">
      <dgm:prSet presAssocID="{0D1332AA-58E3-4431-8ADF-3D340880D0CD}" presName="sibTrans" presStyleCnt="0"/>
      <dgm:spPr/>
    </dgm:pt>
    <dgm:pt modelId="{37FC02D4-EF3D-45E4-A9B5-6816253500DE}" type="pres">
      <dgm:prSet presAssocID="{9648D80D-DA24-4AB7-9974-B38DECF14BD2}" presName="node" presStyleLbl="node1" presStyleIdx="6" presStyleCnt="8">
        <dgm:presLayoutVars>
          <dgm:bulletEnabled val="1"/>
        </dgm:presLayoutVars>
      </dgm:prSet>
      <dgm:spPr/>
    </dgm:pt>
    <dgm:pt modelId="{EAB16724-883B-4A9C-A4F1-0895DB8AB84B}" type="pres">
      <dgm:prSet presAssocID="{549F5AA9-4477-4BFD-AFDA-BF6D2280DCDD}" presName="sibTrans" presStyleCnt="0"/>
      <dgm:spPr/>
    </dgm:pt>
    <dgm:pt modelId="{4C623FE2-D617-4F47-92D7-95A7328712AD}" type="pres">
      <dgm:prSet presAssocID="{1B3E5A01-8FE2-46BE-9E4B-6AF03E2176BE}" presName="node" presStyleLbl="node1" presStyleIdx="7" presStyleCnt="8">
        <dgm:presLayoutVars>
          <dgm:bulletEnabled val="1"/>
        </dgm:presLayoutVars>
      </dgm:prSet>
      <dgm:spPr/>
    </dgm:pt>
  </dgm:ptLst>
  <dgm:cxnLst>
    <dgm:cxn modelId="{AC95C131-9A8E-48D5-901E-DFB8490B8A35}" type="presOf" srcId="{7E3845B5-8B8E-4CB2-9617-F045CDD857D9}" destId="{65FB5E29-81F4-4109-832C-07760B374FDB}" srcOrd="0" destOrd="0" presId="urn:microsoft.com/office/officeart/2005/8/layout/default"/>
    <dgm:cxn modelId="{2C1CD9F7-09B5-4CA9-9C90-02184DF35EC2}" srcId="{570D07C1-AAB8-46BE-8513-35BCE459D3CE}" destId="{9648D80D-DA24-4AB7-9974-B38DECF14BD2}" srcOrd="6" destOrd="0" parTransId="{B7B39DF8-F62D-4BF6-93F9-605303C805C8}" sibTransId="{549F5AA9-4477-4BFD-AFDA-BF6D2280DCDD}"/>
    <dgm:cxn modelId="{61943A5D-434E-4CF7-BB8A-1E59DBB8565F}" type="presOf" srcId="{1D2CBBA6-3948-442C-8D70-496B6B649B3E}" destId="{90E83113-AC8B-4C5C-A4A1-F17244D16EA6}" srcOrd="0" destOrd="0" presId="urn:microsoft.com/office/officeart/2005/8/layout/default"/>
    <dgm:cxn modelId="{EDEFC940-29B8-4C38-9366-3F5AF27FF4A4}" type="presOf" srcId="{570D07C1-AAB8-46BE-8513-35BCE459D3CE}" destId="{0723EA92-3844-42C6-BEDE-7100F96FEE5D}" srcOrd="0" destOrd="0" presId="urn:microsoft.com/office/officeart/2005/8/layout/default"/>
    <dgm:cxn modelId="{B0BC999D-A614-4D46-BBD7-38DA3AA53C93}" type="presOf" srcId="{C1090023-76CE-4814-A539-E340E5E8609C}" destId="{BCDAD6F9-51A9-47A8-B40C-ABF02823B88F}" srcOrd="0" destOrd="0" presId="urn:microsoft.com/office/officeart/2005/8/layout/default"/>
    <dgm:cxn modelId="{0B7C9372-EEA4-4308-84DA-4BD13C289FB4}" type="presOf" srcId="{9648D80D-DA24-4AB7-9974-B38DECF14BD2}" destId="{37FC02D4-EF3D-45E4-A9B5-6816253500DE}" srcOrd="0" destOrd="0" presId="urn:microsoft.com/office/officeart/2005/8/layout/default"/>
    <dgm:cxn modelId="{8FFFCE22-B4A7-4C3B-ABC0-453903D85A3D}" srcId="{570D07C1-AAB8-46BE-8513-35BCE459D3CE}" destId="{8DA8DD51-292A-4CC3-9514-5FE857015352}" srcOrd="5" destOrd="0" parTransId="{E281A9E5-15FA-4A22-8710-AB12C0C53DF2}" sibTransId="{0D1332AA-58E3-4431-8ADF-3D340880D0CD}"/>
    <dgm:cxn modelId="{D8B1E06A-1CFB-40E5-B0D6-1390FDD4C82A}" srcId="{570D07C1-AAB8-46BE-8513-35BCE459D3CE}" destId="{C1090023-76CE-4814-A539-E340E5E8609C}" srcOrd="0" destOrd="0" parTransId="{D040AA57-22D5-428B-A217-045A567DA62C}" sibTransId="{AD8FCB2A-7225-4E54-AAAE-5E04B50F3347}"/>
    <dgm:cxn modelId="{397F9608-2333-457B-BDE9-0C0CCF0C9A07}" srcId="{570D07C1-AAB8-46BE-8513-35BCE459D3CE}" destId="{4D2C7381-B5F5-49AA-BC5D-CC573C713AE6}" srcOrd="4" destOrd="0" parTransId="{5097BB9C-EC7F-49A6-85AF-A3E812CD6C25}" sibTransId="{534B9740-A773-4D9C-8081-CBCEF46B6516}"/>
    <dgm:cxn modelId="{F92ED53E-59F5-443B-9050-6A50A3A727E9}" type="presOf" srcId="{4D2C7381-B5F5-49AA-BC5D-CC573C713AE6}" destId="{CECC483A-7090-4953-B481-B8F6EBCC94B6}" srcOrd="0" destOrd="0" presId="urn:microsoft.com/office/officeart/2005/8/layout/default"/>
    <dgm:cxn modelId="{5CF1E7AD-AD75-461E-9AF5-9E31E82F4E49}" type="presOf" srcId="{1B3E5A01-8FE2-46BE-9E4B-6AF03E2176BE}" destId="{4C623FE2-D617-4F47-92D7-95A7328712AD}" srcOrd="0" destOrd="0" presId="urn:microsoft.com/office/officeart/2005/8/layout/default"/>
    <dgm:cxn modelId="{147F8AA9-C23C-4E01-A358-E41DE97834B5}" srcId="{570D07C1-AAB8-46BE-8513-35BCE459D3CE}" destId="{7E3845B5-8B8E-4CB2-9617-F045CDD857D9}" srcOrd="2" destOrd="0" parTransId="{E1EBA133-1CBA-4C3A-A281-E5F3E4B1D8FB}" sibTransId="{41675125-34DE-41FD-B317-D81FE1C6A64B}"/>
    <dgm:cxn modelId="{6A175DF0-F177-4AED-AC74-302D6F81E771}" srcId="{570D07C1-AAB8-46BE-8513-35BCE459D3CE}" destId="{1B3E5A01-8FE2-46BE-9E4B-6AF03E2176BE}" srcOrd="7" destOrd="0" parTransId="{FBA03257-6F61-421E-9ACD-E4A4C1E44F0F}" sibTransId="{CB090E83-E485-4AB4-924D-2F7FB820E710}"/>
    <dgm:cxn modelId="{1C071388-1C6C-49CB-A1A6-1D75FD97CFFC}" type="presOf" srcId="{8DA8DD51-292A-4CC3-9514-5FE857015352}" destId="{1F18B56E-8ED0-4B8D-AAF8-696BB26C3BB2}" srcOrd="0" destOrd="0" presId="urn:microsoft.com/office/officeart/2005/8/layout/default"/>
    <dgm:cxn modelId="{20D1A0CA-6F7E-44F0-83B5-2ADD91095742}" srcId="{570D07C1-AAB8-46BE-8513-35BCE459D3CE}" destId="{EDC77812-7523-4F10-A5B0-74D3723D58F5}" srcOrd="3" destOrd="0" parTransId="{124F300A-84E3-4A1F-90BA-546AE654416A}" sibTransId="{F5F6DDC4-0FF2-4079-A49E-4CF7E7C05765}"/>
    <dgm:cxn modelId="{5B40D7CB-BB5B-4A2C-A5DE-8AF590F159FE}" srcId="{570D07C1-AAB8-46BE-8513-35BCE459D3CE}" destId="{1D2CBBA6-3948-442C-8D70-496B6B649B3E}" srcOrd="1" destOrd="0" parTransId="{2F55D90D-6F1D-4019-B2E7-D9DADF873DE5}" sibTransId="{7724D9FF-DBB4-4E30-9E08-0E733EFC1DE0}"/>
    <dgm:cxn modelId="{F8BF7850-ADF5-4C31-B60E-11E5A4094308}" type="presOf" srcId="{EDC77812-7523-4F10-A5B0-74D3723D58F5}" destId="{629D85EF-FF99-4335-A2DB-149ED2B704D3}" srcOrd="0" destOrd="0" presId="urn:microsoft.com/office/officeart/2005/8/layout/default"/>
    <dgm:cxn modelId="{944A3FF4-9CC7-442E-B635-2EC3B227A9B4}" type="presParOf" srcId="{0723EA92-3844-42C6-BEDE-7100F96FEE5D}" destId="{BCDAD6F9-51A9-47A8-B40C-ABF02823B88F}" srcOrd="0" destOrd="0" presId="urn:microsoft.com/office/officeart/2005/8/layout/default"/>
    <dgm:cxn modelId="{BD059278-25AC-4DDA-9A63-F4413EE24534}" type="presParOf" srcId="{0723EA92-3844-42C6-BEDE-7100F96FEE5D}" destId="{E61DC00E-2A03-4537-8E6A-F91DDF674345}" srcOrd="1" destOrd="0" presId="urn:microsoft.com/office/officeart/2005/8/layout/default"/>
    <dgm:cxn modelId="{157DF176-5A5F-45CE-88CF-DAA29BD88F76}" type="presParOf" srcId="{0723EA92-3844-42C6-BEDE-7100F96FEE5D}" destId="{90E83113-AC8B-4C5C-A4A1-F17244D16EA6}" srcOrd="2" destOrd="0" presId="urn:microsoft.com/office/officeart/2005/8/layout/default"/>
    <dgm:cxn modelId="{26AEB808-BB86-4F4E-BAB0-0D38E21C7BC2}" type="presParOf" srcId="{0723EA92-3844-42C6-BEDE-7100F96FEE5D}" destId="{FF50B64C-6D9E-486D-9091-A66E4F4FF40B}" srcOrd="3" destOrd="0" presId="urn:microsoft.com/office/officeart/2005/8/layout/default"/>
    <dgm:cxn modelId="{F8540412-6182-4CA6-93CC-11C358802381}" type="presParOf" srcId="{0723EA92-3844-42C6-BEDE-7100F96FEE5D}" destId="{65FB5E29-81F4-4109-832C-07760B374FDB}" srcOrd="4" destOrd="0" presId="urn:microsoft.com/office/officeart/2005/8/layout/default"/>
    <dgm:cxn modelId="{70EBFAE1-E4C6-481A-BA34-3E4D2ABED03D}" type="presParOf" srcId="{0723EA92-3844-42C6-BEDE-7100F96FEE5D}" destId="{084684FD-67B9-49D2-B167-D564EA6187EC}" srcOrd="5" destOrd="0" presId="urn:microsoft.com/office/officeart/2005/8/layout/default"/>
    <dgm:cxn modelId="{F03BF6D8-8979-4347-B842-A0B3DEDD0B1D}" type="presParOf" srcId="{0723EA92-3844-42C6-BEDE-7100F96FEE5D}" destId="{629D85EF-FF99-4335-A2DB-149ED2B704D3}" srcOrd="6" destOrd="0" presId="urn:microsoft.com/office/officeart/2005/8/layout/default"/>
    <dgm:cxn modelId="{B64C3D09-DE7A-42C6-8811-09F138499D20}" type="presParOf" srcId="{0723EA92-3844-42C6-BEDE-7100F96FEE5D}" destId="{38B0D701-378C-45BC-8BE2-2EE39F918066}" srcOrd="7" destOrd="0" presId="urn:microsoft.com/office/officeart/2005/8/layout/default"/>
    <dgm:cxn modelId="{0D0C40CA-4653-41DF-AE19-3702FF115443}" type="presParOf" srcId="{0723EA92-3844-42C6-BEDE-7100F96FEE5D}" destId="{CECC483A-7090-4953-B481-B8F6EBCC94B6}" srcOrd="8" destOrd="0" presId="urn:microsoft.com/office/officeart/2005/8/layout/default"/>
    <dgm:cxn modelId="{1E3BD9B2-4D39-49DE-864F-1211DD1F25C5}" type="presParOf" srcId="{0723EA92-3844-42C6-BEDE-7100F96FEE5D}" destId="{9FE2AD80-0CA3-4C26-A8E7-7333211CE322}" srcOrd="9" destOrd="0" presId="urn:microsoft.com/office/officeart/2005/8/layout/default"/>
    <dgm:cxn modelId="{099B8335-5946-498D-BC7A-8BAA566308EF}" type="presParOf" srcId="{0723EA92-3844-42C6-BEDE-7100F96FEE5D}" destId="{1F18B56E-8ED0-4B8D-AAF8-696BB26C3BB2}" srcOrd="10" destOrd="0" presId="urn:microsoft.com/office/officeart/2005/8/layout/default"/>
    <dgm:cxn modelId="{09B4ED18-558F-461C-B724-BCB2BFA9ED2C}" type="presParOf" srcId="{0723EA92-3844-42C6-BEDE-7100F96FEE5D}" destId="{F0F60115-794E-4F83-9F81-7D79D134B551}" srcOrd="11" destOrd="0" presId="urn:microsoft.com/office/officeart/2005/8/layout/default"/>
    <dgm:cxn modelId="{467D8EA6-CBF3-455C-93E9-EC7EAB93B945}" type="presParOf" srcId="{0723EA92-3844-42C6-BEDE-7100F96FEE5D}" destId="{37FC02D4-EF3D-45E4-A9B5-6816253500DE}" srcOrd="12" destOrd="0" presId="urn:microsoft.com/office/officeart/2005/8/layout/default"/>
    <dgm:cxn modelId="{2CE0223F-C1C6-4F2E-AE33-BBA8D2B75A55}" type="presParOf" srcId="{0723EA92-3844-42C6-BEDE-7100F96FEE5D}" destId="{EAB16724-883B-4A9C-A4F1-0895DB8AB84B}" srcOrd="13" destOrd="0" presId="urn:microsoft.com/office/officeart/2005/8/layout/default"/>
    <dgm:cxn modelId="{BFC34188-72BB-4C87-883F-867D819C4C5C}" type="presParOf" srcId="{0723EA92-3844-42C6-BEDE-7100F96FEE5D}" destId="{4C623FE2-D617-4F47-92D7-95A7328712AD}" srcOrd="1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70D07C1-AAB8-46BE-8513-35BCE459D3CE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ZA"/>
        </a:p>
      </dgm:t>
    </dgm:pt>
    <dgm:pt modelId="{C1090023-76CE-4814-A539-E340E5E8609C}">
      <dgm:prSet phldrT="[Text]"/>
      <dgm:spPr/>
      <dgm:t>
        <a:bodyPr/>
        <a:lstStyle/>
        <a:p>
          <a:r>
            <a:rPr lang="en-ZA" b="1" dirty="0"/>
            <a:t>Webportaal</a:t>
          </a:r>
          <a:endParaRPr lang="en-ZA" dirty="0"/>
        </a:p>
      </dgm:t>
    </dgm:pt>
    <dgm:pt modelId="{D040AA57-22D5-428B-A217-045A567DA62C}" type="parTrans" cxnId="{D8B1E06A-1CFB-40E5-B0D6-1390FDD4C82A}">
      <dgm:prSet/>
      <dgm:spPr/>
      <dgm:t>
        <a:bodyPr/>
        <a:lstStyle/>
        <a:p>
          <a:endParaRPr lang="en-ZA"/>
        </a:p>
      </dgm:t>
    </dgm:pt>
    <dgm:pt modelId="{AD8FCB2A-7225-4E54-AAAE-5E04B50F3347}" type="sibTrans" cxnId="{D8B1E06A-1CFB-40E5-B0D6-1390FDD4C82A}">
      <dgm:prSet/>
      <dgm:spPr/>
      <dgm:t>
        <a:bodyPr/>
        <a:lstStyle/>
        <a:p>
          <a:endParaRPr lang="en-ZA"/>
        </a:p>
      </dgm:t>
    </dgm:pt>
    <dgm:pt modelId="{1D2CBBA6-3948-442C-8D70-496B6B649B3E}">
      <dgm:prSet phldrT="[Text]"/>
      <dgm:spPr/>
      <dgm:t>
        <a:bodyPr/>
        <a:lstStyle/>
        <a:p>
          <a:r>
            <a:rPr lang="en-ZA" b="1" dirty="0" err="1"/>
            <a:t>Inligting</a:t>
          </a:r>
          <a:endParaRPr lang="en-ZA" dirty="0"/>
        </a:p>
      </dgm:t>
    </dgm:pt>
    <dgm:pt modelId="{2F55D90D-6F1D-4019-B2E7-D9DADF873DE5}" type="parTrans" cxnId="{5B40D7CB-BB5B-4A2C-A5DE-8AF590F159FE}">
      <dgm:prSet/>
      <dgm:spPr/>
      <dgm:t>
        <a:bodyPr/>
        <a:lstStyle/>
        <a:p>
          <a:endParaRPr lang="en-ZA"/>
        </a:p>
      </dgm:t>
    </dgm:pt>
    <dgm:pt modelId="{7724D9FF-DBB4-4E30-9E08-0E733EFC1DE0}" type="sibTrans" cxnId="{5B40D7CB-BB5B-4A2C-A5DE-8AF590F159FE}">
      <dgm:prSet/>
      <dgm:spPr/>
      <dgm:t>
        <a:bodyPr/>
        <a:lstStyle/>
        <a:p>
          <a:endParaRPr lang="en-ZA"/>
        </a:p>
      </dgm:t>
    </dgm:pt>
    <dgm:pt modelId="{7E3845B5-8B8E-4CB2-9617-F045CDD857D9}">
      <dgm:prSet phldrT="[Text]"/>
      <dgm:spPr/>
      <dgm:t>
        <a:bodyPr/>
        <a:lstStyle/>
        <a:p>
          <a:r>
            <a:rPr lang="en-ZA" b="1" dirty="0" err="1"/>
            <a:t>Nuus</a:t>
          </a:r>
          <a:endParaRPr lang="en-ZA" dirty="0"/>
        </a:p>
      </dgm:t>
    </dgm:pt>
    <dgm:pt modelId="{E1EBA133-1CBA-4C3A-A281-E5F3E4B1D8FB}" type="parTrans" cxnId="{147F8AA9-C23C-4E01-A358-E41DE97834B5}">
      <dgm:prSet/>
      <dgm:spPr/>
      <dgm:t>
        <a:bodyPr/>
        <a:lstStyle/>
        <a:p>
          <a:endParaRPr lang="en-ZA"/>
        </a:p>
      </dgm:t>
    </dgm:pt>
    <dgm:pt modelId="{41675125-34DE-41FD-B317-D81FE1C6A64B}" type="sibTrans" cxnId="{147F8AA9-C23C-4E01-A358-E41DE97834B5}">
      <dgm:prSet/>
      <dgm:spPr/>
      <dgm:t>
        <a:bodyPr/>
        <a:lstStyle/>
        <a:p>
          <a:endParaRPr lang="en-ZA"/>
        </a:p>
      </dgm:t>
    </dgm:pt>
    <dgm:pt modelId="{EDC77812-7523-4F10-A5B0-74D3723D58F5}">
      <dgm:prSet phldrT="[Text]"/>
      <dgm:spPr/>
      <dgm:t>
        <a:bodyPr/>
        <a:lstStyle/>
        <a:p>
          <a:r>
            <a:rPr lang="en-ZA" b="1"/>
            <a:t>Besigheid </a:t>
          </a:r>
          <a:r>
            <a:rPr lang="en-ZA" b="1" dirty="0"/>
            <a:t>of </a:t>
          </a:r>
          <a:r>
            <a:rPr lang="en-ZA" b="1" dirty="0" err="1"/>
            <a:t>bemarking</a:t>
          </a:r>
          <a:endParaRPr lang="en-ZA" dirty="0"/>
        </a:p>
      </dgm:t>
    </dgm:pt>
    <dgm:pt modelId="{124F300A-84E3-4A1F-90BA-546AE654416A}" type="parTrans" cxnId="{20D1A0CA-6F7E-44F0-83B5-2ADD91095742}">
      <dgm:prSet/>
      <dgm:spPr/>
      <dgm:t>
        <a:bodyPr/>
        <a:lstStyle/>
        <a:p>
          <a:endParaRPr lang="en-ZA"/>
        </a:p>
      </dgm:t>
    </dgm:pt>
    <dgm:pt modelId="{F5F6DDC4-0FF2-4079-A49E-4CF7E7C05765}" type="sibTrans" cxnId="{20D1A0CA-6F7E-44F0-83B5-2ADD91095742}">
      <dgm:prSet/>
      <dgm:spPr/>
      <dgm:t>
        <a:bodyPr/>
        <a:lstStyle/>
        <a:p>
          <a:endParaRPr lang="en-ZA"/>
        </a:p>
      </dgm:t>
    </dgm:pt>
    <dgm:pt modelId="{4D2C7381-B5F5-49AA-BC5D-CC573C713AE6}">
      <dgm:prSet phldrT="[Text]"/>
      <dgm:spPr/>
      <dgm:t>
        <a:bodyPr/>
        <a:lstStyle/>
        <a:p>
          <a:r>
            <a:rPr lang="en-ZA" b="1" dirty="0" err="1"/>
            <a:t>Persoonlik</a:t>
          </a:r>
          <a:endParaRPr lang="en-ZA" dirty="0"/>
        </a:p>
      </dgm:t>
    </dgm:pt>
    <dgm:pt modelId="{5097BB9C-EC7F-49A6-85AF-A3E812CD6C25}" type="parTrans" cxnId="{397F9608-2333-457B-BDE9-0C0CCF0C9A07}">
      <dgm:prSet/>
      <dgm:spPr/>
      <dgm:t>
        <a:bodyPr/>
        <a:lstStyle/>
        <a:p>
          <a:endParaRPr lang="en-ZA"/>
        </a:p>
      </dgm:t>
    </dgm:pt>
    <dgm:pt modelId="{534B9740-A773-4D9C-8081-CBCEF46B6516}" type="sibTrans" cxnId="{397F9608-2333-457B-BDE9-0C0CCF0C9A07}">
      <dgm:prSet/>
      <dgm:spPr/>
      <dgm:t>
        <a:bodyPr/>
        <a:lstStyle/>
        <a:p>
          <a:endParaRPr lang="en-ZA"/>
        </a:p>
      </dgm:t>
    </dgm:pt>
    <dgm:pt modelId="{8DA8DD51-292A-4CC3-9514-5FE857015352}">
      <dgm:prSet phldrT="[Text]"/>
      <dgm:spPr/>
      <dgm:t>
        <a:bodyPr/>
        <a:lstStyle/>
        <a:p>
          <a:r>
            <a:rPr lang="en-ZA" b="1" dirty="0"/>
            <a:t>Wiki</a:t>
          </a:r>
          <a:endParaRPr lang="en-ZA" dirty="0"/>
        </a:p>
      </dgm:t>
    </dgm:pt>
    <dgm:pt modelId="{E281A9E5-15FA-4A22-8710-AB12C0C53DF2}" type="parTrans" cxnId="{8FFFCE22-B4A7-4C3B-ABC0-453903D85A3D}">
      <dgm:prSet/>
      <dgm:spPr/>
      <dgm:t>
        <a:bodyPr/>
        <a:lstStyle/>
        <a:p>
          <a:endParaRPr lang="en-ZA"/>
        </a:p>
      </dgm:t>
    </dgm:pt>
    <dgm:pt modelId="{0D1332AA-58E3-4431-8ADF-3D340880D0CD}" type="sibTrans" cxnId="{8FFFCE22-B4A7-4C3B-ABC0-453903D85A3D}">
      <dgm:prSet/>
      <dgm:spPr/>
      <dgm:t>
        <a:bodyPr/>
        <a:lstStyle/>
        <a:p>
          <a:endParaRPr lang="en-ZA"/>
        </a:p>
      </dgm:t>
    </dgm:pt>
    <dgm:pt modelId="{9648D80D-DA24-4AB7-9974-B38DECF14BD2}">
      <dgm:prSet phldrT="[Text]"/>
      <dgm:spPr/>
      <dgm:t>
        <a:bodyPr/>
        <a:lstStyle/>
        <a:p>
          <a:r>
            <a:rPr lang="en-ZA" b="1" dirty="0" err="1"/>
            <a:t>Opleiding</a:t>
          </a:r>
          <a:endParaRPr lang="en-ZA" dirty="0"/>
        </a:p>
      </dgm:t>
    </dgm:pt>
    <dgm:pt modelId="{B7B39DF8-F62D-4BF6-93F9-605303C805C8}" type="parTrans" cxnId="{2C1CD9F7-09B5-4CA9-9C90-02184DF35EC2}">
      <dgm:prSet/>
      <dgm:spPr/>
      <dgm:t>
        <a:bodyPr/>
        <a:lstStyle/>
        <a:p>
          <a:endParaRPr lang="en-ZA"/>
        </a:p>
      </dgm:t>
    </dgm:pt>
    <dgm:pt modelId="{549F5AA9-4477-4BFD-AFDA-BF6D2280DCDD}" type="sibTrans" cxnId="{2C1CD9F7-09B5-4CA9-9C90-02184DF35EC2}">
      <dgm:prSet/>
      <dgm:spPr/>
      <dgm:t>
        <a:bodyPr/>
        <a:lstStyle/>
        <a:p>
          <a:endParaRPr lang="en-ZA"/>
        </a:p>
      </dgm:t>
    </dgm:pt>
    <dgm:pt modelId="{1B3E5A01-8FE2-46BE-9E4B-6AF03E2176BE}">
      <dgm:prSet phldrT="[Text]"/>
      <dgm:spPr/>
      <dgm:t>
        <a:bodyPr/>
        <a:lstStyle/>
        <a:p>
          <a:r>
            <a:rPr lang="en-ZA" b="1" dirty="0" err="1"/>
            <a:t>Vermaak</a:t>
          </a:r>
          <a:endParaRPr lang="en-ZA" dirty="0"/>
        </a:p>
      </dgm:t>
    </dgm:pt>
    <dgm:pt modelId="{FBA03257-6F61-421E-9ACD-E4A4C1E44F0F}" type="parTrans" cxnId="{6A175DF0-F177-4AED-AC74-302D6F81E771}">
      <dgm:prSet/>
      <dgm:spPr/>
      <dgm:t>
        <a:bodyPr/>
        <a:lstStyle/>
        <a:p>
          <a:endParaRPr lang="en-ZA"/>
        </a:p>
      </dgm:t>
    </dgm:pt>
    <dgm:pt modelId="{CB090E83-E485-4AB4-924D-2F7FB820E710}" type="sibTrans" cxnId="{6A175DF0-F177-4AED-AC74-302D6F81E771}">
      <dgm:prSet/>
      <dgm:spPr/>
      <dgm:t>
        <a:bodyPr/>
        <a:lstStyle/>
        <a:p>
          <a:endParaRPr lang="en-ZA"/>
        </a:p>
      </dgm:t>
    </dgm:pt>
    <dgm:pt modelId="{768626D0-B445-48C0-B86B-23C09F2C051D}">
      <dgm:prSet phldrT="[Text]"/>
      <dgm:spPr/>
      <dgm:t>
        <a:bodyPr/>
        <a:lstStyle/>
        <a:p>
          <a:r>
            <a:rPr lang="en-ZA" b="1" dirty="0" err="1"/>
            <a:t>Voorspraak</a:t>
          </a:r>
          <a:endParaRPr lang="en-ZA" dirty="0"/>
        </a:p>
      </dgm:t>
    </dgm:pt>
    <dgm:pt modelId="{16ABD2A5-34FC-486A-831C-DC58A5CADFE7}" type="parTrans" cxnId="{8A296DB7-F924-41E5-A0CA-E50977E270CC}">
      <dgm:prSet/>
      <dgm:spPr/>
      <dgm:t>
        <a:bodyPr/>
        <a:lstStyle/>
        <a:p>
          <a:endParaRPr lang="en-ZA"/>
        </a:p>
      </dgm:t>
    </dgm:pt>
    <dgm:pt modelId="{E7C537A7-456A-4399-85A1-F6E34B47A897}" type="sibTrans" cxnId="{8A296DB7-F924-41E5-A0CA-E50977E270CC}">
      <dgm:prSet/>
      <dgm:spPr/>
      <dgm:t>
        <a:bodyPr/>
        <a:lstStyle/>
        <a:p>
          <a:endParaRPr lang="en-ZA"/>
        </a:p>
      </dgm:t>
    </dgm:pt>
    <dgm:pt modelId="{A778D9AE-E307-4B3C-9773-92F2AD6863A0}">
      <dgm:prSet phldrT="[Text]"/>
      <dgm:spPr/>
      <dgm:t>
        <a:bodyPr/>
        <a:lstStyle/>
        <a:p>
          <a:r>
            <a:rPr lang="en-ZA" b="1" dirty="0"/>
            <a:t>Web-</a:t>
          </a:r>
          <a:r>
            <a:rPr lang="en-ZA" b="1" dirty="0" err="1"/>
            <a:t>toepassing</a:t>
          </a:r>
          <a:endParaRPr lang="en-ZA" dirty="0"/>
        </a:p>
      </dgm:t>
    </dgm:pt>
    <dgm:pt modelId="{2171E8B4-3130-4FDB-91FD-60EF4575A849}" type="parTrans" cxnId="{E4F6FDEA-F08C-494A-BCE1-CD319474A5A6}">
      <dgm:prSet/>
      <dgm:spPr/>
      <dgm:t>
        <a:bodyPr/>
        <a:lstStyle/>
        <a:p>
          <a:endParaRPr lang="en-ZA"/>
        </a:p>
      </dgm:t>
    </dgm:pt>
    <dgm:pt modelId="{F2F0481E-B8D3-4B55-85A4-F9D8F532F2D7}" type="sibTrans" cxnId="{E4F6FDEA-F08C-494A-BCE1-CD319474A5A6}">
      <dgm:prSet/>
      <dgm:spPr/>
      <dgm:t>
        <a:bodyPr/>
        <a:lstStyle/>
        <a:p>
          <a:endParaRPr lang="en-ZA"/>
        </a:p>
      </dgm:t>
    </dgm:pt>
    <dgm:pt modelId="{EAEBF647-E750-4487-8DFE-1ACAB85CDE7F}">
      <dgm:prSet phldrT="[Text]"/>
      <dgm:spPr/>
      <dgm:t>
        <a:bodyPr/>
        <a:lstStyle/>
        <a:p>
          <a:r>
            <a:rPr lang="en-ZA" b="1" dirty="0" err="1"/>
            <a:t>Inhouds</a:t>
          </a:r>
          <a:r>
            <a:rPr lang="en-ZA" b="1" dirty="0"/>
            <a:t>- </a:t>
          </a:r>
          <a:r>
            <a:rPr lang="en-ZA" b="1" dirty="0" err="1"/>
            <a:t>versamelaars</a:t>
          </a:r>
          <a:endParaRPr lang="en-ZA" dirty="0"/>
        </a:p>
      </dgm:t>
    </dgm:pt>
    <dgm:pt modelId="{C244DC69-44BF-41D7-A722-F05C9C3ED46A}" type="parTrans" cxnId="{CBE1D9DB-571D-404E-96D4-8DADB0AF1D2B}">
      <dgm:prSet/>
      <dgm:spPr/>
      <dgm:t>
        <a:bodyPr/>
        <a:lstStyle/>
        <a:p>
          <a:endParaRPr lang="en-ZA"/>
        </a:p>
      </dgm:t>
    </dgm:pt>
    <dgm:pt modelId="{A71299A9-2738-420F-9FDB-4C40E8159E83}" type="sibTrans" cxnId="{CBE1D9DB-571D-404E-96D4-8DADB0AF1D2B}">
      <dgm:prSet/>
      <dgm:spPr/>
      <dgm:t>
        <a:bodyPr/>
        <a:lstStyle/>
        <a:p>
          <a:endParaRPr lang="en-ZA"/>
        </a:p>
      </dgm:t>
    </dgm:pt>
    <dgm:pt modelId="{0723EA92-3844-42C6-BEDE-7100F96FEE5D}" type="pres">
      <dgm:prSet presAssocID="{570D07C1-AAB8-46BE-8513-35BCE459D3CE}" presName="diagram" presStyleCnt="0">
        <dgm:presLayoutVars>
          <dgm:dir/>
          <dgm:resizeHandles val="exact"/>
        </dgm:presLayoutVars>
      </dgm:prSet>
      <dgm:spPr/>
    </dgm:pt>
    <dgm:pt modelId="{BCDAD6F9-51A9-47A8-B40C-ABF02823B88F}" type="pres">
      <dgm:prSet presAssocID="{C1090023-76CE-4814-A539-E340E5E8609C}" presName="node" presStyleLbl="node1" presStyleIdx="0" presStyleCnt="11">
        <dgm:presLayoutVars>
          <dgm:bulletEnabled val="1"/>
        </dgm:presLayoutVars>
      </dgm:prSet>
      <dgm:spPr/>
    </dgm:pt>
    <dgm:pt modelId="{E61DC00E-2A03-4537-8E6A-F91DDF674345}" type="pres">
      <dgm:prSet presAssocID="{AD8FCB2A-7225-4E54-AAAE-5E04B50F3347}" presName="sibTrans" presStyleCnt="0"/>
      <dgm:spPr/>
    </dgm:pt>
    <dgm:pt modelId="{90E83113-AC8B-4C5C-A4A1-F17244D16EA6}" type="pres">
      <dgm:prSet presAssocID="{1D2CBBA6-3948-442C-8D70-496B6B649B3E}" presName="node" presStyleLbl="node1" presStyleIdx="1" presStyleCnt="11">
        <dgm:presLayoutVars>
          <dgm:bulletEnabled val="1"/>
        </dgm:presLayoutVars>
      </dgm:prSet>
      <dgm:spPr/>
    </dgm:pt>
    <dgm:pt modelId="{FF50B64C-6D9E-486D-9091-A66E4F4FF40B}" type="pres">
      <dgm:prSet presAssocID="{7724D9FF-DBB4-4E30-9E08-0E733EFC1DE0}" presName="sibTrans" presStyleCnt="0"/>
      <dgm:spPr/>
    </dgm:pt>
    <dgm:pt modelId="{65FB5E29-81F4-4109-832C-07760B374FDB}" type="pres">
      <dgm:prSet presAssocID="{7E3845B5-8B8E-4CB2-9617-F045CDD857D9}" presName="node" presStyleLbl="node1" presStyleIdx="2" presStyleCnt="11">
        <dgm:presLayoutVars>
          <dgm:bulletEnabled val="1"/>
        </dgm:presLayoutVars>
      </dgm:prSet>
      <dgm:spPr/>
    </dgm:pt>
    <dgm:pt modelId="{084684FD-67B9-49D2-B167-D564EA6187EC}" type="pres">
      <dgm:prSet presAssocID="{41675125-34DE-41FD-B317-D81FE1C6A64B}" presName="sibTrans" presStyleCnt="0"/>
      <dgm:spPr/>
    </dgm:pt>
    <dgm:pt modelId="{629D85EF-FF99-4335-A2DB-149ED2B704D3}" type="pres">
      <dgm:prSet presAssocID="{EDC77812-7523-4F10-A5B0-74D3723D58F5}" presName="node" presStyleLbl="node1" presStyleIdx="3" presStyleCnt="11">
        <dgm:presLayoutVars>
          <dgm:bulletEnabled val="1"/>
        </dgm:presLayoutVars>
      </dgm:prSet>
      <dgm:spPr/>
    </dgm:pt>
    <dgm:pt modelId="{38B0D701-378C-45BC-8BE2-2EE39F918066}" type="pres">
      <dgm:prSet presAssocID="{F5F6DDC4-0FF2-4079-A49E-4CF7E7C05765}" presName="sibTrans" presStyleCnt="0"/>
      <dgm:spPr/>
    </dgm:pt>
    <dgm:pt modelId="{CECC483A-7090-4953-B481-B8F6EBCC94B6}" type="pres">
      <dgm:prSet presAssocID="{4D2C7381-B5F5-49AA-BC5D-CC573C713AE6}" presName="node" presStyleLbl="node1" presStyleIdx="4" presStyleCnt="11">
        <dgm:presLayoutVars>
          <dgm:bulletEnabled val="1"/>
        </dgm:presLayoutVars>
      </dgm:prSet>
      <dgm:spPr/>
    </dgm:pt>
    <dgm:pt modelId="{9FE2AD80-0CA3-4C26-A8E7-7333211CE322}" type="pres">
      <dgm:prSet presAssocID="{534B9740-A773-4D9C-8081-CBCEF46B6516}" presName="sibTrans" presStyleCnt="0"/>
      <dgm:spPr/>
    </dgm:pt>
    <dgm:pt modelId="{1F18B56E-8ED0-4B8D-AAF8-696BB26C3BB2}" type="pres">
      <dgm:prSet presAssocID="{8DA8DD51-292A-4CC3-9514-5FE857015352}" presName="node" presStyleLbl="node1" presStyleIdx="5" presStyleCnt="11">
        <dgm:presLayoutVars>
          <dgm:bulletEnabled val="1"/>
        </dgm:presLayoutVars>
      </dgm:prSet>
      <dgm:spPr/>
    </dgm:pt>
    <dgm:pt modelId="{F0F60115-794E-4F83-9F81-7D79D134B551}" type="pres">
      <dgm:prSet presAssocID="{0D1332AA-58E3-4431-8ADF-3D340880D0CD}" presName="sibTrans" presStyleCnt="0"/>
      <dgm:spPr/>
    </dgm:pt>
    <dgm:pt modelId="{37FC02D4-EF3D-45E4-A9B5-6816253500DE}" type="pres">
      <dgm:prSet presAssocID="{9648D80D-DA24-4AB7-9974-B38DECF14BD2}" presName="node" presStyleLbl="node1" presStyleIdx="6" presStyleCnt="11" custLinFactNeighborX="223" custLinFactNeighborY="1585">
        <dgm:presLayoutVars>
          <dgm:bulletEnabled val="1"/>
        </dgm:presLayoutVars>
      </dgm:prSet>
      <dgm:spPr/>
    </dgm:pt>
    <dgm:pt modelId="{EAB16724-883B-4A9C-A4F1-0895DB8AB84B}" type="pres">
      <dgm:prSet presAssocID="{549F5AA9-4477-4BFD-AFDA-BF6D2280DCDD}" presName="sibTrans" presStyleCnt="0"/>
      <dgm:spPr/>
    </dgm:pt>
    <dgm:pt modelId="{4C623FE2-D617-4F47-92D7-95A7328712AD}" type="pres">
      <dgm:prSet presAssocID="{1B3E5A01-8FE2-46BE-9E4B-6AF03E2176BE}" presName="node" presStyleLbl="node1" presStyleIdx="7" presStyleCnt="11" custLinFactNeighborX="294" custLinFactNeighborY="-2105">
        <dgm:presLayoutVars>
          <dgm:bulletEnabled val="1"/>
        </dgm:presLayoutVars>
      </dgm:prSet>
      <dgm:spPr/>
    </dgm:pt>
    <dgm:pt modelId="{6F549F3D-466B-43FE-9348-CE183B49DB7E}" type="pres">
      <dgm:prSet presAssocID="{CB090E83-E485-4AB4-924D-2F7FB820E710}" presName="sibTrans" presStyleCnt="0"/>
      <dgm:spPr/>
    </dgm:pt>
    <dgm:pt modelId="{BAC8D4D5-3CEB-44BF-BDC5-2E10A41A0169}" type="pres">
      <dgm:prSet presAssocID="{768626D0-B445-48C0-B86B-23C09F2C051D}" presName="node" presStyleLbl="node1" presStyleIdx="8" presStyleCnt="11">
        <dgm:presLayoutVars>
          <dgm:bulletEnabled val="1"/>
        </dgm:presLayoutVars>
      </dgm:prSet>
      <dgm:spPr/>
    </dgm:pt>
    <dgm:pt modelId="{FDAD8BF5-68EE-4919-983D-03578302C9A0}" type="pres">
      <dgm:prSet presAssocID="{E7C537A7-456A-4399-85A1-F6E34B47A897}" presName="sibTrans" presStyleCnt="0"/>
      <dgm:spPr/>
    </dgm:pt>
    <dgm:pt modelId="{3FBBB2AD-60E4-49E2-A671-57F0C410D908}" type="pres">
      <dgm:prSet presAssocID="{A778D9AE-E307-4B3C-9773-92F2AD6863A0}" presName="node" presStyleLbl="node1" presStyleIdx="9" presStyleCnt="11">
        <dgm:presLayoutVars>
          <dgm:bulletEnabled val="1"/>
        </dgm:presLayoutVars>
      </dgm:prSet>
      <dgm:spPr/>
    </dgm:pt>
    <dgm:pt modelId="{D2AAFFBB-2810-4D51-970B-32EA286FCE05}" type="pres">
      <dgm:prSet presAssocID="{F2F0481E-B8D3-4B55-85A4-F9D8F532F2D7}" presName="sibTrans" presStyleCnt="0"/>
      <dgm:spPr/>
    </dgm:pt>
    <dgm:pt modelId="{B3D023F8-69CD-4D69-A506-5D558DACCB00}" type="pres">
      <dgm:prSet presAssocID="{EAEBF647-E750-4487-8DFE-1ACAB85CDE7F}" presName="node" presStyleLbl="node1" presStyleIdx="10" presStyleCnt="11">
        <dgm:presLayoutVars>
          <dgm:bulletEnabled val="1"/>
        </dgm:presLayoutVars>
      </dgm:prSet>
      <dgm:spPr/>
    </dgm:pt>
  </dgm:ptLst>
  <dgm:cxnLst>
    <dgm:cxn modelId="{EC469877-756B-4FCF-A6DA-4573D60822FD}" type="presOf" srcId="{4D2C7381-B5F5-49AA-BC5D-CC573C713AE6}" destId="{CECC483A-7090-4953-B481-B8F6EBCC94B6}" srcOrd="0" destOrd="0" presId="urn:microsoft.com/office/officeart/2005/8/layout/default"/>
    <dgm:cxn modelId="{147F8AA9-C23C-4E01-A358-E41DE97834B5}" srcId="{570D07C1-AAB8-46BE-8513-35BCE459D3CE}" destId="{7E3845B5-8B8E-4CB2-9617-F045CDD857D9}" srcOrd="2" destOrd="0" parTransId="{E1EBA133-1CBA-4C3A-A281-E5F3E4B1D8FB}" sibTransId="{41675125-34DE-41FD-B317-D81FE1C6A64B}"/>
    <dgm:cxn modelId="{CBE1D9DB-571D-404E-96D4-8DADB0AF1D2B}" srcId="{570D07C1-AAB8-46BE-8513-35BCE459D3CE}" destId="{EAEBF647-E750-4487-8DFE-1ACAB85CDE7F}" srcOrd="10" destOrd="0" parTransId="{C244DC69-44BF-41D7-A722-F05C9C3ED46A}" sibTransId="{A71299A9-2738-420F-9FDB-4C40E8159E83}"/>
    <dgm:cxn modelId="{E7D59DF3-7F90-4EB8-8FF8-5A04A077F509}" type="presOf" srcId="{C1090023-76CE-4814-A539-E340E5E8609C}" destId="{BCDAD6F9-51A9-47A8-B40C-ABF02823B88F}" srcOrd="0" destOrd="0" presId="urn:microsoft.com/office/officeart/2005/8/layout/default"/>
    <dgm:cxn modelId="{63B6356C-E3D4-4E8F-AE28-B10BC79A1BC9}" type="presOf" srcId="{768626D0-B445-48C0-B86B-23C09F2C051D}" destId="{BAC8D4D5-3CEB-44BF-BDC5-2E10A41A0169}" srcOrd="0" destOrd="0" presId="urn:microsoft.com/office/officeart/2005/8/layout/default"/>
    <dgm:cxn modelId="{94E1F883-21D6-4C30-A32A-460C917543E1}" type="presOf" srcId="{A778D9AE-E307-4B3C-9773-92F2AD6863A0}" destId="{3FBBB2AD-60E4-49E2-A671-57F0C410D908}" srcOrd="0" destOrd="0" presId="urn:microsoft.com/office/officeart/2005/8/layout/default"/>
    <dgm:cxn modelId="{FFF921D7-2099-42F9-9C55-84CF852F8F5C}" type="presOf" srcId="{EAEBF647-E750-4487-8DFE-1ACAB85CDE7F}" destId="{B3D023F8-69CD-4D69-A506-5D558DACCB00}" srcOrd="0" destOrd="0" presId="urn:microsoft.com/office/officeart/2005/8/layout/default"/>
    <dgm:cxn modelId="{119CB2D3-4F09-4AB9-BE9B-75ECAEACF73A}" type="presOf" srcId="{1B3E5A01-8FE2-46BE-9E4B-6AF03E2176BE}" destId="{4C623FE2-D617-4F47-92D7-95A7328712AD}" srcOrd="0" destOrd="0" presId="urn:microsoft.com/office/officeart/2005/8/layout/default"/>
    <dgm:cxn modelId="{397F9608-2333-457B-BDE9-0C0CCF0C9A07}" srcId="{570D07C1-AAB8-46BE-8513-35BCE459D3CE}" destId="{4D2C7381-B5F5-49AA-BC5D-CC573C713AE6}" srcOrd="4" destOrd="0" parTransId="{5097BB9C-EC7F-49A6-85AF-A3E812CD6C25}" sibTransId="{534B9740-A773-4D9C-8081-CBCEF46B6516}"/>
    <dgm:cxn modelId="{20D1A0CA-6F7E-44F0-83B5-2ADD91095742}" srcId="{570D07C1-AAB8-46BE-8513-35BCE459D3CE}" destId="{EDC77812-7523-4F10-A5B0-74D3723D58F5}" srcOrd="3" destOrd="0" parTransId="{124F300A-84E3-4A1F-90BA-546AE654416A}" sibTransId="{F5F6DDC4-0FF2-4079-A49E-4CF7E7C05765}"/>
    <dgm:cxn modelId="{8A296DB7-F924-41E5-A0CA-E50977E270CC}" srcId="{570D07C1-AAB8-46BE-8513-35BCE459D3CE}" destId="{768626D0-B445-48C0-B86B-23C09F2C051D}" srcOrd="8" destOrd="0" parTransId="{16ABD2A5-34FC-486A-831C-DC58A5CADFE7}" sibTransId="{E7C537A7-456A-4399-85A1-F6E34B47A897}"/>
    <dgm:cxn modelId="{2C1CD9F7-09B5-4CA9-9C90-02184DF35EC2}" srcId="{570D07C1-AAB8-46BE-8513-35BCE459D3CE}" destId="{9648D80D-DA24-4AB7-9974-B38DECF14BD2}" srcOrd="6" destOrd="0" parTransId="{B7B39DF8-F62D-4BF6-93F9-605303C805C8}" sibTransId="{549F5AA9-4477-4BFD-AFDA-BF6D2280DCDD}"/>
    <dgm:cxn modelId="{E4F6FDEA-F08C-494A-BCE1-CD319474A5A6}" srcId="{570D07C1-AAB8-46BE-8513-35BCE459D3CE}" destId="{A778D9AE-E307-4B3C-9773-92F2AD6863A0}" srcOrd="9" destOrd="0" parTransId="{2171E8B4-3130-4FDB-91FD-60EF4575A849}" sibTransId="{F2F0481E-B8D3-4B55-85A4-F9D8F532F2D7}"/>
    <dgm:cxn modelId="{BD482D60-63F2-4200-B5C4-DB7A395BD085}" type="presOf" srcId="{1D2CBBA6-3948-442C-8D70-496B6B649B3E}" destId="{90E83113-AC8B-4C5C-A4A1-F17244D16EA6}" srcOrd="0" destOrd="0" presId="urn:microsoft.com/office/officeart/2005/8/layout/default"/>
    <dgm:cxn modelId="{5B40D7CB-BB5B-4A2C-A5DE-8AF590F159FE}" srcId="{570D07C1-AAB8-46BE-8513-35BCE459D3CE}" destId="{1D2CBBA6-3948-442C-8D70-496B6B649B3E}" srcOrd="1" destOrd="0" parTransId="{2F55D90D-6F1D-4019-B2E7-D9DADF873DE5}" sibTransId="{7724D9FF-DBB4-4E30-9E08-0E733EFC1DE0}"/>
    <dgm:cxn modelId="{C3E9BE91-D8DB-4F56-BAD7-0066E55E7A82}" type="presOf" srcId="{570D07C1-AAB8-46BE-8513-35BCE459D3CE}" destId="{0723EA92-3844-42C6-BEDE-7100F96FEE5D}" srcOrd="0" destOrd="0" presId="urn:microsoft.com/office/officeart/2005/8/layout/default"/>
    <dgm:cxn modelId="{23E68CFF-27E5-4009-9FA2-41FD6B830E60}" type="presOf" srcId="{9648D80D-DA24-4AB7-9974-B38DECF14BD2}" destId="{37FC02D4-EF3D-45E4-A9B5-6816253500DE}" srcOrd="0" destOrd="0" presId="urn:microsoft.com/office/officeart/2005/8/layout/default"/>
    <dgm:cxn modelId="{6A175DF0-F177-4AED-AC74-302D6F81E771}" srcId="{570D07C1-AAB8-46BE-8513-35BCE459D3CE}" destId="{1B3E5A01-8FE2-46BE-9E4B-6AF03E2176BE}" srcOrd="7" destOrd="0" parTransId="{FBA03257-6F61-421E-9ACD-E4A4C1E44F0F}" sibTransId="{CB090E83-E485-4AB4-924D-2F7FB820E710}"/>
    <dgm:cxn modelId="{D8B1E06A-1CFB-40E5-B0D6-1390FDD4C82A}" srcId="{570D07C1-AAB8-46BE-8513-35BCE459D3CE}" destId="{C1090023-76CE-4814-A539-E340E5E8609C}" srcOrd="0" destOrd="0" parTransId="{D040AA57-22D5-428B-A217-045A567DA62C}" sibTransId="{AD8FCB2A-7225-4E54-AAAE-5E04B50F3347}"/>
    <dgm:cxn modelId="{35B5488A-4279-44F0-80FF-685DD92B4A9F}" type="presOf" srcId="{EDC77812-7523-4F10-A5B0-74D3723D58F5}" destId="{629D85EF-FF99-4335-A2DB-149ED2B704D3}" srcOrd="0" destOrd="0" presId="urn:microsoft.com/office/officeart/2005/8/layout/default"/>
    <dgm:cxn modelId="{F452E24F-549C-4FED-93C1-E10C37673255}" type="presOf" srcId="{8DA8DD51-292A-4CC3-9514-5FE857015352}" destId="{1F18B56E-8ED0-4B8D-AAF8-696BB26C3BB2}" srcOrd="0" destOrd="0" presId="urn:microsoft.com/office/officeart/2005/8/layout/default"/>
    <dgm:cxn modelId="{8FFFCE22-B4A7-4C3B-ABC0-453903D85A3D}" srcId="{570D07C1-AAB8-46BE-8513-35BCE459D3CE}" destId="{8DA8DD51-292A-4CC3-9514-5FE857015352}" srcOrd="5" destOrd="0" parTransId="{E281A9E5-15FA-4A22-8710-AB12C0C53DF2}" sibTransId="{0D1332AA-58E3-4431-8ADF-3D340880D0CD}"/>
    <dgm:cxn modelId="{A20D8C79-4F08-426B-A349-0126AB4EECF6}" type="presOf" srcId="{7E3845B5-8B8E-4CB2-9617-F045CDD857D9}" destId="{65FB5E29-81F4-4109-832C-07760B374FDB}" srcOrd="0" destOrd="0" presId="urn:microsoft.com/office/officeart/2005/8/layout/default"/>
    <dgm:cxn modelId="{2CDCEC3E-188B-48B2-A685-F329FD941906}" type="presParOf" srcId="{0723EA92-3844-42C6-BEDE-7100F96FEE5D}" destId="{BCDAD6F9-51A9-47A8-B40C-ABF02823B88F}" srcOrd="0" destOrd="0" presId="urn:microsoft.com/office/officeart/2005/8/layout/default"/>
    <dgm:cxn modelId="{2F3780C7-A851-4485-A90F-EA8749E88960}" type="presParOf" srcId="{0723EA92-3844-42C6-BEDE-7100F96FEE5D}" destId="{E61DC00E-2A03-4537-8E6A-F91DDF674345}" srcOrd="1" destOrd="0" presId="urn:microsoft.com/office/officeart/2005/8/layout/default"/>
    <dgm:cxn modelId="{10A2391C-38E0-4D98-91BA-C40D3F478E33}" type="presParOf" srcId="{0723EA92-3844-42C6-BEDE-7100F96FEE5D}" destId="{90E83113-AC8B-4C5C-A4A1-F17244D16EA6}" srcOrd="2" destOrd="0" presId="urn:microsoft.com/office/officeart/2005/8/layout/default"/>
    <dgm:cxn modelId="{A9196E6C-8A56-4FFC-A9A5-8E1E6BACD91A}" type="presParOf" srcId="{0723EA92-3844-42C6-BEDE-7100F96FEE5D}" destId="{FF50B64C-6D9E-486D-9091-A66E4F4FF40B}" srcOrd="3" destOrd="0" presId="urn:microsoft.com/office/officeart/2005/8/layout/default"/>
    <dgm:cxn modelId="{273986AA-EF2C-486A-A437-2BC724F78CCE}" type="presParOf" srcId="{0723EA92-3844-42C6-BEDE-7100F96FEE5D}" destId="{65FB5E29-81F4-4109-832C-07760B374FDB}" srcOrd="4" destOrd="0" presId="urn:microsoft.com/office/officeart/2005/8/layout/default"/>
    <dgm:cxn modelId="{2ABE22D9-B246-489A-AE41-7D3A9174E417}" type="presParOf" srcId="{0723EA92-3844-42C6-BEDE-7100F96FEE5D}" destId="{084684FD-67B9-49D2-B167-D564EA6187EC}" srcOrd="5" destOrd="0" presId="urn:microsoft.com/office/officeart/2005/8/layout/default"/>
    <dgm:cxn modelId="{680361D5-FF1C-4E4B-B143-287BF7BA6ABE}" type="presParOf" srcId="{0723EA92-3844-42C6-BEDE-7100F96FEE5D}" destId="{629D85EF-FF99-4335-A2DB-149ED2B704D3}" srcOrd="6" destOrd="0" presId="urn:microsoft.com/office/officeart/2005/8/layout/default"/>
    <dgm:cxn modelId="{F109D9EE-F803-4FAF-AB81-4B489248630C}" type="presParOf" srcId="{0723EA92-3844-42C6-BEDE-7100F96FEE5D}" destId="{38B0D701-378C-45BC-8BE2-2EE39F918066}" srcOrd="7" destOrd="0" presId="urn:microsoft.com/office/officeart/2005/8/layout/default"/>
    <dgm:cxn modelId="{CA3AE589-11B8-4152-90E2-2E20C6B4BC58}" type="presParOf" srcId="{0723EA92-3844-42C6-BEDE-7100F96FEE5D}" destId="{CECC483A-7090-4953-B481-B8F6EBCC94B6}" srcOrd="8" destOrd="0" presId="urn:microsoft.com/office/officeart/2005/8/layout/default"/>
    <dgm:cxn modelId="{B73B27DF-FC20-4A1E-9ECC-2F792DDC6511}" type="presParOf" srcId="{0723EA92-3844-42C6-BEDE-7100F96FEE5D}" destId="{9FE2AD80-0CA3-4C26-A8E7-7333211CE322}" srcOrd="9" destOrd="0" presId="urn:microsoft.com/office/officeart/2005/8/layout/default"/>
    <dgm:cxn modelId="{3C26EBEC-86F7-4D41-A840-B07E4DA8FA9D}" type="presParOf" srcId="{0723EA92-3844-42C6-BEDE-7100F96FEE5D}" destId="{1F18B56E-8ED0-4B8D-AAF8-696BB26C3BB2}" srcOrd="10" destOrd="0" presId="urn:microsoft.com/office/officeart/2005/8/layout/default"/>
    <dgm:cxn modelId="{CFACB491-C227-424B-A6C7-A75607E7CD8D}" type="presParOf" srcId="{0723EA92-3844-42C6-BEDE-7100F96FEE5D}" destId="{F0F60115-794E-4F83-9F81-7D79D134B551}" srcOrd="11" destOrd="0" presId="urn:microsoft.com/office/officeart/2005/8/layout/default"/>
    <dgm:cxn modelId="{2F68F4C8-2205-48E4-A1F0-4D5DD027E147}" type="presParOf" srcId="{0723EA92-3844-42C6-BEDE-7100F96FEE5D}" destId="{37FC02D4-EF3D-45E4-A9B5-6816253500DE}" srcOrd="12" destOrd="0" presId="urn:microsoft.com/office/officeart/2005/8/layout/default"/>
    <dgm:cxn modelId="{40371DAB-DF68-4FF5-AB05-A76EB5EC512C}" type="presParOf" srcId="{0723EA92-3844-42C6-BEDE-7100F96FEE5D}" destId="{EAB16724-883B-4A9C-A4F1-0895DB8AB84B}" srcOrd="13" destOrd="0" presId="urn:microsoft.com/office/officeart/2005/8/layout/default"/>
    <dgm:cxn modelId="{A82B5587-0BC5-4FCD-B3B8-17F58517C05F}" type="presParOf" srcId="{0723EA92-3844-42C6-BEDE-7100F96FEE5D}" destId="{4C623FE2-D617-4F47-92D7-95A7328712AD}" srcOrd="14" destOrd="0" presId="urn:microsoft.com/office/officeart/2005/8/layout/default"/>
    <dgm:cxn modelId="{5482833F-B2F2-4D5A-89CE-CA583A744352}" type="presParOf" srcId="{0723EA92-3844-42C6-BEDE-7100F96FEE5D}" destId="{6F549F3D-466B-43FE-9348-CE183B49DB7E}" srcOrd="15" destOrd="0" presId="urn:microsoft.com/office/officeart/2005/8/layout/default"/>
    <dgm:cxn modelId="{A3972A66-9C4B-4F52-B081-E0FDF5568477}" type="presParOf" srcId="{0723EA92-3844-42C6-BEDE-7100F96FEE5D}" destId="{BAC8D4D5-3CEB-44BF-BDC5-2E10A41A0169}" srcOrd="16" destOrd="0" presId="urn:microsoft.com/office/officeart/2005/8/layout/default"/>
    <dgm:cxn modelId="{7A64B23A-9727-4A83-8933-7E5B030614C2}" type="presParOf" srcId="{0723EA92-3844-42C6-BEDE-7100F96FEE5D}" destId="{FDAD8BF5-68EE-4919-983D-03578302C9A0}" srcOrd="17" destOrd="0" presId="urn:microsoft.com/office/officeart/2005/8/layout/default"/>
    <dgm:cxn modelId="{84D54A8E-4FAE-45AF-B30C-50EC11C550D6}" type="presParOf" srcId="{0723EA92-3844-42C6-BEDE-7100F96FEE5D}" destId="{3FBBB2AD-60E4-49E2-A671-57F0C410D908}" srcOrd="18" destOrd="0" presId="urn:microsoft.com/office/officeart/2005/8/layout/default"/>
    <dgm:cxn modelId="{C2A9D9DE-8778-4054-9FAB-5626C03C71BA}" type="presParOf" srcId="{0723EA92-3844-42C6-BEDE-7100F96FEE5D}" destId="{D2AAFFBB-2810-4D51-970B-32EA286FCE05}" srcOrd="19" destOrd="0" presId="urn:microsoft.com/office/officeart/2005/8/layout/default"/>
    <dgm:cxn modelId="{27776C2C-FE46-41A8-8567-D441B6A3EF9B}" type="presParOf" srcId="{0723EA92-3844-42C6-BEDE-7100F96FEE5D}" destId="{B3D023F8-69CD-4D69-A506-5D558DACCB00}" srcOrd="2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70D07C1-AAB8-46BE-8513-35BCE459D3CE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ZA"/>
        </a:p>
      </dgm:t>
    </dgm:pt>
    <dgm:pt modelId="{C1090023-76CE-4814-A539-E340E5E8609C}">
      <dgm:prSet phldrT="[Text]" custT="1"/>
      <dgm:spPr/>
      <dgm:t>
        <a:bodyPr/>
        <a:lstStyle/>
        <a:p>
          <a:r>
            <a:rPr lang="en-ZA" sz="2600" b="1" dirty="0" err="1"/>
            <a:t>Webblaaier</a:t>
          </a:r>
          <a:endParaRPr lang="en-ZA" sz="2600" dirty="0"/>
        </a:p>
      </dgm:t>
    </dgm:pt>
    <dgm:pt modelId="{D040AA57-22D5-428B-A217-045A567DA62C}" type="parTrans" cxnId="{D8B1E06A-1CFB-40E5-B0D6-1390FDD4C82A}">
      <dgm:prSet/>
      <dgm:spPr/>
      <dgm:t>
        <a:bodyPr/>
        <a:lstStyle/>
        <a:p>
          <a:endParaRPr lang="en-ZA" sz="2600"/>
        </a:p>
      </dgm:t>
    </dgm:pt>
    <dgm:pt modelId="{AD8FCB2A-7225-4E54-AAAE-5E04B50F3347}" type="sibTrans" cxnId="{D8B1E06A-1CFB-40E5-B0D6-1390FDD4C82A}">
      <dgm:prSet/>
      <dgm:spPr/>
      <dgm:t>
        <a:bodyPr/>
        <a:lstStyle/>
        <a:p>
          <a:endParaRPr lang="en-ZA" sz="2600"/>
        </a:p>
      </dgm:t>
    </dgm:pt>
    <dgm:pt modelId="{1D2CBBA6-3948-442C-8D70-496B6B649B3E}">
      <dgm:prSet phldrT="[Text]" custT="1"/>
      <dgm:spPr/>
      <dgm:t>
        <a:bodyPr/>
        <a:lstStyle/>
        <a:p>
          <a:r>
            <a:rPr lang="en-ZA" sz="2600" b="1" dirty="0" err="1"/>
            <a:t>Soekenjin</a:t>
          </a:r>
          <a:endParaRPr lang="en-ZA" sz="2600" dirty="0"/>
        </a:p>
      </dgm:t>
    </dgm:pt>
    <dgm:pt modelId="{2F55D90D-6F1D-4019-B2E7-D9DADF873DE5}" type="parTrans" cxnId="{5B40D7CB-BB5B-4A2C-A5DE-8AF590F159FE}">
      <dgm:prSet/>
      <dgm:spPr/>
      <dgm:t>
        <a:bodyPr/>
        <a:lstStyle/>
        <a:p>
          <a:endParaRPr lang="en-ZA" sz="2600"/>
        </a:p>
      </dgm:t>
    </dgm:pt>
    <dgm:pt modelId="{7724D9FF-DBB4-4E30-9E08-0E733EFC1DE0}" type="sibTrans" cxnId="{5B40D7CB-BB5B-4A2C-A5DE-8AF590F159FE}">
      <dgm:prSet/>
      <dgm:spPr/>
      <dgm:t>
        <a:bodyPr/>
        <a:lstStyle/>
        <a:p>
          <a:endParaRPr lang="en-ZA" sz="2600"/>
        </a:p>
      </dgm:t>
    </dgm:pt>
    <dgm:pt modelId="{0723EA92-3844-42C6-BEDE-7100F96FEE5D}" type="pres">
      <dgm:prSet presAssocID="{570D07C1-AAB8-46BE-8513-35BCE459D3CE}" presName="diagram" presStyleCnt="0">
        <dgm:presLayoutVars>
          <dgm:dir/>
          <dgm:resizeHandles val="exact"/>
        </dgm:presLayoutVars>
      </dgm:prSet>
      <dgm:spPr/>
    </dgm:pt>
    <dgm:pt modelId="{BCDAD6F9-51A9-47A8-B40C-ABF02823B88F}" type="pres">
      <dgm:prSet presAssocID="{C1090023-76CE-4814-A539-E340E5E8609C}" presName="node" presStyleLbl="node1" presStyleIdx="0" presStyleCnt="2">
        <dgm:presLayoutVars>
          <dgm:bulletEnabled val="1"/>
        </dgm:presLayoutVars>
      </dgm:prSet>
      <dgm:spPr/>
    </dgm:pt>
    <dgm:pt modelId="{E61DC00E-2A03-4537-8E6A-F91DDF674345}" type="pres">
      <dgm:prSet presAssocID="{AD8FCB2A-7225-4E54-AAAE-5E04B50F3347}" presName="sibTrans" presStyleCnt="0"/>
      <dgm:spPr/>
    </dgm:pt>
    <dgm:pt modelId="{90E83113-AC8B-4C5C-A4A1-F17244D16EA6}" type="pres">
      <dgm:prSet presAssocID="{1D2CBBA6-3948-442C-8D70-496B6B649B3E}" presName="node" presStyleLbl="node1" presStyleIdx="1" presStyleCnt="2">
        <dgm:presLayoutVars>
          <dgm:bulletEnabled val="1"/>
        </dgm:presLayoutVars>
      </dgm:prSet>
      <dgm:spPr/>
    </dgm:pt>
  </dgm:ptLst>
  <dgm:cxnLst>
    <dgm:cxn modelId="{5B40D7CB-BB5B-4A2C-A5DE-8AF590F159FE}" srcId="{570D07C1-AAB8-46BE-8513-35BCE459D3CE}" destId="{1D2CBBA6-3948-442C-8D70-496B6B649B3E}" srcOrd="1" destOrd="0" parTransId="{2F55D90D-6F1D-4019-B2E7-D9DADF873DE5}" sibTransId="{7724D9FF-DBB4-4E30-9E08-0E733EFC1DE0}"/>
    <dgm:cxn modelId="{D7BD7E53-97BE-4DC7-BA35-E1C0E71A6096}" type="presOf" srcId="{C1090023-76CE-4814-A539-E340E5E8609C}" destId="{BCDAD6F9-51A9-47A8-B40C-ABF02823B88F}" srcOrd="0" destOrd="0" presId="urn:microsoft.com/office/officeart/2005/8/layout/default"/>
    <dgm:cxn modelId="{D8B1E06A-1CFB-40E5-B0D6-1390FDD4C82A}" srcId="{570D07C1-AAB8-46BE-8513-35BCE459D3CE}" destId="{C1090023-76CE-4814-A539-E340E5E8609C}" srcOrd="0" destOrd="0" parTransId="{D040AA57-22D5-428B-A217-045A567DA62C}" sibTransId="{AD8FCB2A-7225-4E54-AAAE-5E04B50F3347}"/>
    <dgm:cxn modelId="{8B914737-B8F2-4A5A-AB27-DBE6DC880E4D}" type="presOf" srcId="{1D2CBBA6-3948-442C-8D70-496B6B649B3E}" destId="{90E83113-AC8B-4C5C-A4A1-F17244D16EA6}" srcOrd="0" destOrd="0" presId="urn:microsoft.com/office/officeart/2005/8/layout/default"/>
    <dgm:cxn modelId="{C54CE80A-5585-4DF8-AA7F-492FF823EE8E}" type="presOf" srcId="{570D07C1-AAB8-46BE-8513-35BCE459D3CE}" destId="{0723EA92-3844-42C6-BEDE-7100F96FEE5D}" srcOrd="0" destOrd="0" presId="urn:microsoft.com/office/officeart/2005/8/layout/default"/>
    <dgm:cxn modelId="{2B378019-D2B1-4D79-BABE-067036F0870B}" type="presParOf" srcId="{0723EA92-3844-42C6-BEDE-7100F96FEE5D}" destId="{BCDAD6F9-51A9-47A8-B40C-ABF02823B88F}" srcOrd="0" destOrd="0" presId="urn:microsoft.com/office/officeart/2005/8/layout/default"/>
    <dgm:cxn modelId="{ED6BE811-04A0-4DCD-AF73-7FB92FDF7E2A}" type="presParOf" srcId="{0723EA92-3844-42C6-BEDE-7100F96FEE5D}" destId="{E61DC00E-2A03-4537-8E6A-F91DDF674345}" srcOrd="1" destOrd="0" presId="urn:microsoft.com/office/officeart/2005/8/layout/default"/>
    <dgm:cxn modelId="{F25D0709-4E93-48E6-A924-D6354D5223EB}" type="presParOf" srcId="{0723EA92-3844-42C6-BEDE-7100F96FEE5D}" destId="{90E83113-AC8B-4C5C-A4A1-F17244D16EA6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DAD6F9-51A9-47A8-B40C-ABF02823B88F}">
      <dsp:nvSpPr>
        <dsp:cNvPr id="0" name=""/>
        <dsp:cNvSpPr/>
      </dsp:nvSpPr>
      <dsp:spPr>
        <a:xfrm>
          <a:off x="0" y="127000"/>
          <a:ext cx="1904999" cy="11430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400" b="1" kern="1200"/>
            <a:t>www</a:t>
          </a:r>
          <a:endParaRPr lang="en-ZA" sz="2400" kern="1200" dirty="0"/>
        </a:p>
      </dsp:txBody>
      <dsp:txXfrm>
        <a:off x="0" y="127000"/>
        <a:ext cx="1904999" cy="1143000"/>
      </dsp:txXfrm>
    </dsp:sp>
    <dsp:sp modelId="{90E83113-AC8B-4C5C-A4A1-F17244D16EA6}">
      <dsp:nvSpPr>
        <dsp:cNvPr id="0" name=""/>
        <dsp:cNvSpPr/>
      </dsp:nvSpPr>
      <dsp:spPr>
        <a:xfrm>
          <a:off x="2095500" y="127000"/>
          <a:ext cx="1904999" cy="114300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400" b="1" kern="1200" dirty="0" err="1"/>
            <a:t>Webblad</a:t>
          </a:r>
          <a:endParaRPr lang="en-ZA" sz="2400" kern="1200" dirty="0"/>
        </a:p>
      </dsp:txBody>
      <dsp:txXfrm>
        <a:off x="2095500" y="127000"/>
        <a:ext cx="1904999" cy="1143000"/>
      </dsp:txXfrm>
    </dsp:sp>
    <dsp:sp modelId="{65FB5E29-81F4-4109-832C-07760B374FDB}">
      <dsp:nvSpPr>
        <dsp:cNvPr id="0" name=""/>
        <dsp:cNvSpPr/>
      </dsp:nvSpPr>
      <dsp:spPr>
        <a:xfrm>
          <a:off x="4191000" y="127000"/>
          <a:ext cx="1904999" cy="114300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400" b="1" kern="1200" dirty="0" err="1"/>
            <a:t>Webwerf</a:t>
          </a:r>
          <a:endParaRPr lang="en-ZA" sz="2400" kern="1200" dirty="0"/>
        </a:p>
      </dsp:txBody>
      <dsp:txXfrm>
        <a:off x="4191000" y="127000"/>
        <a:ext cx="1904999" cy="1143000"/>
      </dsp:txXfrm>
    </dsp:sp>
    <dsp:sp modelId="{629D85EF-FF99-4335-A2DB-149ED2B704D3}">
      <dsp:nvSpPr>
        <dsp:cNvPr id="0" name=""/>
        <dsp:cNvSpPr/>
      </dsp:nvSpPr>
      <dsp:spPr>
        <a:xfrm>
          <a:off x="0" y="1460500"/>
          <a:ext cx="1904999" cy="114300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400" b="1" kern="1200" dirty="0" err="1"/>
            <a:t>Tuisblad</a:t>
          </a:r>
          <a:r>
            <a:rPr lang="en-ZA" sz="2400" b="1" kern="1200" dirty="0"/>
            <a:t> </a:t>
          </a:r>
          <a:r>
            <a:rPr lang="en-ZA" sz="2400" b="1" kern="1200"/>
            <a:t>van ’n </a:t>
          </a:r>
          <a:r>
            <a:rPr lang="en-ZA" sz="2400" b="1" kern="1200" dirty="0" err="1"/>
            <a:t>webwerf</a:t>
          </a:r>
          <a:endParaRPr lang="en-ZA" sz="2400" kern="1200" dirty="0"/>
        </a:p>
      </dsp:txBody>
      <dsp:txXfrm>
        <a:off x="0" y="1460500"/>
        <a:ext cx="1904999" cy="1143000"/>
      </dsp:txXfrm>
    </dsp:sp>
    <dsp:sp modelId="{CECC483A-7090-4953-B481-B8F6EBCC94B6}">
      <dsp:nvSpPr>
        <dsp:cNvPr id="0" name=""/>
        <dsp:cNvSpPr/>
      </dsp:nvSpPr>
      <dsp:spPr>
        <a:xfrm>
          <a:off x="2095500" y="1460500"/>
          <a:ext cx="1904999" cy="1143000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400" b="1" kern="1200" dirty="0" err="1"/>
            <a:t>Hiperskakel</a:t>
          </a:r>
          <a:endParaRPr lang="en-ZA" sz="2400" kern="1200" dirty="0"/>
        </a:p>
      </dsp:txBody>
      <dsp:txXfrm>
        <a:off x="2095500" y="1460500"/>
        <a:ext cx="1904999" cy="1143000"/>
      </dsp:txXfrm>
    </dsp:sp>
    <dsp:sp modelId="{1F18B56E-8ED0-4B8D-AAF8-696BB26C3BB2}">
      <dsp:nvSpPr>
        <dsp:cNvPr id="0" name=""/>
        <dsp:cNvSpPr/>
      </dsp:nvSpPr>
      <dsp:spPr>
        <a:xfrm>
          <a:off x="4191000" y="1460500"/>
          <a:ext cx="1904999" cy="11430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400" b="1" kern="1200" dirty="0" err="1"/>
            <a:t>Webbediener</a:t>
          </a:r>
          <a:endParaRPr lang="en-ZA" sz="2400" kern="1200" dirty="0"/>
        </a:p>
      </dsp:txBody>
      <dsp:txXfrm>
        <a:off x="4191000" y="1460500"/>
        <a:ext cx="1904999" cy="1143000"/>
      </dsp:txXfrm>
    </dsp:sp>
    <dsp:sp modelId="{37FC02D4-EF3D-45E4-A9B5-6816253500DE}">
      <dsp:nvSpPr>
        <dsp:cNvPr id="0" name=""/>
        <dsp:cNvSpPr/>
      </dsp:nvSpPr>
      <dsp:spPr>
        <a:xfrm>
          <a:off x="1047750" y="2793999"/>
          <a:ext cx="1904999" cy="114300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400" b="1" kern="1200" dirty="0"/>
            <a:t>URL</a:t>
          </a:r>
          <a:endParaRPr lang="en-ZA" sz="2400" kern="1200" dirty="0"/>
        </a:p>
      </dsp:txBody>
      <dsp:txXfrm>
        <a:off x="1047750" y="2793999"/>
        <a:ext cx="1904999" cy="1143000"/>
      </dsp:txXfrm>
    </dsp:sp>
    <dsp:sp modelId="{4C623FE2-D617-4F47-92D7-95A7328712AD}">
      <dsp:nvSpPr>
        <dsp:cNvPr id="0" name=""/>
        <dsp:cNvSpPr/>
      </dsp:nvSpPr>
      <dsp:spPr>
        <a:xfrm>
          <a:off x="3143250" y="2793999"/>
          <a:ext cx="1904999" cy="114300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400" b="1" kern="1200"/>
            <a:t>IP-adres</a:t>
          </a:r>
          <a:endParaRPr lang="en-ZA" sz="2400" kern="1200" dirty="0"/>
        </a:p>
      </dsp:txBody>
      <dsp:txXfrm>
        <a:off x="3143250" y="2793999"/>
        <a:ext cx="1904999" cy="1143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DAD6F9-51A9-47A8-B40C-ABF02823B88F}">
      <dsp:nvSpPr>
        <dsp:cNvPr id="0" name=""/>
        <dsp:cNvSpPr/>
      </dsp:nvSpPr>
      <dsp:spPr>
        <a:xfrm>
          <a:off x="2033" y="361222"/>
          <a:ext cx="1613033" cy="96782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000" b="1" kern="1200" dirty="0"/>
            <a:t>Webportaal</a:t>
          </a:r>
          <a:endParaRPr lang="en-ZA" sz="2000" kern="1200" dirty="0"/>
        </a:p>
      </dsp:txBody>
      <dsp:txXfrm>
        <a:off x="2033" y="361222"/>
        <a:ext cx="1613033" cy="967820"/>
      </dsp:txXfrm>
    </dsp:sp>
    <dsp:sp modelId="{90E83113-AC8B-4C5C-A4A1-F17244D16EA6}">
      <dsp:nvSpPr>
        <dsp:cNvPr id="0" name=""/>
        <dsp:cNvSpPr/>
      </dsp:nvSpPr>
      <dsp:spPr>
        <a:xfrm>
          <a:off x="1776369" y="361222"/>
          <a:ext cx="1613033" cy="96782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000" b="1" kern="1200" dirty="0" err="1"/>
            <a:t>Inligting</a:t>
          </a:r>
          <a:endParaRPr lang="en-ZA" sz="2000" kern="1200" dirty="0"/>
        </a:p>
      </dsp:txBody>
      <dsp:txXfrm>
        <a:off x="1776369" y="361222"/>
        <a:ext cx="1613033" cy="967820"/>
      </dsp:txXfrm>
    </dsp:sp>
    <dsp:sp modelId="{65FB5E29-81F4-4109-832C-07760B374FDB}">
      <dsp:nvSpPr>
        <dsp:cNvPr id="0" name=""/>
        <dsp:cNvSpPr/>
      </dsp:nvSpPr>
      <dsp:spPr>
        <a:xfrm>
          <a:off x="3550706" y="361222"/>
          <a:ext cx="1613033" cy="96782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000" b="1" kern="1200" dirty="0" err="1"/>
            <a:t>Nuus</a:t>
          </a:r>
          <a:endParaRPr lang="en-ZA" sz="2000" kern="1200" dirty="0"/>
        </a:p>
      </dsp:txBody>
      <dsp:txXfrm>
        <a:off x="3550706" y="361222"/>
        <a:ext cx="1613033" cy="967820"/>
      </dsp:txXfrm>
    </dsp:sp>
    <dsp:sp modelId="{629D85EF-FF99-4335-A2DB-149ED2B704D3}">
      <dsp:nvSpPr>
        <dsp:cNvPr id="0" name=""/>
        <dsp:cNvSpPr/>
      </dsp:nvSpPr>
      <dsp:spPr>
        <a:xfrm>
          <a:off x="5325043" y="361222"/>
          <a:ext cx="1613033" cy="96782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000" b="1" kern="1200"/>
            <a:t>Besigheid </a:t>
          </a:r>
          <a:r>
            <a:rPr lang="en-ZA" sz="2000" b="1" kern="1200" dirty="0"/>
            <a:t>of </a:t>
          </a:r>
          <a:r>
            <a:rPr lang="en-ZA" sz="2000" b="1" kern="1200" dirty="0" err="1"/>
            <a:t>bemarking</a:t>
          </a:r>
          <a:endParaRPr lang="en-ZA" sz="2000" kern="1200" dirty="0"/>
        </a:p>
      </dsp:txBody>
      <dsp:txXfrm>
        <a:off x="5325043" y="361222"/>
        <a:ext cx="1613033" cy="967820"/>
      </dsp:txXfrm>
    </dsp:sp>
    <dsp:sp modelId="{CECC483A-7090-4953-B481-B8F6EBCC94B6}">
      <dsp:nvSpPr>
        <dsp:cNvPr id="0" name=""/>
        <dsp:cNvSpPr/>
      </dsp:nvSpPr>
      <dsp:spPr>
        <a:xfrm>
          <a:off x="2033" y="1490345"/>
          <a:ext cx="1613033" cy="967820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000" b="1" kern="1200" dirty="0" err="1"/>
            <a:t>Persoonlik</a:t>
          </a:r>
          <a:endParaRPr lang="en-ZA" sz="2000" kern="1200" dirty="0"/>
        </a:p>
      </dsp:txBody>
      <dsp:txXfrm>
        <a:off x="2033" y="1490345"/>
        <a:ext cx="1613033" cy="967820"/>
      </dsp:txXfrm>
    </dsp:sp>
    <dsp:sp modelId="{1F18B56E-8ED0-4B8D-AAF8-696BB26C3BB2}">
      <dsp:nvSpPr>
        <dsp:cNvPr id="0" name=""/>
        <dsp:cNvSpPr/>
      </dsp:nvSpPr>
      <dsp:spPr>
        <a:xfrm>
          <a:off x="1776369" y="1490345"/>
          <a:ext cx="1613033" cy="96782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000" b="1" kern="1200" dirty="0"/>
            <a:t>Wiki</a:t>
          </a:r>
          <a:endParaRPr lang="en-ZA" sz="2000" kern="1200" dirty="0"/>
        </a:p>
      </dsp:txBody>
      <dsp:txXfrm>
        <a:off x="1776369" y="1490345"/>
        <a:ext cx="1613033" cy="967820"/>
      </dsp:txXfrm>
    </dsp:sp>
    <dsp:sp modelId="{37FC02D4-EF3D-45E4-A9B5-6816253500DE}">
      <dsp:nvSpPr>
        <dsp:cNvPr id="0" name=""/>
        <dsp:cNvSpPr/>
      </dsp:nvSpPr>
      <dsp:spPr>
        <a:xfrm>
          <a:off x="3554303" y="1505685"/>
          <a:ext cx="1613033" cy="96782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000" b="1" kern="1200" dirty="0" err="1"/>
            <a:t>Opleiding</a:t>
          </a:r>
          <a:endParaRPr lang="en-ZA" sz="2000" kern="1200" dirty="0"/>
        </a:p>
      </dsp:txBody>
      <dsp:txXfrm>
        <a:off x="3554303" y="1505685"/>
        <a:ext cx="1613033" cy="967820"/>
      </dsp:txXfrm>
    </dsp:sp>
    <dsp:sp modelId="{4C623FE2-D617-4F47-92D7-95A7328712AD}">
      <dsp:nvSpPr>
        <dsp:cNvPr id="0" name=""/>
        <dsp:cNvSpPr/>
      </dsp:nvSpPr>
      <dsp:spPr>
        <a:xfrm>
          <a:off x="5327076" y="1469973"/>
          <a:ext cx="1613033" cy="96782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000" b="1" kern="1200" dirty="0" err="1"/>
            <a:t>Vermaak</a:t>
          </a:r>
          <a:endParaRPr lang="en-ZA" sz="2000" kern="1200" dirty="0"/>
        </a:p>
      </dsp:txBody>
      <dsp:txXfrm>
        <a:off x="5327076" y="1469973"/>
        <a:ext cx="1613033" cy="967820"/>
      </dsp:txXfrm>
    </dsp:sp>
    <dsp:sp modelId="{BAC8D4D5-3CEB-44BF-BDC5-2E10A41A0169}">
      <dsp:nvSpPr>
        <dsp:cNvPr id="0" name=""/>
        <dsp:cNvSpPr/>
      </dsp:nvSpPr>
      <dsp:spPr>
        <a:xfrm>
          <a:off x="889201" y="2619469"/>
          <a:ext cx="1613033" cy="96782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000" b="1" kern="1200" dirty="0" err="1"/>
            <a:t>Voorspraak</a:t>
          </a:r>
          <a:endParaRPr lang="en-ZA" sz="2000" kern="1200" dirty="0"/>
        </a:p>
      </dsp:txBody>
      <dsp:txXfrm>
        <a:off x="889201" y="2619469"/>
        <a:ext cx="1613033" cy="967820"/>
      </dsp:txXfrm>
    </dsp:sp>
    <dsp:sp modelId="{3FBBB2AD-60E4-49E2-A671-57F0C410D908}">
      <dsp:nvSpPr>
        <dsp:cNvPr id="0" name=""/>
        <dsp:cNvSpPr/>
      </dsp:nvSpPr>
      <dsp:spPr>
        <a:xfrm>
          <a:off x="2663538" y="2619469"/>
          <a:ext cx="1613033" cy="967820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000" b="1" kern="1200" dirty="0"/>
            <a:t>Web-</a:t>
          </a:r>
          <a:r>
            <a:rPr lang="en-ZA" sz="2000" b="1" kern="1200" dirty="0" err="1"/>
            <a:t>toepassing</a:t>
          </a:r>
          <a:endParaRPr lang="en-ZA" sz="2000" kern="1200" dirty="0"/>
        </a:p>
      </dsp:txBody>
      <dsp:txXfrm>
        <a:off x="2663538" y="2619469"/>
        <a:ext cx="1613033" cy="967820"/>
      </dsp:txXfrm>
    </dsp:sp>
    <dsp:sp modelId="{B3D023F8-69CD-4D69-A506-5D558DACCB00}">
      <dsp:nvSpPr>
        <dsp:cNvPr id="0" name=""/>
        <dsp:cNvSpPr/>
      </dsp:nvSpPr>
      <dsp:spPr>
        <a:xfrm>
          <a:off x="4437875" y="2619469"/>
          <a:ext cx="1613033" cy="96782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000" b="1" kern="1200" dirty="0" err="1"/>
            <a:t>Inhouds</a:t>
          </a:r>
          <a:r>
            <a:rPr lang="en-ZA" sz="2000" b="1" kern="1200" dirty="0"/>
            <a:t>- </a:t>
          </a:r>
          <a:r>
            <a:rPr lang="en-ZA" sz="2000" b="1" kern="1200" dirty="0" err="1"/>
            <a:t>versamelaars</a:t>
          </a:r>
          <a:endParaRPr lang="en-ZA" sz="2000" kern="1200" dirty="0"/>
        </a:p>
      </dsp:txBody>
      <dsp:txXfrm>
        <a:off x="4437875" y="2619469"/>
        <a:ext cx="1613033" cy="96782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DAD6F9-51A9-47A8-B40C-ABF02823B88F}">
      <dsp:nvSpPr>
        <dsp:cNvPr id="0" name=""/>
        <dsp:cNvSpPr/>
      </dsp:nvSpPr>
      <dsp:spPr>
        <a:xfrm>
          <a:off x="787" y="718890"/>
          <a:ext cx="3070625" cy="184237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600" b="1" kern="1200" dirty="0" err="1"/>
            <a:t>Webblaaier</a:t>
          </a:r>
          <a:endParaRPr lang="en-ZA" sz="2600" kern="1200" dirty="0"/>
        </a:p>
      </dsp:txBody>
      <dsp:txXfrm>
        <a:off x="787" y="718890"/>
        <a:ext cx="3070625" cy="1842375"/>
      </dsp:txXfrm>
    </dsp:sp>
    <dsp:sp modelId="{90E83113-AC8B-4C5C-A4A1-F17244D16EA6}">
      <dsp:nvSpPr>
        <dsp:cNvPr id="0" name=""/>
        <dsp:cNvSpPr/>
      </dsp:nvSpPr>
      <dsp:spPr>
        <a:xfrm>
          <a:off x="3378475" y="718890"/>
          <a:ext cx="3070625" cy="184237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600" b="1" kern="1200" dirty="0" err="1"/>
            <a:t>Soekenjin</a:t>
          </a:r>
          <a:endParaRPr lang="en-ZA" sz="2600" kern="1200" dirty="0"/>
        </a:p>
      </dsp:txBody>
      <dsp:txXfrm>
        <a:off x="3378475" y="718890"/>
        <a:ext cx="3070625" cy="18423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3A0F2C-42CD-4E94-8BCC-A4D9C9F6BEB5}" type="datetimeFigureOut">
              <a:rPr lang="en-ZA" smtClean="0"/>
              <a:pPr/>
              <a:t>2017/01/21</a:t>
            </a:fld>
            <a:endParaRPr lang="en-ZA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C8C45E-8F79-4D4D-BBF2-45A81020F4F1}" type="slidenum">
              <a:rPr lang="en-ZA" smtClean="0"/>
              <a:pPr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14432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3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1444927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4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0860003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5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0165706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6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1396761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7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8931422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8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5159506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9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7035252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10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4399451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11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5454998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12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5920507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13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2602996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14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4347872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15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8778289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16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9494004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17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87529991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18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19728947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19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50536752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20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89471434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21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851804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22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6438851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23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94814622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24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46199594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25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8013223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26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32570672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27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66262408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28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76226212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29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15859460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30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0819621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F32F6-A925-4FBE-955E-56727EE66E2D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A856B-5D0F-40E0-906E-B87E535B8E93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B9B2A-EE62-4229-B728-02B5670C2AF2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8B7A4-0678-4B9E-B961-B27E465E9352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EEDEB-2BAD-4BB0-8D36-95A0FDEF7AA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78F17-7D68-4484-876E-9660F07E60D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53E88-DB3D-4BD5-B3E0-4359320A1A4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aan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D53B46A-E307-4291-8AFC-1FB7985F8F8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601FB-0FEE-4A4D-9ADD-9D8710ACB61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476D9-B36A-4BF3-9ED4-7BAB3744909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C286CDC9-7134-4453-8ADC-7A69A043EFC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25.xml"/><Relationship Id="rId3" Type="http://schemas.openxmlformats.org/officeDocument/2006/relationships/slide" Target="slide7.xml"/><Relationship Id="rId7" Type="http://schemas.openxmlformats.org/officeDocument/2006/relationships/slide" Target="slide24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2.xml"/><Relationship Id="rId11" Type="http://schemas.openxmlformats.org/officeDocument/2006/relationships/slide" Target="slide30.xml"/><Relationship Id="rId5" Type="http://schemas.openxmlformats.org/officeDocument/2006/relationships/slide" Target="slide21.xml"/><Relationship Id="rId10" Type="http://schemas.openxmlformats.org/officeDocument/2006/relationships/slide" Target="slide27.xml"/><Relationship Id="rId4" Type="http://schemas.openxmlformats.org/officeDocument/2006/relationships/slide" Target="slide11.xml"/><Relationship Id="rId9" Type="http://schemas.openxmlformats.org/officeDocument/2006/relationships/slide" Target="slide2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slide" Target="slide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slide" Target="slide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slide" Target="slide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slide" Target="slide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slide" Target="slide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slide" Target="slide2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slide" Target="slide2.xml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slide" Target="slide2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image" Target="../media/image38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png"/><Relationship Id="rId5" Type="http://schemas.openxmlformats.org/officeDocument/2006/relationships/image" Target="../media/image18.png"/><Relationship Id="rId4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Rectangle 5"/>
          <p:cNvSpPr>
            <a:spLocks noGrp="1" noChangeArrowheads="1"/>
          </p:cNvSpPr>
          <p:nvPr>
            <p:ph type="ctrTitle"/>
          </p:nvPr>
        </p:nvSpPr>
        <p:spPr>
          <a:xfrm>
            <a:off x="556592" y="2707233"/>
            <a:ext cx="7543800" cy="2593975"/>
          </a:xfr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en-US" sz="4800" b="1" spc="0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Module 2.3 </a:t>
            </a:r>
            <a:br>
              <a:rPr lang="en-US" sz="4800" b="1" spc="0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</a:br>
            <a:r>
              <a:rPr lang="en-ZA" sz="4800" b="1" spc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Die wêreldwye web</a:t>
            </a:r>
            <a:endParaRPr lang="en-US" sz="4800" b="1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275856" y="764704"/>
            <a:ext cx="3744416" cy="1872208"/>
          </a:xfrm>
          <a:prstGeom prst="rect">
            <a:avLst/>
          </a:prstGeom>
          <a:noFill/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none" lIns="91440" tIns="45720" rIns="91440" bIns="45720">
            <a:prstTxWarp prst="textWave1">
              <a:avLst/>
            </a:prstTxWarp>
            <a:spAutoFit/>
          </a:bodyPr>
          <a:lstStyle/>
          <a:p>
            <a:pPr algn="ctr"/>
            <a:r>
              <a:rPr lang="en-US" sz="5400" dirty="0">
                <a:ln w="31550" cmpd="sng">
                  <a:gradFill>
                    <a:gsLst>
                      <a:gs pos="25000">
                        <a:schemeClr val="accent1">
                          <a:shade val="25000"/>
                          <a:satMod val="190000"/>
                        </a:schemeClr>
                      </a:gs>
                      <a:gs pos="80000">
                        <a:schemeClr val="accent1">
                          <a:tint val="75000"/>
                          <a:satMod val="19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rgbClr val="FFFFFF"/>
                </a:solidFill>
                <a:effectLst>
                  <a:outerShdw blurRad="41275" dist="12700" dir="12000000" algn="tl" rotWithShape="0">
                    <a:srgbClr val="000000">
                      <a:alpha val="40000"/>
                    </a:srgbClr>
                  </a:outerShdw>
                </a:effectLst>
              </a:rPr>
              <a:t>www</a:t>
            </a:r>
            <a:endParaRPr lang="en-US" sz="5400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777422" y="1124744"/>
            <a:ext cx="3744416" cy="1872208"/>
          </a:xfrm>
          <a:prstGeom prst="rect">
            <a:avLst/>
          </a:prstGeom>
          <a:noFill/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txBody>
          <a:bodyPr wrap="none" lIns="91440" tIns="45720" rIns="91440" bIns="45720">
            <a:prstTxWarp prst="textWave1">
              <a:avLst/>
            </a:prstTxWarp>
            <a:spAutoFit/>
          </a:bodyPr>
          <a:lstStyle/>
          <a:p>
            <a:pPr algn="ctr"/>
            <a:r>
              <a:rPr lang="en-US" sz="5400" spc="300" dirty="0">
                <a:ln w="11430" cmpd="sng">
                  <a:solidFill>
                    <a:schemeClr val="accent1">
                      <a:tint val="10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83000"/>
                        <a:shade val="100000"/>
                        <a:satMod val="200000"/>
                      </a:schemeClr>
                    </a:gs>
                    <a:gs pos="75000">
                      <a:schemeClr val="accent1">
                        <a:tint val="100000"/>
                        <a:shade val="50000"/>
                        <a:satMod val="150000"/>
                      </a:schemeClr>
                    </a:gs>
                  </a:gsLst>
                  <a:lin ang="5400000"/>
                </a:gra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</a:effectLst>
              </a:rPr>
              <a:t>www</a:t>
            </a:r>
            <a:endParaRPr lang="en-US" sz="5400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137462" y="1700808"/>
            <a:ext cx="3744416" cy="1872208"/>
          </a:xfrm>
          <a:prstGeom prst="rect">
            <a:avLst/>
          </a:prstGeom>
          <a:noFill/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txBody>
          <a:bodyPr wrap="none" lIns="91440" tIns="45720" rIns="91440" bIns="45720">
            <a:prstTxWarp prst="textWave1">
              <a:avLst/>
            </a:prstTxWarp>
            <a:spAutoFit/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pPr algn="ctr"/>
            <a:r>
              <a:rPr lang="en-US" sz="5400" cap="all" dirty="0">
                <a:ln/>
                <a:solidFill>
                  <a:schemeClr val="accent1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rPr>
              <a:t>www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124" y="116632"/>
            <a:ext cx="1241242" cy="17640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19672" y="1257640"/>
            <a:ext cx="4896544" cy="5328592"/>
          </a:xfrm>
        </p:spPr>
        <p:txBody>
          <a:bodyPr>
            <a:normAutofit fontScale="92500" lnSpcReduction="20000"/>
          </a:bodyPr>
          <a:lstStyle/>
          <a:p>
            <a:pPr marL="114300" indent="0">
              <a:buNone/>
            </a:pPr>
            <a:r>
              <a:rPr lang="en-ZA" sz="3300" dirty="0" err="1">
                <a:hlinkClick r:id="rId2" action="ppaction://hlinksldjump"/>
              </a:rPr>
              <a:t>Inleiding</a:t>
            </a:r>
            <a:endParaRPr lang="en-ZA" sz="3300" dirty="0"/>
          </a:p>
          <a:p>
            <a:pPr marL="900000" lvl="1" indent="-360000"/>
            <a:r>
              <a:rPr lang="en-ZA" sz="2800" dirty="0" err="1">
                <a:hlinkClick r:id="rId2" action="ppaction://hlinksldjump"/>
              </a:rPr>
              <a:t>Webblaaie</a:t>
            </a:r>
            <a:r>
              <a:rPr lang="en-ZA" sz="2800" dirty="0">
                <a:hlinkClick r:id="rId2" action="ppaction://hlinksldjump"/>
              </a:rPr>
              <a:t> en </a:t>
            </a:r>
            <a:r>
              <a:rPr lang="en-ZA" sz="2800" dirty="0" err="1">
                <a:hlinkClick r:id="rId2" action="ppaction://hlinksldjump"/>
              </a:rPr>
              <a:t>webwerwe</a:t>
            </a:r>
            <a:endParaRPr lang="en-ZA" sz="2800" dirty="0"/>
          </a:p>
          <a:p>
            <a:pPr marL="900000" lvl="1" indent="-360000"/>
            <a:r>
              <a:rPr lang="en-ZA" sz="2800" dirty="0" err="1">
                <a:hlinkClick r:id="rId3" action="ppaction://hlinksldjump"/>
              </a:rPr>
              <a:t>Webadresse</a:t>
            </a:r>
            <a:endParaRPr lang="en-ZA" sz="2800" dirty="0"/>
          </a:p>
          <a:p>
            <a:pPr marL="114300" indent="0">
              <a:buNone/>
            </a:pPr>
            <a:r>
              <a:rPr lang="en-ZA" sz="3300" dirty="0" err="1">
                <a:hlinkClick r:id="rId4" action="ppaction://hlinksldjump"/>
              </a:rPr>
              <a:t>Soorte</a:t>
            </a:r>
            <a:r>
              <a:rPr lang="en-ZA" sz="3300" dirty="0">
                <a:hlinkClick r:id="rId4" action="ppaction://hlinksldjump"/>
              </a:rPr>
              <a:t> </a:t>
            </a:r>
            <a:r>
              <a:rPr lang="en-ZA" sz="3300" dirty="0" err="1">
                <a:hlinkClick r:id="rId4" action="ppaction://hlinksldjump"/>
              </a:rPr>
              <a:t>webwerwe</a:t>
            </a:r>
            <a:endParaRPr lang="en-ZA" sz="3300" dirty="0"/>
          </a:p>
          <a:p>
            <a:pPr marL="114300" indent="0">
              <a:buNone/>
            </a:pPr>
            <a:r>
              <a:rPr lang="en-ZA" sz="3300" dirty="0" err="1">
                <a:hlinkClick r:id="rId5" action="ppaction://hlinksldjump"/>
              </a:rPr>
              <a:t>Aktiwiteit</a:t>
            </a:r>
            <a:r>
              <a:rPr lang="en-ZA" sz="3300" dirty="0">
                <a:hlinkClick r:id="rId5" action="ppaction://hlinksldjump"/>
              </a:rPr>
              <a:t> 1</a:t>
            </a:r>
            <a:endParaRPr lang="en-ZA" sz="3300" dirty="0"/>
          </a:p>
          <a:p>
            <a:pPr marL="114300" indent="0">
              <a:buNone/>
            </a:pPr>
            <a:r>
              <a:rPr lang="en-ZA" sz="3300" dirty="0" err="1">
                <a:hlinkClick r:id="rId6" action="ppaction://hlinksldjump"/>
              </a:rPr>
              <a:t>Soektogte</a:t>
            </a:r>
            <a:r>
              <a:rPr lang="en-ZA" sz="3300" dirty="0">
                <a:hlinkClick r:id="rId6" action="ppaction://hlinksldjump"/>
              </a:rPr>
              <a:t> en </a:t>
            </a:r>
            <a:r>
              <a:rPr lang="en-ZA" sz="3300" dirty="0" err="1">
                <a:hlinkClick r:id="rId6" action="ppaction://hlinksldjump"/>
              </a:rPr>
              <a:t>deurblaai</a:t>
            </a:r>
            <a:endParaRPr lang="en-ZA" sz="3300" dirty="0"/>
          </a:p>
          <a:p>
            <a:pPr marL="900000" lvl="1" indent="-360000"/>
            <a:r>
              <a:rPr lang="en-ZA" sz="2800" dirty="0" err="1">
                <a:hlinkClick r:id="rId6" action="ppaction://hlinksldjump"/>
              </a:rPr>
              <a:t>Wat</a:t>
            </a:r>
            <a:r>
              <a:rPr lang="en-ZA" sz="2800" dirty="0">
                <a:hlinkClick r:id="rId6" action="ppaction://hlinksldjump"/>
              </a:rPr>
              <a:t> </a:t>
            </a:r>
            <a:r>
              <a:rPr lang="en-ZA" sz="2800">
                <a:hlinkClick r:id="rId6" action="ppaction://hlinksldjump"/>
              </a:rPr>
              <a:t>is ’n </a:t>
            </a:r>
            <a:r>
              <a:rPr lang="en-ZA" sz="2800" dirty="0" err="1">
                <a:hlinkClick r:id="rId6" action="ppaction://hlinksldjump"/>
              </a:rPr>
              <a:t>webblaaier</a:t>
            </a:r>
            <a:r>
              <a:rPr lang="en-ZA" sz="2800" dirty="0">
                <a:hlinkClick r:id="rId6" action="ppaction://hlinksldjump"/>
              </a:rPr>
              <a:t>?</a:t>
            </a:r>
            <a:endParaRPr lang="en-ZA" sz="2800" dirty="0"/>
          </a:p>
          <a:p>
            <a:pPr marL="900000" lvl="1" indent="-360000"/>
            <a:r>
              <a:rPr lang="en-ZA" sz="2800" dirty="0" err="1">
                <a:hlinkClick r:id="rId7" action="ppaction://hlinksldjump"/>
              </a:rPr>
              <a:t>Wat</a:t>
            </a:r>
            <a:r>
              <a:rPr lang="en-ZA" sz="2800" dirty="0">
                <a:hlinkClick r:id="rId7" action="ppaction://hlinksldjump"/>
              </a:rPr>
              <a:t> </a:t>
            </a:r>
            <a:r>
              <a:rPr lang="en-ZA" sz="2800">
                <a:hlinkClick r:id="rId7" action="ppaction://hlinksldjump"/>
              </a:rPr>
              <a:t>is ’n </a:t>
            </a:r>
            <a:r>
              <a:rPr lang="en-ZA" sz="2800" dirty="0" err="1">
                <a:hlinkClick r:id="rId7" action="ppaction://hlinksldjump"/>
              </a:rPr>
              <a:t>soekenjin</a:t>
            </a:r>
            <a:r>
              <a:rPr lang="en-ZA" sz="2800" dirty="0">
                <a:hlinkClick r:id="rId7" action="ppaction://hlinksldjump"/>
              </a:rPr>
              <a:t>?</a:t>
            </a:r>
            <a:endParaRPr lang="en-ZA" sz="2800" dirty="0"/>
          </a:p>
          <a:p>
            <a:pPr marL="900000" lvl="1" indent="-360000"/>
            <a:r>
              <a:rPr lang="en-ZA" sz="2800" dirty="0" err="1">
                <a:hlinkClick r:id="rId8" action="ppaction://hlinksldjump"/>
              </a:rPr>
              <a:t>Suksesvolle</a:t>
            </a:r>
            <a:r>
              <a:rPr lang="en-ZA" sz="2800" dirty="0">
                <a:hlinkClick r:id="rId8" action="ppaction://hlinksldjump"/>
              </a:rPr>
              <a:t> </a:t>
            </a:r>
            <a:r>
              <a:rPr lang="en-ZA" sz="2800" dirty="0" err="1">
                <a:hlinkClick r:id="rId8" action="ppaction://hlinksldjump"/>
              </a:rPr>
              <a:t>deurblaai</a:t>
            </a:r>
            <a:endParaRPr lang="en-ZA" sz="2800" dirty="0"/>
          </a:p>
          <a:p>
            <a:pPr marL="114300" indent="0">
              <a:buNone/>
            </a:pPr>
            <a:r>
              <a:rPr lang="en-ZA" sz="3300" dirty="0" err="1">
                <a:hlinkClick r:id="rId9" action="ppaction://hlinksldjump"/>
              </a:rPr>
              <a:t>Aktiwiteit</a:t>
            </a:r>
            <a:r>
              <a:rPr lang="en-ZA" sz="3300" dirty="0">
                <a:hlinkClick r:id="rId9" action="ppaction://hlinksldjump"/>
              </a:rPr>
              <a:t> 2</a:t>
            </a:r>
            <a:endParaRPr lang="en-ZA" sz="3300" dirty="0"/>
          </a:p>
          <a:p>
            <a:pPr marL="114300" indent="0">
              <a:buNone/>
            </a:pPr>
            <a:r>
              <a:rPr lang="en-ZA" sz="3300" dirty="0" err="1">
                <a:hlinkClick r:id="rId10" action="ppaction://hlinksldjump"/>
              </a:rPr>
              <a:t>Toets</a:t>
            </a:r>
            <a:r>
              <a:rPr lang="en-ZA" sz="3300" dirty="0">
                <a:hlinkClick r:id="rId10" action="ppaction://hlinksldjump"/>
              </a:rPr>
              <a:t> </a:t>
            </a:r>
            <a:r>
              <a:rPr lang="en-ZA" sz="3300">
                <a:hlinkClick r:id="rId10" action="ppaction://hlinksldjump"/>
              </a:rPr>
              <a:t>en verbeter</a:t>
            </a:r>
            <a:endParaRPr lang="en-ZA" sz="3300" dirty="0"/>
          </a:p>
          <a:p>
            <a:pPr marL="114300" indent="0">
              <a:buNone/>
            </a:pPr>
            <a:r>
              <a:rPr lang="en-ZA" sz="3300">
                <a:hlinkClick r:id="rId11" action="ppaction://hlinksldjump"/>
              </a:rPr>
              <a:t>Skriftelike module-aktiwiteit</a:t>
            </a:r>
            <a:endParaRPr lang="en-ZA" sz="340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err="1"/>
              <a:t>Inhoud</a:t>
            </a:r>
            <a:endParaRPr lang="en-ZA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90" name="Line 22"/>
          <p:cNvSpPr>
            <a:spLocks noChangeShapeType="1"/>
          </p:cNvSpPr>
          <p:nvPr/>
        </p:nvSpPr>
        <p:spPr bwMode="auto">
          <a:xfrm flipH="1" flipV="1">
            <a:off x="7019925" y="3789363"/>
            <a:ext cx="1008063" cy="1295400"/>
          </a:xfrm>
          <a:prstGeom prst="line">
            <a:avLst/>
          </a:prstGeom>
          <a:noFill/>
          <a:ln w="9525">
            <a:noFill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ZA" dirty="0">
              <a:latin typeface="+mn-lt"/>
            </a:endParaRPr>
          </a:p>
        </p:txBody>
      </p:sp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2" name="TextBox 11"/>
          <p:cNvSpPr txBox="1"/>
          <p:nvPr/>
        </p:nvSpPr>
        <p:spPr>
          <a:xfrm>
            <a:off x="11225" y="1454092"/>
            <a:ext cx="8459598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2800" dirty="0" err="1"/>
              <a:t>Webblaaie</a:t>
            </a:r>
            <a:r>
              <a:rPr lang="en-ZA" sz="2800" dirty="0"/>
              <a:t> en </a:t>
            </a:r>
            <a:r>
              <a:rPr lang="en-ZA" sz="2800" dirty="0" err="1"/>
              <a:t>webwerwe</a:t>
            </a:r>
            <a:endParaRPr lang="en-US" sz="2800" dirty="0">
              <a:latin typeface="+mj-lt"/>
            </a:endParaRPr>
          </a:p>
        </p:txBody>
      </p:sp>
      <p:sp>
        <p:nvSpPr>
          <p:cNvPr id="19458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9460" name="Rectangle 4"/>
          <p:cNvSpPr>
            <a:spLocks noChangeArrowheads="1"/>
          </p:cNvSpPr>
          <p:nvPr/>
        </p:nvSpPr>
        <p:spPr bwMode="auto">
          <a:xfrm>
            <a:off x="301467" y="2276872"/>
            <a:ext cx="7078845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WWW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Reuseversameling</a:t>
            </a:r>
            <a:r>
              <a:rPr kumimoji="0" lang="en-Z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 van </a:t>
            </a:r>
            <a:r>
              <a:rPr kumimoji="0" lang="en-Z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hipergeskakelde</a:t>
            </a:r>
            <a:r>
              <a:rPr kumimoji="0" lang="en-Z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, </a:t>
            </a:r>
            <a:r>
              <a:rPr kumimoji="0" lang="en-Z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interaktiewe</a:t>
            </a:r>
            <a:r>
              <a:rPr kumimoji="0" lang="en-ZA" sz="24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 </a:t>
            </a:r>
            <a:r>
              <a:rPr kumimoji="0" lang="en-ZA" sz="2400" b="0" i="0" u="none" strike="noStrike" cap="none" normalizeH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dokumente</a:t>
            </a:r>
            <a:r>
              <a:rPr kumimoji="0" lang="en-ZA" sz="24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 </a:t>
            </a:r>
            <a:r>
              <a:rPr kumimoji="0" lang="en-ZA" sz="2400" b="0" i="0" u="none" strike="noStrike" cap="none" normalizeH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wat</a:t>
            </a:r>
            <a:r>
              <a:rPr kumimoji="0" lang="en-ZA" sz="24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 </a:t>
            </a:r>
            <a:r>
              <a:rPr kumimoji="0" lang="en-ZA" sz="2400" i="0" u="none" strike="noStrike" cap="none" normalizeH="0" dirty="0" err="1">
                <a:ln>
                  <a:noFill/>
                </a:ln>
                <a:solidFill>
                  <a:srgbClr val="FF0000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webblaaie</a:t>
            </a:r>
            <a:r>
              <a:rPr kumimoji="0" lang="en-ZA" sz="2400" i="0" u="none" strike="noStrike" cap="none" normalizeH="0" dirty="0">
                <a:ln>
                  <a:noFill/>
                </a:ln>
                <a:solidFill>
                  <a:srgbClr val="FF0000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 </a:t>
            </a:r>
            <a:r>
              <a:rPr kumimoji="0" lang="en-ZA" sz="2400" b="0" i="0" u="none" strike="noStrike" cap="none" normalizeH="0" dirty="0" err="1">
                <a:ln>
                  <a:noFill/>
                </a:ln>
                <a:effectLst/>
                <a:latin typeface="+mn-lt"/>
                <a:ea typeface="Calibri" pitchFamily="34" charset="0"/>
                <a:cs typeface="Arial" pitchFamily="34" charset="0"/>
              </a:rPr>
              <a:t>genoem</a:t>
            </a:r>
            <a:r>
              <a:rPr kumimoji="0" lang="en-ZA" sz="2400" b="0" i="0" u="none" strike="noStrike" cap="none" normalizeH="0" dirty="0">
                <a:ln>
                  <a:noFill/>
                </a:ln>
                <a:effectLst/>
                <a:latin typeface="+mn-lt"/>
                <a:ea typeface="Calibri" pitchFamily="34" charset="0"/>
                <a:cs typeface="Arial" pitchFamily="34" charset="0"/>
              </a:rPr>
              <a:t> word</a:t>
            </a:r>
            <a:endParaRPr kumimoji="0" lang="en-ZA" sz="24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lt"/>
              <a:cs typeface="Arial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err="1"/>
              <a:t>Inleiding</a:t>
            </a:r>
            <a:endParaRPr lang="en-ZA" dirty="0"/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270117" y="3667488"/>
            <a:ext cx="7929618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Webwerf</a:t>
            </a:r>
            <a:endParaRPr kumimoji="0" lang="en-ZA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ea typeface="Calibri" pitchFamily="34" charset="0"/>
              <a:cs typeface="Arial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’n </a:t>
            </a:r>
            <a:r>
              <a:rPr kumimoji="0" lang="en-Z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Groep</a:t>
            </a:r>
            <a:r>
              <a:rPr kumimoji="0" lang="en-Z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 </a:t>
            </a:r>
            <a:r>
              <a:rPr kumimoji="0" lang="en-Z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verwante</a:t>
            </a:r>
            <a:r>
              <a:rPr kumimoji="0" lang="en-Z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 </a:t>
            </a:r>
            <a:r>
              <a:rPr kumimoji="0" lang="en-ZA" sz="2400" b="0" i="0" u="none" strike="noStrike" cap="none" normalizeH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webblaaie</a:t>
            </a:r>
            <a:r>
              <a:rPr kumimoji="0" lang="en-ZA" sz="24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 </a:t>
            </a:r>
            <a:r>
              <a:rPr kumimoji="0" lang="en-ZA" sz="2400" b="0" i="0" u="none" strike="noStrike" cap="none" normalizeH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gestoor</a:t>
            </a:r>
            <a:r>
              <a:rPr kumimoji="0" lang="en-ZA" sz="24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 by </a:t>
            </a:r>
            <a:r>
              <a:rPr kumimoji="0" lang="en-ZA" sz="2400" b="0" i="0" u="none" strike="noStrike" cap="none" normalizeH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dieselfde</a:t>
            </a:r>
            <a:r>
              <a:rPr kumimoji="0" lang="en-ZA" sz="24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 </a:t>
            </a:r>
            <a:r>
              <a:rPr kumimoji="0" lang="en-ZA" sz="2400" b="0" i="0" u="none" strike="noStrike" cap="none" normalizeH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webadres</a:t>
            </a:r>
            <a:endParaRPr kumimoji="0" lang="en-ZA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itchFamily="34" charset="0"/>
            </a:endParaRP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270117" y="4540479"/>
            <a:ext cx="7349411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Webwerwe</a:t>
            </a:r>
            <a:r>
              <a:rPr kumimoji="0" lang="en-Z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 kan </a:t>
            </a:r>
            <a:r>
              <a:rPr kumimoji="0" lang="en-Z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deur</a:t>
            </a:r>
            <a:r>
              <a:rPr kumimoji="0" lang="en-Z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 </a:t>
            </a:r>
            <a:r>
              <a:rPr kumimoji="0" lang="en-Z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enigeen</a:t>
            </a:r>
            <a:r>
              <a:rPr kumimoji="0" lang="en-Z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 </a:t>
            </a:r>
            <a:r>
              <a:rPr kumimoji="0" lang="en-Z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geskep</a:t>
            </a:r>
            <a:r>
              <a:rPr kumimoji="0" lang="en-ZA" sz="24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 word, maar </a:t>
            </a:r>
            <a:r>
              <a:rPr kumimoji="0" lang="en-ZA" sz="2400" b="0" i="0" u="none" strike="noStrike" cap="none" normalizeH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kos</a:t>
            </a:r>
            <a:r>
              <a:rPr kumimoji="0" lang="en-ZA" sz="24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 geld vir </a:t>
            </a:r>
            <a:r>
              <a:rPr kumimoji="0" lang="en-ZA" sz="2400" b="0" i="0" u="none" strike="noStrike" cap="none" normalizeH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ondersteuning</a:t>
            </a:r>
            <a:r>
              <a:rPr kumimoji="0" lang="en-ZA" sz="24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 en </a:t>
            </a:r>
            <a:r>
              <a:rPr kumimoji="0" lang="en-ZA" sz="2400" b="0" i="0" u="none" strike="noStrike" cap="none" normalizeH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instandhouding</a:t>
            </a:r>
            <a:r>
              <a:rPr kumimoji="0" lang="en-ZA" sz="24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.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ZA" sz="2400" b="0" dirty="0" err="1">
                <a:latin typeface="+mn-lt"/>
                <a:ea typeface="Calibri" pitchFamily="34" charset="0"/>
                <a:cs typeface="Arial" pitchFamily="34" charset="0"/>
              </a:rPr>
              <a:t>Behoort</a:t>
            </a:r>
            <a:r>
              <a:rPr lang="en-ZA" sz="2400" b="0" dirty="0">
                <a:latin typeface="+mn-lt"/>
                <a:ea typeface="Calibri" pitchFamily="34" charset="0"/>
                <a:cs typeface="Arial" pitchFamily="34" charset="0"/>
              </a:rPr>
              <a:t> </a:t>
            </a:r>
            <a:r>
              <a:rPr lang="en-ZA" sz="2400" b="0" dirty="0" err="1">
                <a:latin typeface="+mn-lt"/>
                <a:ea typeface="Calibri" pitchFamily="34" charset="0"/>
                <a:cs typeface="Arial" pitchFamily="34" charset="0"/>
              </a:rPr>
              <a:t>dus</a:t>
            </a:r>
            <a:r>
              <a:rPr lang="en-ZA" sz="2400" b="0" dirty="0">
                <a:latin typeface="+mn-lt"/>
                <a:ea typeface="Calibri" pitchFamily="34" charset="0"/>
                <a:cs typeface="Arial" pitchFamily="34" charset="0"/>
              </a:rPr>
              <a:t> </a:t>
            </a:r>
            <a:r>
              <a:rPr lang="en-ZA" sz="2400" b="0" dirty="0" err="1">
                <a:latin typeface="+mn-lt"/>
                <a:ea typeface="Calibri" pitchFamily="34" charset="0"/>
                <a:cs typeface="Arial" pitchFamily="34" charset="0"/>
              </a:rPr>
              <a:t>meestal</a:t>
            </a:r>
            <a:r>
              <a:rPr lang="en-ZA" sz="2400" b="0" dirty="0">
                <a:latin typeface="+mn-lt"/>
                <a:ea typeface="Calibri" pitchFamily="34" charset="0"/>
                <a:cs typeface="Arial" pitchFamily="34" charset="0"/>
              </a:rPr>
              <a:t> </a:t>
            </a:r>
            <a:r>
              <a:rPr kumimoji="0" lang="en-ZA" sz="24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aan </a:t>
            </a:r>
            <a:r>
              <a:rPr kumimoji="0" lang="en-ZA" sz="2400" b="0" i="0" u="none" strike="noStrike" cap="none" normalizeH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maatskappye</a:t>
            </a:r>
            <a:r>
              <a:rPr kumimoji="0" lang="en-ZA" sz="24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, </a:t>
            </a:r>
            <a:r>
              <a:rPr kumimoji="0" lang="en-ZA" sz="2400" b="0" i="0" u="none" strike="noStrike" cap="none" normalizeH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organisasies</a:t>
            </a:r>
            <a:r>
              <a:rPr kumimoji="0" lang="en-ZA" sz="24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 en </a:t>
            </a:r>
            <a:r>
              <a:rPr kumimoji="0" lang="en-ZA" sz="2400" b="0" i="0" u="none" strike="noStrike" cap="none" normalizeH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belangegroepe</a:t>
            </a:r>
            <a:r>
              <a:rPr kumimoji="0" lang="en-ZA" sz="24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.</a:t>
            </a:r>
            <a:endParaRPr kumimoji="0" lang="en-ZA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itchFamily="34" charset="0"/>
            </a:endParaRPr>
          </a:p>
        </p:txBody>
      </p:sp>
      <p:sp>
        <p:nvSpPr>
          <p:cNvPr id="10" name="Action Button: Home 9">
            <a:hlinkClick r:id="rId3" action="ppaction://hlinksldjump" highlightClick="1"/>
          </p:cNvPr>
          <p:cNvSpPr/>
          <p:nvPr/>
        </p:nvSpPr>
        <p:spPr bwMode="auto">
          <a:xfrm>
            <a:off x="8481214" y="6286307"/>
            <a:ext cx="642911" cy="564262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3</a:t>
            </a:fld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0" grpId="0"/>
      <p:bldP spid="11" grpId="0"/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90" name="Line 22"/>
          <p:cNvSpPr>
            <a:spLocks noChangeShapeType="1"/>
          </p:cNvSpPr>
          <p:nvPr/>
        </p:nvSpPr>
        <p:spPr bwMode="auto">
          <a:xfrm flipH="1" flipV="1">
            <a:off x="7019925" y="3789363"/>
            <a:ext cx="1008063" cy="1295400"/>
          </a:xfrm>
          <a:prstGeom prst="line">
            <a:avLst/>
          </a:prstGeom>
          <a:noFill/>
          <a:ln w="9525">
            <a:noFill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ZA" dirty="0">
              <a:latin typeface="+mn-lt"/>
            </a:endParaRPr>
          </a:p>
        </p:txBody>
      </p:sp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9458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9460" name="Rectangle 4"/>
          <p:cNvSpPr>
            <a:spLocks noChangeArrowheads="1"/>
          </p:cNvSpPr>
          <p:nvPr/>
        </p:nvSpPr>
        <p:spPr bwMode="auto">
          <a:xfrm>
            <a:off x="102909" y="1999939"/>
            <a:ext cx="511716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Struktuur</a:t>
            </a:r>
            <a:r>
              <a:rPr kumimoji="0" lang="en-ZA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 van 'n </a:t>
            </a:r>
            <a:r>
              <a:rPr kumimoji="0" lang="en-ZA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webwerf</a:t>
            </a:r>
            <a:endParaRPr kumimoji="0" lang="en-ZA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err="1"/>
              <a:t>Inleiding</a:t>
            </a:r>
            <a:endParaRPr lang="en-ZA" dirty="0"/>
          </a:p>
        </p:txBody>
      </p:sp>
      <p:sp>
        <p:nvSpPr>
          <p:cNvPr id="18" name="Rectangle 4"/>
          <p:cNvSpPr>
            <a:spLocks noChangeArrowheads="1"/>
          </p:cNvSpPr>
          <p:nvPr/>
        </p:nvSpPr>
        <p:spPr bwMode="auto">
          <a:xfrm>
            <a:off x="4301999" y="2618228"/>
            <a:ext cx="376612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Tuisblad</a:t>
            </a:r>
            <a:r>
              <a:rPr kumimoji="0" lang="en-Z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 – ‘</a:t>
            </a:r>
            <a:r>
              <a:rPr kumimoji="0" lang="en-Z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landingsblad</a:t>
            </a:r>
            <a:r>
              <a:rPr kumimoji="0" lang="en-Z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’</a:t>
            </a:r>
            <a:endParaRPr kumimoji="0" lang="en-ZA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itchFamily="34" charset="0"/>
            </a:endParaRPr>
          </a:p>
        </p:txBody>
      </p:sp>
      <p:sp>
        <p:nvSpPr>
          <p:cNvPr id="19" name="Rectangle 4"/>
          <p:cNvSpPr>
            <a:spLocks noChangeArrowheads="1"/>
          </p:cNvSpPr>
          <p:nvPr/>
        </p:nvSpPr>
        <p:spPr bwMode="auto">
          <a:xfrm>
            <a:off x="395536" y="5838363"/>
            <a:ext cx="3542309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ZA" sz="2400" b="0" dirty="0" err="1">
                <a:latin typeface="+mn-lt"/>
                <a:ea typeface="Calibri" pitchFamily="34" charset="0"/>
                <a:cs typeface="Arial" pitchFamily="34" charset="0"/>
              </a:rPr>
              <a:t>Webblad</a:t>
            </a:r>
            <a:r>
              <a:rPr kumimoji="0" lang="en-Z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 – </a:t>
            </a:r>
            <a:r>
              <a:rPr kumimoji="0" lang="en-Z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teks</a:t>
            </a:r>
            <a:r>
              <a:rPr kumimoji="0" lang="en-Z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, </a:t>
            </a:r>
            <a:r>
              <a:rPr kumimoji="0" lang="en-Z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grafika</a:t>
            </a:r>
            <a:r>
              <a:rPr kumimoji="0" lang="en-Z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, </a:t>
            </a:r>
            <a:br>
              <a:rPr kumimoji="0" lang="en-Z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</a:br>
            <a:r>
              <a:rPr kumimoji="0" lang="en-Z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audio, video, </a:t>
            </a:r>
            <a:r>
              <a:rPr kumimoji="0" lang="en-Z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hiperskakels</a:t>
            </a:r>
            <a:endParaRPr kumimoji="0" lang="en-ZA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itchFamily="34" charset="0"/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09" y="2647525"/>
            <a:ext cx="4158444" cy="294171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3" name="Oval 2"/>
          <p:cNvSpPr/>
          <p:nvPr/>
        </p:nvSpPr>
        <p:spPr>
          <a:xfrm>
            <a:off x="1043608" y="3068913"/>
            <a:ext cx="504056" cy="30284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0027" y="3401906"/>
            <a:ext cx="4380182" cy="33657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cxnSp>
        <p:nvCxnSpPr>
          <p:cNvPr id="5" name="Straight Arrow Connector 4"/>
          <p:cNvCxnSpPr>
            <a:cxnSpLocks/>
          </p:cNvCxnSpPr>
          <p:nvPr/>
        </p:nvCxnSpPr>
        <p:spPr>
          <a:xfrm>
            <a:off x="1496438" y="3305766"/>
            <a:ext cx="2643514" cy="1579066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6" name="Action Button: Home 9">
            <a:hlinkClick r:id="rId5" action="ppaction://hlinksldjump" highlightClick="1"/>
          </p:cNvPr>
          <p:cNvSpPr/>
          <p:nvPr/>
        </p:nvSpPr>
        <p:spPr bwMode="auto">
          <a:xfrm>
            <a:off x="8481214" y="6286307"/>
            <a:ext cx="642911" cy="564262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225" y="1454092"/>
            <a:ext cx="8459598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2800" dirty="0" err="1"/>
              <a:t>Webblaaie</a:t>
            </a:r>
            <a:r>
              <a:rPr lang="en-ZA" sz="2800" dirty="0"/>
              <a:t> en </a:t>
            </a:r>
            <a:r>
              <a:rPr lang="en-ZA" sz="2800" dirty="0" err="1"/>
              <a:t>webwerwe</a:t>
            </a:r>
            <a:endParaRPr lang="en-US" sz="2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9319418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0" grpId="0"/>
      <p:bldP spid="18" grpId="0"/>
      <p:bldP spid="19" grpId="0"/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90" name="Line 22"/>
          <p:cNvSpPr>
            <a:spLocks noChangeShapeType="1"/>
          </p:cNvSpPr>
          <p:nvPr/>
        </p:nvSpPr>
        <p:spPr bwMode="auto">
          <a:xfrm flipH="1" flipV="1">
            <a:off x="7019925" y="3789363"/>
            <a:ext cx="1008063" cy="1295400"/>
          </a:xfrm>
          <a:prstGeom prst="line">
            <a:avLst/>
          </a:prstGeom>
          <a:noFill/>
          <a:ln w="9525">
            <a:noFill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ZA" dirty="0">
              <a:latin typeface="+mn-lt"/>
            </a:endParaRPr>
          </a:p>
        </p:txBody>
      </p:sp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9458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9460" name="Rectangle 4"/>
          <p:cNvSpPr>
            <a:spLocks noChangeArrowheads="1"/>
          </p:cNvSpPr>
          <p:nvPr/>
        </p:nvSpPr>
        <p:spPr bwMode="auto">
          <a:xfrm>
            <a:off x="102909" y="1999939"/>
            <a:ext cx="432507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Struktuur</a:t>
            </a:r>
            <a:r>
              <a:rPr kumimoji="0" lang="en-ZA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 </a:t>
            </a:r>
            <a:r>
              <a:rPr kumimoji="0" lang="en-ZA" sz="24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van ’n </a:t>
            </a:r>
            <a:r>
              <a:rPr kumimoji="0" lang="en-ZA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webwerf</a:t>
            </a:r>
            <a:endParaRPr kumimoji="0" lang="en-ZA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err="1"/>
              <a:t>Inleiding</a:t>
            </a:r>
            <a:endParaRPr lang="en-ZA" dirty="0"/>
          </a:p>
        </p:txBody>
      </p:sp>
      <p:sp>
        <p:nvSpPr>
          <p:cNvPr id="18" name="Rectangle 4"/>
          <p:cNvSpPr>
            <a:spLocks noChangeArrowheads="1"/>
          </p:cNvSpPr>
          <p:nvPr/>
        </p:nvSpPr>
        <p:spPr bwMode="auto">
          <a:xfrm>
            <a:off x="5380788" y="2229600"/>
            <a:ext cx="2791611" cy="23852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ZA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Hiperskakel</a:t>
            </a:r>
            <a:endParaRPr kumimoji="0" lang="en-ZA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ea typeface="Calibri" pitchFamily="34" charset="0"/>
              <a:cs typeface="Arial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Z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Ingeboude</a:t>
            </a:r>
            <a:r>
              <a:rPr kumimoji="0" lang="en-Z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 </a:t>
            </a:r>
            <a:r>
              <a:rPr kumimoji="0" lang="en-Z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konneksie</a:t>
            </a:r>
            <a:r>
              <a:rPr kumimoji="0" lang="en-Z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 </a:t>
            </a:r>
            <a:r>
              <a:rPr kumimoji="0" lang="en-ZA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met ’n </a:t>
            </a:r>
            <a:r>
              <a:rPr kumimoji="0" lang="en-Z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ander</a:t>
            </a:r>
            <a:r>
              <a:rPr kumimoji="0" lang="en-Z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 </a:t>
            </a:r>
            <a:r>
              <a:rPr kumimoji="0" lang="en-Z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webwerf</a:t>
            </a:r>
            <a:r>
              <a:rPr kumimoji="0" lang="en-Z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,</a:t>
            </a:r>
            <a:r>
              <a:rPr kumimoji="0" lang="en-ZA" sz="24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 </a:t>
            </a:r>
            <a:r>
              <a:rPr kumimoji="0" lang="en-ZA" sz="2400" b="0" i="0" u="none" strike="noStrike" cap="none" normalizeH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webblad</a:t>
            </a:r>
            <a:r>
              <a:rPr kumimoji="0" lang="en-ZA" sz="24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 of </a:t>
            </a:r>
            <a:r>
              <a:rPr kumimoji="0" lang="en-ZA" sz="2400" b="0" i="0" u="none" strike="noStrike" cap="none" normalizeH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ander</a:t>
            </a:r>
            <a:r>
              <a:rPr kumimoji="0" lang="en-ZA" sz="24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 </a:t>
            </a:r>
            <a:r>
              <a:rPr kumimoji="0" lang="en-ZA" sz="2400" b="0" i="0" u="none" strike="noStrike" cap="none" normalizeH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bron</a:t>
            </a:r>
            <a:endParaRPr kumimoji="0" lang="en-ZA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itchFamily="34" charset="0"/>
            </a:endParaRPr>
          </a:p>
        </p:txBody>
      </p:sp>
      <p:sp>
        <p:nvSpPr>
          <p:cNvPr id="22" name="Rectangle 4"/>
          <p:cNvSpPr>
            <a:spLocks noChangeArrowheads="1"/>
          </p:cNvSpPr>
          <p:nvPr/>
        </p:nvSpPr>
        <p:spPr bwMode="auto">
          <a:xfrm>
            <a:off x="5380788" y="4814112"/>
            <a:ext cx="2696411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aangedui</a:t>
            </a:r>
            <a:r>
              <a:rPr kumimoji="0" lang="en-Z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 as </a:t>
            </a:r>
            <a:r>
              <a:rPr kumimoji="0" lang="en-Z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teks</a:t>
            </a:r>
            <a:r>
              <a:rPr kumimoji="0" lang="en-Z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 in </a:t>
            </a:r>
            <a:r>
              <a:rPr kumimoji="0" lang="en-Z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blou</a:t>
            </a:r>
            <a:r>
              <a:rPr kumimoji="0" lang="en-Z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 </a:t>
            </a:r>
            <a:r>
              <a:rPr kumimoji="0" lang="en-Z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onderstreep</a:t>
            </a:r>
            <a:r>
              <a:rPr kumimoji="0" lang="en-Z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 (of </a:t>
            </a:r>
            <a:r>
              <a:rPr kumimoji="0" lang="en-Z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blou</a:t>
            </a:r>
            <a:r>
              <a:rPr kumimoji="0" lang="en-Z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 </a:t>
            </a:r>
            <a:r>
              <a:rPr kumimoji="0" lang="en-Z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buitelyn</a:t>
            </a:r>
            <a:r>
              <a:rPr kumimoji="0" lang="en-Z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 by </a:t>
            </a:r>
            <a:r>
              <a:rPr kumimoji="0" lang="en-Z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prente</a:t>
            </a:r>
            <a:r>
              <a:rPr kumimoji="0" lang="en-Z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)</a:t>
            </a:r>
            <a:endParaRPr kumimoji="0" lang="en-ZA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itchFamily="34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2584032"/>
            <a:ext cx="4694640" cy="365527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2742856" y="5229200"/>
            <a:ext cx="605008" cy="144016"/>
          </a:xfrm>
          <a:prstGeom prst="rect">
            <a:avLst/>
          </a:prstGeom>
          <a:solidFill>
            <a:srgbClr val="0033CC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4" name="Action Button: Home 9">
            <a:hlinkClick r:id="rId4" action="ppaction://hlinksldjump" highlightClick="1"/>
          </p:cNvPr>
          <p:cNvSpPr/>
          <p:nvPr/>
        </p:nvSpPr>
        <p:spPr bwMode="auto">
          <a:xfrm>
            <a:off x="8481214" y="6286307"/>
            <a:ext cx="642911" cy="564262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225" y="1454092"/>
            <a:ext cx="8459598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2800" dirty="0" err="1"/>
              <a:t>Webblaaie</a:t>
            </a:r>
            <a:r>
              <a:rPr lang="en-ZA" sz="2800" dirty="0"/>
              <a:t> en </a:t>
            </a:r>
            <a:r>
              <a:rPr lang="en-ZA" sz="2800" dirty="0" err="1"/>
              <a:t>webwerwe</a:t>
            </a:r>
            <a:endParaRPr lang="en-US" sz="2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1595887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0" grpId="0"/>
      <p:bldP spid="18" grpId="0"/>
      <p:bldP spid="22" grpId="0"/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90" name="Line 22"/>
          <p:cNvSpPr>
            <a:spLocks noChangeShapeType="1"/>
          </p:cNvSpPr>
          <p:nvPr/>
        </p:nvSpPr>
        <p:spPr bwMode="auto">
          <a:xfrm flipH="1" flipV="1">
            <a:off x="7019925" y="3789363"/>
            <a:ext cx="1008063" cy="1295400"/>
          </a:xfrm>
          <a:prstGeom prst="line">
            <a:avLst/>
          </a:prstGeom>
          <a:noFill/>
          <a:ln w="9525">
            <a:noFill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ZA" dirty="0">
              <a:latin typeface="+mn-lt"/>
            </a:endParaRPr>
          </a:p>
        </p:txBody>
      </p:sp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9458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9460" name="Rectangle 4"/>
          <p:cNvSpPr>
            <a:spLocks noChangeArrowheads="1"/>
          </p:cNvSpPr>
          <p:nvPr/>
        </p:nvSpPr>
        <p:spPr bwMode="auto">
          <a:xfrm>
            <a:off x="102909" y="1999939"/>
            <a:ext cx="497314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Struktuur</a:t>
            </a:r>
            <a:r>
              <a:rPr kumimoji="0" lang="en-ZA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 </a:t>
            </a:r>
            <a:r>
              <a:rPr kumimoji="0" lang="en-ZA" sz="24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van ’n </a:t>
            </a:r>
            <a:r>
              <a:rPr kumimoji="0" lang="en-ZA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webwerf</a:t>
            </a:r>
            <a:endParaRPr kumimoji="0" lang="en-ZA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err="1"/>
              <a:t>Inleiding</a:t>
            </a:r>
            <a:endParaRPr lang="en-ZA" dirty="0"/>
          </a:p>
        </p:txBody>
      </p:sp>
      <p:sp>
        <p:nvSpPr>
          <p:cNvPr id="18" name="Rectangle 4"/>
          <p:cNvSpPr>
            <a:spLocks noChangeArrowheads="1"/>
          </p:cNvSpPr>
          <p:nvPr/>
        </p:nvSpPr>
        <p:spPr bwMode="auto">
          <a:xfrm>
            <a:off x="232894" y="2336601"/>
            <a:ext cx="6784264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Webwerf</a:t>
            </a:r>
            <a:r>
              <a:rPr kumimoji="0" lang="en-Z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 word </a:t>
            </a:r>
            <a:r>
              <a:rPr kumimoji="0" lang="en-ZA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op ’n </a:t>
            </a:r>
            <a:r>
              <a:rPr kumimoji="0" lang="en-ZA" sz="2400" i="0" u="none" strike="noStrike" cap="none" normalizeH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webbediener</a:t>
            </a:r>
            <a:r>
              <a:rPr kumimoji="0" lang="en-ZA" sz="240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 </a:t>
            </a:r>
            <a:r>
              <a:rPr kumimoji="0" lang="en-ZA" sz="2400" b="0" u="none" strike="noStrike" cap="none" normalizeH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gehuisves</a:t>
            </a:r>
            <a:r>
              <a:rPr kumimoji="0" lang="en-ZA" sz="240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 </a:t>
            </a:r>
            <a:r>
              <a:rPr lang="en-ZA" sz="2400" b="0" dirty="0">
                <a:latin typeface="+mn-lt"/>
                <a:ea typeface="Calibri" pitchFamily="34" charset="0"/>
                <a:cs typeface="Arial" pitchFamily="34" charset="0"/>
              </a:rPr>
              <a:t>(</a:t>
            </a:r>
            <a:r>
              <a:rPr lang="en-ZA" sz="2400" b="0">
                <a:latin typeface="+mn-lt"/>
                <a:ea typeface="Calibri" pitchFamily="34" charset="0"/>
                <a:cs typeface="Arial" pitchFamily="34" charset="0"/>
              </a:rPr>
              <a:t>Dis ’n </a:t>
            </a:r>
            <a:r>
              <a:rPr lang="en-ZA" sz="2400" b="0" dirty="0" err="1">
                <a:latin typeface="+mn-lt"/>
                <a:ea typeface="Calibri" pitchFamily="34" charset="0"/>
                <a:cs typeface="Arial" pitchFamily="34" charset="0"/>
              </a:rPr>
              <a:t>rekenaar</a:t>
            </a:r>
            <a:r>
              <a:rPr lang="en-ZA" sz="2400" b="0" dirty="0">
                <a:latin typeface="+mn-lt"/>
                <a:ea typeface="Calibri" pitchFamily="34" charset="0"/>
                <a:cs typeface="Arial" pitchFamily="34" charset="0"/>
              </a:rPr>
              <a:t>, </a:t>
            </a:r>
            <a:r>
              <a:rPr kumimoji="0" lang="en-ZA" sz="2400" b="0" i="0" u="none" strike="noStrike" cap="none" normalizeH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gekoppel</a:t>
            </a:r>
            <a:r>
              <a:rPr kumimoji="0" lang="en-ZA" sz="24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 aan die internet, </a:t>
            </a:r>
            <a:r>
              <a:rPr kumimoji="0" lang="en-ZA" sz="2400" b="0" i="0" u="none" strike="noStrike" cap="none" normalizeH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wat</a:t>
            </a:r>
            <a:r>
              <a:rPr kumimoji="0" lang="en-ZA" sz="24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 </a:t>
            </a:r>
            <a:r>
              <a:rPr kumimoji="0" lang="en-ZA" sz="2400" b="0" i="0" u="none" strike="noStrike" cap="none" normalizeH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webwerwe</a:t>
            </a:r>
            <a:r>
              <a:rPr kumimoji="0" lang="en-ZA" sz="24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 </a:t>
            </a:r>
            <a:r>
              <a:rPr kumimoji="0" lang="en-ZA" sz="2400" b="0" i="0" u="none" strike="noStrike" cap="none" normalizeH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huisves</a:t>
            </a:r>
            <a:r>
              <a:rPr kumimoji="0" lang="en-ZA" sz="24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)</a:t>
            </a:r>
            <a:endParaRPr kumimoji="0" lang="en-ZA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itchFamily="34" charset="0"/>
            </a:endParaRP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232894" y="3542709"/>
            <a:ext cx="795887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Webmeester</a:t>
            </a:r>
            <a:r>
              <a:rPr kumimoji="0" lang="en-ZA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:</a:t>
            </a:r>
            <a:r>
              <a:rPr kumimoji="0" lang="en-Z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 </a:t>
            </a:r>
            <a:r>
              <a:rPr kumimoji="0" lang="en-Z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Persoon</a:t>
            </a:r>
            <a:r>
              <a:rPr kumimoji="0" lang="en-Z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 </a:t>
            </a:r>
            <a:r>
              <a:rPr kumimoji="0" lang="en-Z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wat</a:t>
            </a:r>
            <a:r>
              <a:rPr kumimoji="0" lang="en-Z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 </a:t>
            </a:r>
            <a:r>
              <a:rPr kumimoji="0" lang="en-Z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webwerf</a:t>
            </a:r>
            <a:r>
              <a:rPr kumimoji="0" lang="en-Z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 </a:t>
            </a:r>
            <a:r>
              <a:rPr kumimoji="0" lang="en-Z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onderhou</a:t>
            </a:r>
            <a:r>
              <a:rPr kumimoji="0" lang="en-Z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 en </a:t>
            </a:r>
            <a:r>
              <a:rPr kumimoji="0" lang="en-Z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ontwikkel</a:t>
            </a:r>
            <a:endParaRPr kumimoji="0" lang="en-ZA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itchFamily="34" charset="0"/>
            </a:endParaRP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232894" y="4175911"/>
            <a:ext cx="4965042" cy="2015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Z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Webblaaie</a:t>
            </a:r>
            <a:r>
              <a:rPr kumimoji="0" lang="en-Z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 word </a:t>
            </a:r>
            <a:r>
              <a:rPr kumimoji="0" lang="en-Z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geskep</a:t>
            </a:r>
            <a:r>
              <a:rPr kumimoji="0" lang="en-Z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 in </a:t>
            </a:r>
            <a:r>
              <a:rPr lang="en-ZA" sz="2400" dirty="0">
                <a:latin typeface="+mn-lt"/>
                <a:ea typeface="Calibri" pitchFamily="34" charset="0"/>
                <a:cs typeface="Arial" pitchFamily="34" charset="0"/>
              </a:rPr>
              <a:t>tale</a:t>
            </a:r>
            <a:r>
              <a:rPr kumimoji="0" lang="en-Z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itchFamily="34" charset="0"/>
                <a:cs typeface="Arial" pitchFamily="34" charset="0"/>
              </a:rPr>
              <a:t>:	</a:t>
            </a: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ZA" sz="2400" b="0" dirty="0">
                <a:latin typeface="+mn-lt"/>
                <a:cs typeface="Arial" pitchFamily="34" charset="0"/>
              </a:rPr>
              <a:t>HTML</a:t>
            </a: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Z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itchFamily="34" charset="0"/>
              </a:rPr>
              <a:t>JavaScript</a:t>
            </a: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ZA" sz="2400" b="0" dirty="0">
                <a:latin typeface="+mn-lt"/>
                <a:cs typeface="Arial" pitchFamily="34" charset="0"/>
              </a:rPr>
              <a:t>PHP</a:t>
            </a: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Z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itchFamily="34" charset="0"/>
              </a:rPr>
              <a:t>Python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2469" y="5119503"/>
            <a:ext cx="917725" cy="917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3194" y="5079700"/>
            <a:ext cx="1890643" cy="997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8329" y="4959968"/>
            <a:ext cx="1266079" cy="12660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9284" y="4869160"/>
            <a:ext cx="1224136" cy="12241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7" name="Action Button: Home 9">
            <a:hlinkClick r:id="rId7" action="ppaction://hlinksldjump" highlightClick="1"/>
          </p:cNvPr>
          <p:cNvSpPr/>
          <p:nvPr/>
        </p:nvSpPr>
        <p:spPr bwMode="auto">
          <a:xfrm>
            <a:off x="8481214" y="6286307"/>
            <a:ext cx="642911" cy="564262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225" y="1454092"/>
            <a:ext cx="8459598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2800" dirty="0" err="1"/>
              <a:t>Webblaaie</a:t>
            </a:r>
            <a:r>
              <a:rPr lang="en-ZA" sz="2800" dirty="0"/>
              <a:t> en </a:t>
            </a:r>
            <a:r>
              <a:rPr lang="en-ZA" sz="2800" dirty="0" err="1"/>
              <a:t>webwerwe</a:t>
            </a:r>
            <a:endParaRPr lang="en-US" sz="2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91920084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0" grpId="0"/>
      <p:bldP spid="18" grpId="0"/>
      <p:bldP spid="13" grpId="0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90" name="Line 22"/>
          <p:cNvSpPr>
            <a:spLocks noChangeShapeType="1"/>
          </p:cNvSpPr>
          <p:nvPr/>
        </p:nvSpPr>
        <p:spPr bwMode="auto">
          <a:xfrm flipH="1" flipV="1">
            <a:off x="7019925" y="3789363"/>
            <a:ext cx="1008063" cy="1295400"/>
          </a:xfrm>
          <a:prstGeom prst="line">
            <a:avLst/>
          </a:prstGeom>
          <a:noFill/>
          <a:ln w="9525">
            <a:noFill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ZA" dirty="0">
              <a:latin typeface="+mn-lt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00034" y="2071678"/>
            <a:ext cx="6304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400" dirty="0" err="1">
                <a:latin typeface="+mn-lt"/>
              </a:rPr>
              <a:t>Formaat</a:t>
            </a:r>
            <a:r>
              <a:rPr lang="en-ZA" sz="2400" dirty="0">
                <a:latin typeface="+mn-lt"/>
              </a:rPr>
              <a:t> </a:t>
            </a:r>
            <a:r>
              <a:rPr lang="en-ZA" sz="2400">
                <a:latin typeface="+mn-lt"/>
              </a:rPr>
              <a:t>van ’n </a:t>
            </a:r>
            <a:r>
              <a:rPr lang="en-ZA" sz="2400" dirty="0">
                <a:latin typeface="+mn-lt"/>
              </a:rPr>
              <a:t>URL (Uniform Resource Locator</a:t>
            </a:r>
            <a:r>
              <a:rPr lang="en-ZA" dirty="0">
                <a:latin typeface="+mn-lt"/>
              </a:rPr>
              <a:t>) 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2376796"/>
              </p:ext>
            </p:extLst>
          </p:nvPr>
        </p:nvGraphicFramePr>
        <p:xfrm>
          <a:off x="644049" y="2729233"/>
          <a:ext cx="7240319" cy="372223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7233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3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39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67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070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95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5843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86195"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endParaRPr lang="en-ZA" sz="2000" dirty="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endParaRPr lang="en-ZA" sz="2000" dirty="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600"/>
                        </a:spcAft>
                      </a:pPr>
                      <a:r>
                        <a:rPr lang="en-ZA" sz="2400" b="1" dirty="0" err="1"/>
                        <a:t>Domeinnaam</a:t>
                      </a:r>
                      <a:endParaRPr lang="en-ZA" sz="2400" b="1" dirty="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8888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r>
                        <a:rPr lang="en-ZA" sz="2000" b="1" dirty="0"/>
                        <a:t>www</a:t>
                      </a:r>
                      <a:endParaRPr lang="en-ZA" sz="2000" b="1" dirty="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r>
                        <a:rPr lang="en-ZA" sz="2000" b="1" dirty="0"/>
                        <a:t>.</a:t>
                      </a:r>
                      <a:endParaRPr lang="en-ZA" sz="2000" b="1" dirty="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r>
                        <a:rPr lang="en-ZA" sz="2000" b="1" dirty="0" err="1"/>
                        <a:t>Werfnaam</a:t>
                      </a:r>
                      <a:endParaRPr lang="en-ZA" sz="2000" b="1" dirty="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r>
                        <a:rPr lang="en-ZA" sz="2000" b="1" dirty="0"/>
                        <a:t>.</a:t>
                      </a:r>
                      <a:endParaRPr lang="en-ZA" sz="2000" b="1" dirty="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r>
                        <a:rPr lang="en-ZA" sz="2000" b="1" dirty="0" err="1"/>
                        <a:t>Tipe</a:t>
                      </a:r>
                      <a:r>
                        <a:rPr lang="en-ZA" sz="2000" b="1" dirty="0"/>
                        <a:t> </a:t>
                      </a:r>
                      <a:r>
                        <a:rPr lang="en-ZA" sz="2000" b="1" dirty="0" err="1"/>
                        <a:t>organisasie</a:t>
                      </a:r>
                      <a:endParaRPr lang="en-ZA" sz="2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r>
                        <a:rPr lang="en-ZA" sz="2000" b="1" dirty="0"/>
                        <a:t>.</a:t>
                      </a:r>
                      <a:endParaRPr lang="en-ZA" sz="2000" b="1" dirty="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r>
                        <a:rPr lang="en-ZA" sz="2000" b="1" dirty="0" err="1"/>
                        <a:t>Geografiese</a:t>
                      </a:r>
                      <a:r>
                        <a:rPr lang="en-ZA" sz="2000" b="1" dirty="0"/>
                        <a:t> </a:t>
                      </a:r>
                      <a:r>
                        <a:rPr lang="en-ZA" sz="2000" b="1" dirty="0" err="1"/>
                        <a:t>ligging</a:t>
                      </a:r>
                      <a:endParaRPr lang="en-ZA" sz="2000" b="1" dirty="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3344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r>
                        <a:rPr lang="en-ZA" sz="2000" dirty="0"/>
                        <a:t>www</a:t>
                      </a:r>
                      <a:endParaRPr lang="en-ZA" sz="2000" dirty="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r>
                        <a:rPr lang="en-ZA" sz="2000" dirty="0"/>
                        <a:t>.</a:t>
                      </a:r>
                      <a:endParaRPr lang="en-ZA" sz="2000" dirty="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r>
                        <a:rPr lang="en-ZA" sz="2000" dirty="0"/>
                        <a:t>studyopportunities</a:t>
                      </a:r>
                      <a:endParaRPr lang="en-ZA" sz="2000" dirty="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r>
                        <a:rPr lang="en-ZA" sz="2000" dirty="0"/>
                        <a:t>.</a:t>
                      </a:r>
                      <a:endParaRPr lang="en-ZA" sz="2000" dirty="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r>
                        <a:rPr lang="en-ZA" sz="2000" dirty="0"/>
                        <a:t>co</a:t>
                      </a:r>
                      <a:endParaRPr lang="en-ZA" sz="2000" dirty="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r>
                        <a:rPr lang="en-ZA" sz="2000" dirty="0"/>
                        <a:t>.</a:t>
                      </a:r>
                      <a:endParaRPr lang="en-ZA" sz="2000" dirty="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r>
                        <a:rPr lang="en-ZA" sz="2000" dirty="0"/>
                        <a:t>za</a:t>
                      </a:r>
                      <a:endParaRPr lang="en-ZA" sz="2000" dirty="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9473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r>
                        <a:rPr lang="en-ZA" sz="2000" dirty="0"/>
                        <a:t>www</a:t>
                      </a:r>
                      <a:endParaRPr lang="en-ZA" sz="2000" dirty="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r>
                        <a:rPr lang="en-ZA" sz="2000" dirty="0"/>
                        <a:t>.</a:t>
                      </a:r>
                      <a:endParaRPr lang="en-ZA" sz="2000" dirty="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r>
                        <a:rPr lang="en-ZA" sz="2000" dirty="0"/>
                        <a:t>facebook</a:t>
                      </a:r>
                      <a:endParaRPr lang="en-ZA" sz="2000" dirty="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r>
                        <a:rPr lang="en-ZA" sz="2000" dirty="0"/>
                        <a:t>.</a:t>
                      </a:r>
                      <a:endParaRPr lang="en-ZA" sz="2000" dirty="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r>
                        <a:rPr lang="en-ZA" sz="2000" dirty="0"/>
                        <a:t>com</a:t>
                      </a:r>
                      <a:endParaRPr lang="en-ZA" sz="2000" dirty="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endParaRPr lang="en-ZA" sz="2000" dirty="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endParaRPr lang="en-ZA" sz="2000" dirty="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9473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r>
                        <a:rPr lang="en-ZA" sz="2000" dirty="0"/>
                        <a:t>www</a:t>
                      </a:r>
                      <a:endParaRPr lang="en-ZA" sz="2000" dirty="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r>
                        <a:rPr lang="en-ZA" sz="2000" dirty="0"/>
                        <a:t>.</a:t>
                      </a:r>
                      <a:endParaRPr lang="en-ZA" sz="2000" dirty="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r>
                        <a:rPr lang="en-ZA" sz="2000" dirty="0"/>
                        <a:t>cia</a:t>
                      </a:r>
                      <a:endParaRPr lang="en-ZA" sz="2000" dirty="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r>
                        <a:rPr lang="en-ZA" sz="2000" dirty="0"/>
                        <a:t>.</a:t>
                      </a:r>
                      <a:endParaRPr lang="en-ZA" sz="2000" dirty="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r>
                        <a:rPr lang="en-ZA" sz="2000" dirty="0"/>
                        <a:t>gov</a:t>
                      </a:r>
                      <a:endParaRPr lang="en-ZA" sz="2000" dirty="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endParaRPr lang="en-ZA" sz="2000" dirty="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endParaRPr lang="en-ZA" sz="2000" dirty="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5911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r>
                        <a:rPr lang="en-ZA" sz="2000" dirty="0"/>
                        <a:t>www</a:t>
                      </a:r>
                      <a:endParaRPr lang="en-ZA" sz="2000" dirty="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r>
                        <a:rPr lang="en-ZA" sz="2000" dirty="0"/>
                        <a:t>.</a:t>
                      </a:r>
                      <a:endParaRPr lang="en-ZA" sz="2000" dirty="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r>
                        <a:rPr lang="en-ZA" sz="2000" dirty="0"/>
                        <a:t>games</a:t>
                      </a:r>
                      <a:endParaRPr lang="en-ZA" sz="2000" dirty="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r>
                        <a:rPr lang="en-ZA" sz="2000" dirty="0"/>
                        <a:t>.</a:t>
                      </a:r>
                      <a:endParaRPr lang="en-ZA" sz="2000" dirty="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r>
                        <a:rPr lang="en-ZA" sz="2000" dirty="0"/>
                        <a:t>co</a:t>
                      </a:r>
                      <a:endParaRPr lang="en-ZA" sz="2000" dirty="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r>
                        <a:rPr lang="en-ZA" sz="2000" dirty="0"/>
                        <a:t>.</a:t>
                      </a:r>
                      <a:endParaRPr lang="en-ZA" sz="2000" dirty="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r>
                        <a:rPr lang="en-ZA" sz="2000" dirty="0"/>
                        <a:t>uk</a:t>
                      </a:r>
                      <a:endParaRPr lang="en-ZA" sz="2000" dirty="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947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endParaRPr lang="en-ZA" sz="2000" dirty="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endParaRPr lang="en-ZA" sz="2000" dirty="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r>
                        <a:rPr lang="en-ZA" sz="2000" dirty="0"/>
                        <a:t>wiki.answers</a:t>
                      </a:r>
                      <a:endParaRPr lang="en-ZA" sz="2000" dirty="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r>
                        <a:rPr lang="en-ZA" sz="2000" dirty="0"/>
                        <a:t>.</a:t>
                      </a:r>
                      <a:endParaRPr lang="en-ZA" sz="2000" dirty="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r>
                        <a:rPr lang="en-ZA" sz="2000" dirty="0"/>
                        <a:t>com</a:t>
                      </a:r>
                      <a:endParaRPr lang="en-ZA" sz="2000" dirty="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endParaRPr lang="en-ZA" sz="2000" dirty="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endParaRPr lang="en-ZA" sz="2000" dirty="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947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endParaRPr lang="en-ZA" sz="2000" dirty="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endParaRPr lang="en-ZA" sz="2000" dirty="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r>
                        <a:rPr lang="en-ZA" sz="2000" dirty="0"/>
                        <a:t>en.wikipedia</a:t>
                      </a:r>
                      <a:endParaRPr lang="en-ZA" sz="2000" dirty="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r>
                        <a:rPr lang="en-ZA" sz="2000" dirty="0"/>
                        <a:t>.</a:t>
                      </a:r>
                      <a:endParaRPr lang="en-ZA" sz="2000" dirty="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r>
                        <a:rPr lang="en-ZA" sz="2000" dirty="0"/>
                        <a:t>org</a:t>
                      </a:r>
                      <a:endParaRPr lang="en-ZA" sz="2000" dirty="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endParaRPr lang="en-ZA" sz="2000" dirty="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endParaRPr lang="en-ZA" sz="2000" dirty="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err="1"/>
              <a:t>Inleiding</a:t>
            </a:r>
            <a:endParaRPr lang="en-ZA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9" name="Action Button: Home 9">
            <a:hlinkClick r:id="rId3" action="ppaction://hlinksldjump" highlightClick="1"/>
          </p:cNvPr>
          <p:cNvSpPr/>
          <p:nvPr/>
        </p:nvSpPr>
        <p:spPr bwMode="auto">
          <a:xfrm>
            <a:off x="8481214" y="6286307"/>
            <a:ext cx="642911" cy="564262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225" y="1454092"/>
            <a:ext cx="8459598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2800" dirty="0" err="1"/>
              <a:t>Webadresse</a:t>
            </a:r>
            <a:endParaRPr lang="en-US" sz="2800" dirty="0">
              <a:latin typeface="+mj-lt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90" name="Line 22"/>
          <p:cNvSpPr>
            <a:spLocks noChangeShapeType="1"/>
          </p:cNvSpPr>
          <p:nvPr/>
        </p:nvSpPr>
        <p:spPr bwMode="auto">
          <a:xfrm flipH="1" flipV="1">
            <a:off x="7019925" y="3789363"/>
            <a:ext cx="1008063" cy="1295400"/>
          </a:xfrm>
          <a:prstGeom prst="line">
            <a:avLst/>
          </a:prstGeom>
          <a:noFill/>
          <a:ln w="9525">
            <a:noFill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ZA" dirty="0">
              <a:latin typeface="+mn-lt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00034" y="2071678"/>
            <a:ext cx="58001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400" dirty="0" err="1">
                <a:latin typeface="+mn-lt"/>
              </a:rPr>
              <a:t>Voorbeelde</a:t>
            </a:r>
            <a:r>
              <a:rPr lang="en-ZA" sz="2400" dirty="0">
                <a:latin typeface="+mn-lt"/>
              </a:rPr>
              <a:t> van </a:t>
            </a:r>
            <a:r>
              <a:rPr lang="en-ZA" sz="2400" dirty="0" err="1">
                <a:latin typeface="+mn-lt"/>
              </a:rPr>
              <a:t>tipes</a:t>
            </a:r>
            <a:r>
              <a:rPr lang="en-ZA" sz="2400" dirty="0">
                <a:latin typeface="+mn-lt"/>
              </a:rPr>
              <a:t> </a:t>
            </a:r>
            <a:r>
              <a:rPr lang="en-ZA" sz="2400" dirty="0" err="1">
                <a:latin typeface="+mn-lt"/>
              </a:rPr>
              <a:t>organisasies</a:t>
            </a:r>
            <a:r>
              <a:rPr lang="en-ZA" sz="2400" dirty="0">
                <a:latin typeface="+mn-lt"/>
              </a:rPr>
              <a:t>:</a:t>
            </a:r>
            <a:endParaRPr lang="en-ZA" dirty="0">
              <a:latin typeface="+mn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err="1"/>
              <a:t>Inleiding</a:t>
            </a:r>
            <a:endParaRPr lang="en-ZA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5810516"/>
              </p:ext>
            </p:extLst>
          </p:nvPr>
        </p:nvGraphicFramePr>
        <p:xfrm>
          <a:off x="619034" y="2708920"/>
          <a:ext cx="6977301" cy="377952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87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85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ZA" sz="2000" b="0" dirty="0"/>
                        <a:t>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2000" b="0" baseline="0" dirty="0" err="1"/>
                        <a:t>enige</a:t>
                      </a:r>
                      <a:r>
                        <a:rPr lang="en-ZA" sz="2000" b="0" baseline="0" dirty="0"/>
                        <a:t> </a:t>
                      </a:r>
                      <a:r>
                        <a:rPr lang="en-ZA" sz="2000" b="0" baseline="0" dirty="0" err="1"/>
                        <a:t>soort</a:t>
                      </a:r>
                      <a:r>
                        <a:rPr lang="en-ZA" sz="2000" b="0" baseline="0" dirty="0"/>
                        <a:t> </a:t>
                      </a:r>
                      <a:r>
                        <a:rPr lang="en-ZA" sz="2000" b="0" dirty="0" err="1"/>
                        <a:t>organisasie</a:t>
                      </a:r>
                      <a:br>
                        <a:rPr lang="en-ZA" sz="2000" b="0" dirty="0"/>
                      </a:br>
                      <a:r>
                        <a:rPr lang="en-ZA" sz="2000" b="0" dirty="0"/>
                        <a:t>(was </a:t>
                      </a:r>
                      <a:r>
                        <a:rPr lang="en-ZA" sz="2000" b="0" dirty="0" err="1">
                          <a:solidFill>
                            <a:srgbClr val="FF0000"/>
                          </a:solidFill>
                        </a:rPr>
                        <a:t>kommersiële</a:t>
                      </a:r>
                      <a:r>
                        <a:rPr lang="en-ZA" sz="2000" b="0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ZA" sz="2000" b="0" dirty="0" err="1"/>
                        <a:t>organisasies</a:t>
                      </a:r>
                      <a:r>
                        <a:rPr lang="en-ZA" sz="2000" b="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ZA" sz="2000" b="0" dirty="0"/>
                        <a:t>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2000" b="0" dirty="0" err="1"/>
                        <a:t>enige</a:t>
                      </a:r>
                      <a:r>
                        <a:rPr lang="en-ZA" sz="2000" b="0" dirty="0"/>
                        <a:t> </a:t>
                      </a:r>
                      <a:r>
                        <a:rPr lang="en-ZA" sz="2000" b="0" dirty="0" err="1"/>
                        <a:t>soort</a:t>
                      </a:r>
                      <a:r>
                        <a:rPr lang="en-ZA" sz="2000" b="0" dirty="0"/>
                        <a:t> </a:t>
                      </a:r>
                      <a:r>
                        <a:rPr lang="en-ZA" sz="2000" b="0" dirty="0" err="1"/>
                        <a:t>organisasie</a:t>
                      </a:r>
                      <a:br>
                        <a:rPr lang="en-ZA" sz="2000" b="0" dirty="0"/>
                      </a:br>
                      <a:r>
                        <a:rPr lang="en-ZA" sz="2000" b="0" dirty="0"/>
                        <a:t>(was </a:t>
                      </a:r>
                      <a:r>
                        <a:rPr lang="en-ZA" sz="2000" b="0" dirty="0" err="1"/>
                        <a:t>organisasies</a:t>
                      </a:r>
                      <a:r>
                        <a:rPr lang="en-ZA" sz="2000" b="0" dirty="0"/>
                        <a:t> verwant aan die </a:t>
                      </a:r>
                      <a:r>
                        <a:rPr lang="en-ZA" sz="2000" b="0" dirty="0">
                          <a:solidFill>
                            <a:srgbClr val="FF0000"/>
                          </a:solidFill>
                        </a:rPr>
                        <a:t>internet</a:t>
                      </a:r>
                      <a:r>
                        <a:rPr lang="en-ZA" sz="2000" b="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ZA" sz="2000" b="0" dirty="0"/>
                        <a:t>biz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2000" b="0" dirty="0" err="1"/>
                        <a:t>besighede</a:t>
                      </a:r>
                      <a:endParaRPr lang="en-ZA" sz="20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ZA" sz="2000" b="0" dirty="0"/>
                        <a:t>edu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2000" b="0" dirty="0" err="1"/>
                        <a:t>onderrig</a:t>
                      </a:r>
                      <a:endParaRPr lang="en-ZA" sz="20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ZA" sz="2000" b="0" dirty="0"/>
                        <a:t>gov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2000" b="0" dirty="0" err="1"/>
                        <a:t>regering</a:t>
                      </a:r>
                      <a:endParaRPr lang="en-ZA" sz="20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ZA" sz="2000" b="0" dirty="0"/>
                        <a:t>org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2000" b="0" dirty="0" err="1"/>
                        <a:t>nie-winsgewende</a:t>
                      </a:r>
                      <a:r>
                        <a:rPr lang="en-ZA" sz="2000" b="0" dirty="0"/>
                        <a:t> </a:t>
                      </a:r>
                      <a:r>
                        <a:rPr lang="en-ZA" sz="2000" b="0" dirty="0" err="1"/>
                        <a:t>organisasie</a:t>
                      </a:r>
                      <a:endParaRPr lang="en-ZA" sz="20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ZA" sz="2000" b="0" dirty="0"/>
                        <a:t>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2000" b="0" dirty="0" err="1"/>
                        <a:t>maatskappy</a:t>
                      </a:r>
                      <a:endParaRPr lang="en-ZA" sz="20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ZA" sz="2000" b="0" dirty="0"/>
                        <a:t>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2000" b="0" dirty="0" err="1"/>
                        <a:t>akademiese</a:t>
                      </a:r>
                      <a:r>
                        <a:rPr lang="en-ZA" sz="2000" b="0" baseline="0" dirty="0"/>
                        <a:t> </a:t>
                      </a:r>
                      <a:r>
                        <a:rPr lang="en-ZA" sz="2000" b="0" baseline="0" dirty="0" err="1"/>
                        <a:t>organisasie</a:t>
                      </a:r>
                      <a:endParaRPr lang="en-ZA" sz="20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9" name="Action Button: Home 9">
            <a:hlinkClick r:id="rId3" action="ppaction://hlinksldjump" highlightClick="1"/>
          </p:cNvPr>
          <p:cNvSpPr/>
          <p:nvPr/>
        </p:nvSpPr>
        <p:spPr bwMode="auto">
          <a:xfrm>
            <a:off x="8481214" y="6286307"/>
            <a:ext cx="642911" cy="564262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225" y="1454092"/>
            <a:ext cx="8459598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2800" dirty="0" err="1"/>
              <a:t>Webadresse</a:t>
            </a:r>
            <a:endParaRPr lang="en-US" sz="2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9058233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90" name="Line 22"/>
          <p:cNvSpPr>
            <a:spLocks noChangeShapeType="1"/>
          </p:cNvSpPr>
          <p:nvPr/>
        </p:nvSpPr>
        <p:spPr bwMode="auto">
          <a:xfrm flipH="1" flipV="1">
            <a:off x="7019925" y="3789363"/>
            <a:ext cx="1008063" cy="1295400"/>
          </a:xfrm>
          <a:prstGeom prst="line">
            <a:avLst/>
          </a:prstGeom>
          <a:noFill/>
          <a:ln w="9525">
            <a:noFill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ZA" dirty="0">
              <a:latin typeface="+mn-lt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00034" y="2071678"/>
            <a:ext cx="587216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400" dirty="0" err="1">
                <a:latin typeface="+mn-lt"/>
              </a:rPr>
              <a:t>Voorbeelde</a:t>
            </a:r>
            <a:r>
              <a:rPr lang="en-ZA" sz="2400" dirty="0">
                <a:latin typeface="+mn-lt"/>
              </a:rPr>
              <a:t> van </a:t>
            </a:r>
            <a:r>
              <a:rPr lang="en-ZA" sz="2400" dirty="0" err="1">
                <a:latin typeface="+mn-lt"/>
              </a:rPr>
              <a:t>geografiese</a:t>
            </a:r>
            <a:r>
              <a:rPr lang="en-ZA" sz="2400" dirty="0">
                <a:latin typeface="+mn-lt"/>
              </a:rPr>
              <a:t> </a:t>
            </a:r>
            <a:r>
              <a:rPr lang="en-ZA" sz="2400" dirty="0" err="1">
                <a:latin typeface="+mn-lt"/>
              </a:rPr>
              <a:t>afkortings</a:t>
            </a:r>
            <a:r>
              <a:rPr lang="en-ZA" sz="2400" dirty="0">
                <a:latin typeface="+mn-lt"/>
              </a:rPr>
              <a:t> vir </a:t>
            </a:r>
            <a:r>
              <a:rPr lang="en-ZA" sz="2400" dirty="0" err="1">
                <a:latin typeface="+mn-lt"/>
              </a:rPr>
              <a:t>lande</a:t>
            </a:r>
            <a:r>
              <a:rPr lang="en-ZA" sz="2400" dirty="0">
                <a:latin typeface="+mn-lt"/>
              </a:rPr>
              <a:t>:</a:t>
            </a:r>
            <a:endParaRPr lang="en-ZA" dirty="0">
              <a:latin typeface="+mn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err="1"/>
              <a:t>Inleiding</a:t>
            </a:r>
            <a:endParaRPr lang="en-ZA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3098352"/>
              </p:ext>
            </p:extLst>
          </p:nvPr>
        </p:nvGraphicFramePr>
        <p:xfrm>
          <a:off x="611560" y="3212976"/>
          <a:ext cx="6984776" cy="27736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9331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515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ZA" sz="2000" b="0" dirty="0" err="1"/>
                        <a:t>za</a:t>
                      </a:r>
                      <a:endParaRPr lang="en-ZA" sz="20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2000" b="0"/>
                        <a:t>Suid-Afrika</a:t>
                      </a:r>
                      <a:endParaRPr lang="en-ZA" sz="20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sz="2000" b="0" dirty="0" err="1"/>
                        <a:t>uk</a:t>
                      </a:r>
                      <a:endParaRPr lang="en-ZA" sz="20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2000" b="0"/>
                        <a:t>Verenigde Koninkry (</a:t>
                      </a:r>
                      <a:r>
                        <a:rPr lang="en-ZA" sz="2000" b="0" i="1"/>
                        <a:t>United Kingdom</a:t>
                      </a:r>
                      <a:r>
                        <a:rPr lang="en-ZA" sz="2000" b="0"/>
                        <a:t>)</a:t>
                      </a:r>
                      <a:endParaRPr lang="en-ZA" sz="20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sz="2000" b="0" dirty="0" err="1"/>
                        <a:t>sa</a:t>
                      </a:r>
                      <a:endParaRPr lang="en-ZA" sz="20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2000" b="0"/>
                        <a:t>Saoedi Arabië</a:t>
                      </a:r>
                      <a:endParaRPr lang="en-ZA" sz="20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sz="2000" b="0" dirty="0"/>
                        <a:t>au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2000" b="0"/>
                        <a:t>Australië</a:t>
                      </a:r>
                      <a:endParaRPr lang="en-ZA" sz="20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sz="2000" b="0" dirty="0" err="1"/>
                        <a:t>nz</a:t>
                      </a:r>
                      <a:endParaRPr lang="en-ZA" sz="20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2000" b="0"/>
                        <a:t>Nieu-Seeland</a:t>
                      </a:r>
                      <a:endParaRPr lang="en-ZA" sz="20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sz="2000" b="0" dirty="0"/>
                        <a:t>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2000" b="0"/>
                        <a:t>Verenigde State</a:t>
                      </a:r>
                      <a:r>
                        <a:rPr lang="en-ZA" sz="2000" b="0" baseline="0"/>
                        <a:t> (</a:t>
                      </a:r>
                      <a:r>
                        <a:rPr lang="en-ZA" sz="2000" b="0" i="1"/>
                        <a:t>United States</a:t>
                      </a:r>
                      <a:r>
                        <a:rPr lang="en-ZA" sz="2000" b="0"/>
                        <a:t>)</a:t>
                      </a:r>
                      <a:endParaRPr lang="en-ZA" sz="20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sz="2000" b="0" dirty="0"/>
                        <a:t>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2000" b="0" dirty="0"/>
                        <a:t>Lesotho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9" name="Action Button: Home 9">
            <a:hlinkClick r:id="rId3" action="ppaction://hlinksldjump" highlightClick="1"/>
          </p:cNvPr>
          <p:cNvSpPr/>
          <p:nvPr/>
        </p:nvSpPr>
        <p:spPr bwMode="auto">
          <a:xfrm>
            <a:off x="8481214" y="6286307"/>
            <a:ext cx="642911" cy="564262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225" y="1454092"/>
            <a:ext cx="8459598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2800" dirty="0" err="1"/>
              <a:t>Webadresse</a:t>
            </a:r>
            <a:endParaRPr lang="en-US" sz="2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3834949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90" name="Line 22"/>
          <p:cNvSpPr>
            <a:spLocks noChangeShapeType="1"/>
          </p:cNvSpPr>
          <p:nvPr/>
        </p:nvSpPr>
        <p:spPr bwMode="auto">
          <a:xfrm flipH="1" flipV="1">
            <a:off x="7019925" y="3789363"/>
            <a:ext cx="1008063" cy="1295400"/>
          </a:xfrm>
          <a:prstGeom prst="line">
            <a:avLst/>
          </a:prstGeom>
          <a:noFill/>
          <a:ln w="9525">
            <a:noFill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ZA" dirty="0">
              <a:latin typeface="+mn-lt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00034" y="2071678"/>
            <a:ext cx="757716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400" dirty="0">
                <a:latin typeface="+mn-lt"/>
              </a:rPr>
              <a:t>IP-</a:t>
            </a:r>
            <a:r>
              <a:rPr lang="en-ZA" sz="2400" dirty="0" err="1">
                <a:latin typeface="+mn-lt"/>
              </a:rPr>
              <a:t>adres</a:t>
            </a:r>
            <a:r>
              <a:rPr lang="en-ZA" sz="2400" dirty="0">
                <a:latin typeface="+mn-lt"/>
              </a:rPr>
              <a:t>:</a:t>
            </a:r>
            <a:r>
              <a:rPr lang="en-ZA" sz="2400" b="0" dirty="0">
                <a:latin typeface="+mn-lt"/>
              </a:rPr>
              <a:t> </a:t>
            </a:r>
            <a:r>
              <a:rPr lang="en-ZA" sz="2400" b="0" dirty="0" err="1">
                <a:latin typeface="+mn-lt"/>
              </a:rPr>
              <a:t>Numeriese</a:t>
            </a:r>
            <a:r>
              <a:rPr lang="en-ZA" sz="2400" b="0" dirty="0">
                <a:latin typeface="+mn-lt"/>
              </a:rPr>
              <a:t> </a:t>
            </a:r>
            <a:r>
              <a:rPr lang="en-ZA" sz="2400" b="0" dirty="0" err="1">
                <a:latin typeface="+mn-lt"/>
              </a:rPr>
              <a:t>adres</a:t>
            </a:r>
            <a:r>
              <a:rPr lang="en-ZA" sz="2400" b="0" dirty="0">
                <a:latin typeface="+mn-lt"/>
              </a:rPr>
              <a:t> </a:t>
            </a:r>
            <a:r>
              <a:rPr lang="en-ZA" sz="2400" b="0" dirty="0" err="1">
                <a:latin typeface="+mn-lt"/>
              </a:rPr>
              <a:t>wat</a:t>
            </a:r>
            <a:r>
              <a:rPr lang="en-ZA" sz="2400" b="0" dirty="0">
                <a:latin typeface="+mn-lt"/>
              </a:rPr>
              <a:t> </a:t>
            </a:r>
            <a:r>
              <a:rPr lang="en-ZA" sz="2400" b="0" dirty="0" err="1">
                <a:latin typeface="+mn-lt"/>
              </a:rPr>
              <a:t>enige</a:t>
            </a:r>
            <a:r>
              <a:rPr lang="en-ZA" sz="2400" b="0" dirty="0">
                <a:latin typeface="+mn-lt"/>
              </a:rPr>
              <a:t> </a:t>
            </a:r>
            <a:r>
              <a:rPr lang="en-ZA" sz="2400" b="0" dirty="0" err="1">
                <a:latin typeface="+mn-lt"/>
              </a:rPr>
              <a:t>rekenaar</a:t>
            </a:r>
            <a:r>
              <a:rPr lang="en-ZA" sz="2400" b="0" dirty="0">
                <a:latin typeface="+mn-lt"/>
              </a:rPr>
              <a:t>/</a:t>
            </a:r>
            <a:r>
              <a:rPr lang="en-ZA" sz="2400" b="0" dirty="0" err="1">
                <a:latin typeface="+mn-lt"/>
              </a:rPr>
              <a:t>toestel</a:t>
            </a:r>
            <a:r>
              <a:rPr lang="en-ZA" sz="2400" b="0" dirty="0">
                <a:latin typeface="+mn-lt"/>
              </a:rPr>
              <a:t> </a:t>
            </a:r>
            <a:r>
              <a:rPr lang="en-ZA" sz="2400" b="0" dirty="0" err="1">
                <a:latin typeface="+mn-lt"/>
              </a:rPr>
              <a:t>gekoppel</a:t>
            </a:r>
            <a:r>
              <a:rPr lang="en-ZA" sz="2400" b="0" dirty="0">
                <a:latin typeface="+mn-lt"/>
              </a:rPr>
              <a:t> aan internet/</a:t>
            </a:r>
            <a:r>
              <a:rPr lang="en-ZA" sz="2400" b="0" dirty="0" err="1">
                <a:latin typeface="+mn-lt"/>
              </a:rPr>
              <a:t>netwerk</a:t>
            </a:r>
            <a:r>
              <a:rPr lang="en-ZA" sz="2400" b="0" dirty="0">
                <a:latin typeface="+mn-lt"/>
              </a:rPr>
              <a:t> </a:t>
            </a:r>
            <a:r>
              <a:rPr lang="en-ZA" sz="2400" b="0" dirty="0" err="1">
                <a:latin typeface="+mn-lt"/>
              </a:rPr>
              <a:t>identifiseer</a:t>
            </a:r>
            <a:endParaRPr lang="en-ZA" b="0" dirty="0">
              <a:latin typeface="+mn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err="1"/>
              <a:t>Inleiding</a:t>
            </a:r>
            <a:endParaRPr lang="en-ZA" dirty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0238" y="3920488"/>
            <a:ext cx="4857750" cy="264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Box 151"/>
          <p:cNvSpPr txBox="1">
            <a:spLocks noChangeArrowheads="1"/>
          </p:cNvSpPr>
          <p:nvPr/>
        </p:nvSpPr>
        <p:spPr bwMode="auto">
          <a:xfrm>
            <a:off x="611560" y="3140968"/>
            <a:ext cx="3279878" cy="3046606"/>
          </a:xfrm>
          <a:prstGeom prst="rect">
            <a:avLst/>
          </a:prstGeom>
          <a:ln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vert="horz" wrap="square" lIns="91440" tIns="45720" rIns="91440" bIns="45720" anchor="t" anchorCtr="0" upright="1">
            <a:no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ZA" b="0" dirty="0">
                <a:latin typeface="Arial"/>
                <a:ea typeface="Calibri"/>
              </a:rPr>
              <a:t>Die </a:t>
            </a:r>
            <a:r>
              <a:rPr lang="en-ZA" b="0" dirty="0" err="1">
                <a:latin typeface="Arial"/>
                <a:ea typeface="Calibri"/>
              </a:rPr>
              <a:t>huidige</a:t>
            </a:r>
            <a:r>
              <a:rPr lang="en-ZA" b="0" dirty="0">
                <a:latin typeface="Arial"/>
                <a:ea typeface="Calibri"/>
              </a:rPr>
              <a:t> </a:t>
            </a:r>
            <a:r>
              <a:rPr lang="en-ZA" b="0" dirty="0">
                <a:effectLst/>
                <a:latin typeface="Arial"/>
                <a:ea typeface="Calibri"/>
              </a:rPr>
              <a:t>IP-</a:t>
            </a:r>
            <a:r>
              <a:rPr lang="en-ZA" b="0" dirty="0" err="1">
                <a:effectLst/>
                <a:latin typeface="Arial"/>
                <a:ea typeface="Calibri"/>
              </a:rPr>
              <a:t>adres</a:t>
            </a:r>
            <a:r>
              <a:rPr lang="en-ZA" b="0" dirty="0">
                <a:effectLst/>
                <a:latin typeface="Arial"/>
                <a:ea typeface="Calibri"/>
              </a:rPr>
              <a:t> vir </a:t>
            </a:r>
            <a:br>
              <a:rPr lang="en-ZA" b="0" dirty="0">
                <a:effectLst/>
                <a:latin typeface="Arial"/>
                <a:ea typeface="Calibri"/>
              </a:rPr>
            </a:br>
            <a:r>
              <a:rPr lang="en-ZA" dirty="0">
                <a:solidFill>
                  <a:schemeClr val="tx1"/>
                </a:solidFill>
                <a:effectLst/>
                <a:latin typeface="Arial"/>
                <a:ea typeface="Calibri"/>
              </a:rPr>
              <a:t>www.google.co.za </a:t>
            </a:r>
            <a:r>
              <a:rPr lang="en-ZA" b="0" dirty="0">
                <a:effectLst/>
                <a:latin typeface="Arial"/>
                <a:ea typeface="Calibri"/>
              </a:rPr>
              <a:t>is </a:t>
            </a:r>
            <a:r>
              <a:rPr lang="en-ZA" dirty="0">
                <a:effectLst/>
                <a:latin typeface="Arial"/>
                <a:ea typeface="Calibri"/>
              </a:rPr>
              <a:t>216.58.194.163</a:t>
            </a:r>
            <a:r>
              <a:rPr lang="en-ZA" b="0" dirty="0">
                <a:effectLst/>
                <a:latin typeface="Arial"/>
                <a:ea typeface="Calibri"/>
              </a:rPr>
              <a:t> 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ZA" b="0" dirty="0" err="1">
                <a:latin typeface="Arial"/>
                <a:ea typeface="Calibri"/>
              </a:rPr>
              <a:t>Bereik</a:t>
            </a:r>
            <a:r>
              <a:rPr lang="en-ZA" b="0" dirty="0">
                <a:latin typeface="Arial"/>
                <a:ea typeface="Calibri"/>
              </a:rPr>
              <a:t> die </a:t>
            </a:r>
            <a:r>
              <a:rPr lang="en-ZA" b="0" dirty="0" err="1">
                <a:latin typeface="Arial"/>
                <a:ea typeface="Calibri"/>
              </a:rPr>
              <a:t>webwerf</a:t>
            </a:r>
            <a:r>
              <a:rPr lang="en-ZA" b="0" dirty="0">
                <a:latin typeface="Arial"/>
                <a:ea typeface="Calibri"/>
              </a:rPr>
              <a:t> </a:t>
            </a:r>
            <a:r>
              <a:rPr lang="en-ZA" b="0" dirty="0" err="1">
                <a:effectLst/>
                <a:latin typeface="Arial"/>
                <a:ea typeface="Calibri"/>
              </a:rPr>
              <a:t>deur</a:t>
            </a:r>
            <a:r>
              <a:rPr lang="en-ZA" b="0" dirty="0">
                <a:effectLst/>
                <a:latin typeface="Arial"/>
                <a:ea typeface="Calibri"/>
              </a:rPr>
              <a:t> </a:t>
            </a:r>
            <a:r>
              <a:rPr lang="en-ZA" dirty="0">
                <a:effectLst/>
                <a:latin typeface="Arial"/>
                <a:ea typeface="Calibri"/>
              </a:rPr>
              <a:t>216.58.194.163</a:t>
            </a:r>
            <a:r>
              <a:rPr lang="en-ZA" b="0" dirty="0">
                <a:effectLst/>
                <a:latin typeface="Arial"/>
                <a:ea typeface="Calibri"/>
              </a:rPr>
              <a:t> of </a:t>
            </a:r>
            <a:r>
              <a:rPr lang="en-ZA" dirty="0">
                <a:effectLst/>
                <a:latin typeface="Arial"/>
                <a:ea typeface="Calibri"/>
              </a:rPr>
              <a:t>www.google.co.za </a:t>
            </a:r>
            <a:br>
              <a:rPr lang="en-ZA" dirty="0">
                <a:effectLst/>
                <a:latin typeface="Arial"/>
                <a:ea typeface="Calibri"/>
              </a:rPr>
            </a:br>
            <a:r>
              <a:rPr lang="en-ZA" b="0" dirty="0">
                <a:effectLst/>
                <a:latin typeface="Arial"/>
                <a:ea typeface="Calibri"/>
              </a:rPr>
              <a:t>in die </a:t>
            </a:r>
            <a:r>
              <a:rPr lang="en-ZA" b="0" dirty="0" err="1">
                <a:effectLst/>
                <a:latin typeface="Arial"/>
                <a:ea typeface="Calibri"/>
              </a:rPr>
              <a:t>adresbalk</a:t>
            </a:r>
            <a:r>
              <a:rPr lang="en-ZA" b="0" dirty="0">
                <a:effectLst/>
                <a:latin typeface="Arial"/>
                <a:ea typeface="Calibri"/>
              </a:rPr>
              <a:t> </a:t>
            </a:r>
            <a:r>
              <a:rPr lang="en-ZA" b="0">
                <a:effectLst/>
                <a:latin typeface="Arial"/>
                <a:ea typeface="Calibri"/>
              </a:rPr>
              <a:t>van ’n </a:t>
            </a:r>
            <a:r>
              <a:rPr lang="en-ZA" b="0" dirty="0" err="1">
                <a:effectLst/>
                <a:latin typeface="Arial"/>
                <a:ea typeface="Calibri"/>
              </a:rPr>
              <a:t>blaaier</a:t>
            </a:r>
            <a:r>
              <a:rPr lang="en-ZA" b="0" dirty="0">
                <a:effectLst/>
                <a:latin typeface="Arial"/>
                <a:ea typeface="Calibri"/>
              </a:rPr>
              <a:t> </a:t>
            </a:r>
            <a:r>
              <a:rPr lang="en-ZA" b="0" dirty="0" err="1">
                <a:effectLst/>
                <a:latin typeface="Arial"/>
                <a:ea typeface="Calibri"/>
              </a:rPr>
              <a:t>te</a:t>
            </a:r>
            <a:r>
              <a:rPr lang="en-ZA" b="0" dirty="0">
                <a:effectLst/>
                <a:latin typeface="Arial"/>
                <a:ea typeface="Calibri"/>
              </a:rPr>
              <a:t> </a:t>
            </a:r>
            <a:r>
              <a:rPr lang="en-ZA" b="0" dirty="0" err="1">
                <a:effectLst/>
                <a:latin typeface="Arial"/>
                <a:ea typeface="Calibri"/>
              </a:rPr>
              <a:t>tik</a:t>
            </a:r>
            <a:endParaRPr lang="en-ZA" b="0" dirty="0">
              <a:effectLst/>
              <a:latin typeface="Arial"/>
              <a:ea typeface="Calibri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11" name="Action Button: Home 9">
            <a:hlinkClick r:id="rId4" action="ppaction://hlinksldjump" highlightClick="1"/>
          </p:cNvPr>
          <p:cNvSpPr/>
          <p:nvPr/>
        </p:nvSpPr>
        <p:spPr bwMode="auto">
          <a:xfrm>
            <a:off x="8481214" y="6286307"/>
            <a:ext cx="642911" cy="564262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225" y="1454092"/>
            <a:ext cx="8459598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2800" dirty="0" err="1"/>
              <a:t>Webadresse</a:t>
            </a:r>
            <a:endParaRPr lang="en-US" sz="2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94453389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9" name="Rectangle 18"/>
          <p:cNvSpPr/>
          <p:nvPr/>
        </p:nvSpPr>
        <p:spPr>
          <a:xfrm>
            <a:off x="214282" y="2100196"/>
            <a:ext cx="558185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ZA" b="0" dirty="0" err="1">
                <a:latin typeface="+mn-lt"/>
              </a:rPr>
              <a:t>Beginpunt</a:t>
            </a:r>
            <a:r>
              <a:rPr lang="en-ZA" b="0" dirty="0">
                <a:latin typeface="+mn-lt"/>
              </a:rPr>
              <a:t> </a:t>
            </a:r>
            <a:r>
              <a:rPr lang="en-ZA" b="0" dirty="0" err="1">
                <a:latin typeface="+mn-lt"/>
              </a:rPr>
              <a:t>om</a:t>
            </a:r>
            <a:r>
              <a:rPr lang="en-ZA" b="0" dirty="0">
                <a:latin typeface="+mn-lt"/>
              </a:rPr>
              <a:t> web </a:t>
            </a:r>
            <a:r>
              <a:rPr lang="en-ZA" b="0" dirty="0" err="1">
                <a:latin typeface="+mn-lt"/>
              </a:rPr>
              <a:t>deur</a:t>
            </a:r>
            <a:r>
              <a:rPr lang="en-ZA" b="0" dirty="0">
                <a:latin typeface="+mn-lt"/>
              </a:rPr>
              <a:t> </a:t>
            </a:r>
            <a:r>
              <a:rPr lang="en-ZA" b="0" dirty="0" err="1">
                <a:latin typeface="+mn-lt"/>
              </a:rPr>
              <a:t>te</a:t>
            </a:r>
            <a:r>
              <a:rPr lang="en-ZA" b="0" dirty="0">
                <a:latin typeface="+mn-lt"/>
              </a:rPr>
              <a:t> </a:t>
            </a:r>
            <a:r>
              <a:rPr lang="en-ZA" b="0" dirty="0" err="1">
                <a:latin typeface="+mn-lt"/>
              </a:rPr>
              <a:t>blaai</a:t>
            </a:r>
            <a:endParaRPr lang="en-ZA" b="0" dirty="0"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ZA" b="0" dirty="0" err="1">
                <a:latin typeface="+mn-lt"/>
              </a:rPr>
              <a:t>Voorsien</a:t>
            </a:r>
            <a:r>
              <a:rPr lang="en-ZA" b="0" dirty="0">
                <a:latin typeface="+mn-lt"/>
              </a:rPr>
              <a:t> </a:t>
            </a:r>
            <a:r>
              <a:rPr lang="en-ZA" b="0" dirty="0" err="1">
                <a:latin typeface="+mn-lt"/>
              </a:rPr>
              <a:t>skakels</a:t>
            </a:r>
            <a:r>
              <a:rPr lang="en-ZA" b="0" dirty="0">
                <a:latin typeface="+mn-lt"/>
              </a:rPr>
              <a:t> na verskillende </a:t>
            </a:r>
            <a:r>
              <a:rPr lang="en-ZA" b="0" dirty="0" err="1">
                <a:latin typeface="+mn-lt"/>
              </a:rPr>
              <a:t>onderwerpe</a:t>
            </a:r>
            <a:endParaRPr lang="en-ZA" b="0" dirty="0"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ZA" b="0" dirty="0" err="1">
                <a:latin typeface="+mn-lt"/>
              </a:rPr>
              <a:t>Skakels</a:t>
            </a:r>
            <a:r>
              <a:rPr lang="en-ZA" b="0" dirty="0">
                <a:latin typeface="+mn-lt"/>
              </a:rPr>
              <a:t> na </a:t>
            </a:r>
            <a:r>
              <a:rPr lang="en-ZA" b="0" dirty="0" err="1">
                <a:latin typeface="+mn-lt"/>
              </a:rPr>
              <a:t>webwerwe</a:t>
            </a:r>
            <a:r>
              <a:rPr lang="en-ZA" b="0" dirty="0">
                <a:latin typeface="+mn-lt"/>
              </a:rPr>
              <a:t> vir </a:t>
            </a:r>
            <a:r>
              <a:rPr lang="en-ZA" b="0" dirty="0" err="1">
                <a:latin typeface="+mn-lt"/>
              </a:rPr>
              <a:t>nuus</a:t>
            </a:r>
            <a:r>
              <a:rPr lang="en-ZA" b="0" dirty="0">
                <a:latin typeface="+mn-lt"/>
              </a:rPr>
              <a:t>, </a:t>
            </a:r>
            <a:r>
              <a:rPr lang="en-ZA" b="0" dirty="0" err="1">
                <a:latin typeface="+mn-lt"/>
              </a:rPr>
              <a:t>weer</a:t>
            </a:r>
            <a:r>
              <a:rPr lang="en-ZA" b="0" dirty="0">
                <a:latin typeface="+mn-lt"/>
              </a:rPr>
              <a:t>, sport, ens.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err="1"/>
              <a:t>Soorte</a:t>
            </a:r>
            <a:r>
              <a:rPr lang="en-ZA" dirty="0"/>
              <a:t> </a:t>
            </a:r>
            <a:r>
              <a:rPr lang="en-ZA" dirty="0" err="1"/>
              <a:t>webwerwe</a:t>
            </a:r>
            <a:endParaRPr lang="en-ZA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0" t="36243" r="6817" b="12593"/>
          <a:stretch/>
        </p:blipFill>
        <p:spPr bwMode="auto">
          <a:xfrm>
            <a:off x="683568" y="3238743"/>
            <a:ext cx="4330823" cy="10389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5" t="16374" r="5297" b="31392"/>
          <a:stretch/>
        </p:blipFill>
        <p:spPr bwMode="auto">
          <a:xfrm>
            <a:off x="3347864" y="3615802"/>
            <a:ext cx="4176464" cy="106074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14" name="Rectangle 13"/>
          <p:cNvSpPr/>
          <p:nvPr/>
        </p:nvSpPr>
        <p:spPr>
          <a:xfrm>
            <a:off x="209583" y="4790363"/>
            <a:ext cx="348521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ZA" b="0" dirty="0" err="1">
                <a:latin typeface="+mn-lt"/>
              </a:rPr>
              <a:t>Regeringswebportale</a:t>
            </a:r>
            <a:endParaRPr lang="en-ZA" b="0" dirty="0">
              <a:latin typeface="+mn-lt"/>
            </a:endParaRPr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5282850"/>
            <a:ext cx="7200800" cy="10393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12" name="Action Button: Home 9">
            <a:hlinkClick r:id="rId6" action="ppaction://hlinksldjump" highlightClick="1"/>
          </p:cNvPr>
          <p:cNvSpPr/>
          <p:nvPr/>
        </p:nvSpPr>
        <p:spPr bwMode="auto">
          <a:xfrm>
            <a:off x="8481214" y="6286307"/>
            <a:ext cx="642911" cy="564262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225" y="1454092"/>
            <a:ext cx="8459598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2800" dirty="0"/>
              <a:t>Webportaal</a:t>
            </a:r>
            <a:endParaRPr lang="en-US" sz="2800" dirty="0">
              <a:latin typeface="+mj-lt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1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err="1"/>
              <a:t>Soorte</a:t>
            </a:r>
            <a:r>
              <a:rPr lang="en-ZA" dirty="0"/>
              <a:t> </a:t>
            </a:r>
            <a:r>
              <a:rPr lang="en-ZA" dirty="0" err="1"/>
              <a:t>webwerwe</a:t>
            </a:r>
            <a:endParaRPr lang="en-ZA" dirty="0"/>
          </a:p>
        </p:txBody>
      </p:sp>
      <p:sp>
        <p:nvSpPr>
          <p:cNvPr id="14" name="Rectangle 13"/>
          <p:cNvSpPr/>
          <p:nvPr/>
        </p:nvSpPr>
        <p:spPr>
          <a:xfrm>
            <a:off x="275175" y="2249577"/>
            <a:ext cx="7929618" cy="15799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ZA" b="0" dirty="0" err="1">
                <a:latin typeface="+mn-lt"/>
              </a:rPr>
              <a:t>Voorsien</a:t>
            </a:r>
            <a:r>
              <a:rPr lang="en-ZA" b="0" dirty="0">
                <a:latin typeface="+mn-lt"/>
              </a:rPr>
              <a:t> </a:t>
            </a:r>
            <a:r>
              <a:rPr lang="en-ZA" b="0" dirty="0" err="1">
                <a:latin typeface="+mn-lt"/>
              </a:rPr>
              <a:t>inligting</a:t>
            </a:r>
            <a:r>
              <a:rPr lang="en-ZA" b="0" dirty="0">
                <a:latin typeface="+mn-lt"/>
              </a:rPr>
              <a:t> aan die </a:t>
            </a:r>
            <a:r>
              <a:rPr lang="en-ZA" b="0" dirty="0" err="1">
                <a:latin typeface="+mn-lt"/>
              </a:rPr>
              <a:t>publiek</a:t>
            </a:r>
            <a:r>
              <a:rPr lang="en-ZA" b="0" dirty="0">
                <a:latin typeface="+mn-lt"/>
              </a:rPr>
              <a:t> / </a:t>
            </a:r>
            <a:r>
              <a:rPr lang="en-ZA" b="0" dirty="0" err="1">
                <a:latin typeface="+mn-lt"/>
              </a:rPr>
              <a:t>klante</a:t>
            </a:r>
            <a:r>
              <a:rPr lang="en-ZA" b="0" dirty="0">
                <a:latin typeface="+mn-lt"/>
              </a:rPr>
              <a:t> / </a:t>
            </a:r>
            <a:r>
              <a:rPr lang="en-ZA" b="0" dirty="0" err="1">
                <a:latin typeface="+mn-lt"/>
              </a:rPr>
              <a:t>belangegroepe</a:t>
            </a:r>
            <a:endParaRPr lang="en-ZA" b="0" dirty="0">
              <a:latin typeface="+mn-lt"/>
            </a:endParaRP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ZA" b="0" dirty="0">
                <a:latin typeface="+mn-lt"/>
              </a:rPr>
              <a:t>Skoolwebwerwe </a:t>
            </a:r>
            <a:r>
              <a:rPr lang="en-ZA" b="0" dirty="0" err="1">
                <a:latin typeface="+mn-lt"/>
              </a:rPr>
              <a:t>voorsien</a:t>
            </a:r>
            <a:r>
              <a:rPr lang="en-ZA" b="0" dirty="0">
                <a:latin typeface="+mn-lt"/>
              </a:rPr>
              <a:t> </a:t>
            </a:r>
            <a:r>
              <a:rPr lang="en-ZA" b="0" dirty="0" err="1">
                <a:latin typeface="+mn-lt"/>
              </a:rPr>
              <a:t>inligting</a:t>
            </a:r>
            <a:r>
              <a:rPr lang="en-ZA" b="0" dirty="0">
                <a:latin typeface="+mn-lt"/>
              </a:rPr>
              <a:t> aan </a:t>
            </a:r>
            <a:r>
              <a:rPr lang="en-ZA" b="0" dirty="0" err="1">
                <a:latin typeface="+mn-lt"/>
              </a:rPr>
              <a:t>ouers</a:t>
            </a:r>
            <a:r>
              <a:rPr lang="en-ZA" b="0" dirty="0">
                <a:latin typeface="+mn-lt"/>
              </a:rPr>
              <a:t> en </a:t>
            </a:r>
            <a:r>
              <a:rPr lang="en-ZA" b="0" dirty="0" err="1">
                <a:latin typeface="+mn-lt"/>
              </a:rPr>
              <a:t>leerders</a:t>
            </a:r>
            <a:endParaRPr lang="en-ZA" b="0" dirty="0">
              <a:latin typeface="+mn-lt"/>
            </a:endParaRP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ZA" b="0" dirty="0" err="1">
                <a:latin typeface="+mn-lt"/>
              </a:rPr>
              <a:t>Meeste</a:t>
            </a:r>
            <a:r>
              <a:rPr lang="en-ZA" b="0" dirty="0">
                <a:latin typeface="+mn-lt"/>
              </a:rPr>
              <a:t> </a:t>
            </a:r>
            <a:r>
              <a:rPr lang="en-ZA" b="0" dirty="0" err="1">
                <a:latin typeface="+mn-lt"/>
              </a:rPr>
              <a:t>staatsinstellings</a:t>
            </a:r>
            <a:r>
              <a:rPr lang="en-ZA" b="0" dirty="0">
                <a:latin typeface="+mn-lt"/>
              </a:rPr>
              <a:t> </a:t>
            </a:r>
            <a:r>
              <a:rPr lang="en-ZA" b="0">
                <a:latin typeface="+mn-lt"/>
              </a:rPr>
              <a:t>het ’n </a:t>
            </a:r>
            <a:r>
              <a:rPr lang="en-ZA" b="0" dirty="0" err="1">
                <a:latin typeface="+mn-lt"/>
              </a:rPr>
              <a:t>inligtingtingswebwerf</a:t>
            </a:r>
            <a:r>
              <a:rPr lang="en-ZA" b="0" dirty="0">
                <a:latin typeface="+mn-lt"/>
              </a:rPr>
              <a:t> –  </a:t>
            </a:r>
            <a:r>
              <a:rPr lang="en-ZA" b="0" dirty="0" err="1">
                <a:latin typeface="+mn-lt"/>
              </a:rPr>
              <a:t>bevat</a:t>
            </a:r>
            <a:r>
              <a:rPr lang="en-ZA" b="0" dirty="0">
                <a:latin typeface="+mn-lt"/>
              </a:rPr>
              <a:t> </a:t>
            </a:r>
            <a:r>
              <a:rPr lang="en-ZA" b="0" dirty="0" err="1">
                <a:latin typeface="+mn-lt"/>
              </a:rPr>
              <a:t>inligting</a:t>
            </a:r>
            <a:r>
              <a:rPr lang="en-ZA" b="0" dirty="0">
                <a:latin typeface="+mn-lt"/>
              </a:rPr>
              <a:t> </a:t>
            </a:r>
            <a:r>
              <a:rPr lang="en-ZA" b="0" dirty="0" err="1">
                <a:latin typeface="+mn-lt"/>
              </a:rPr>
              <a:t>oor</a:t>
            </a:r>
            <a:r>
              <a:rPr lang="en-ZA" b="0" dirty="0">
                <a:latin typeface="+mn-lt"/>
              </a:rPr>
              <a:t> die department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223" y="4101762"/>
            <a:ext cx="7582333" cy="17755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9" name="Action Button: Home 9">
            <a:hlinkClick r:id="rId4" action="ppaction://hlinksldjump" highlightClick="1"/>
          </p:cNvPr>
          <p:cNvSpPr/>
          <p:nvPr/>
        </p:nvSpPr>
        <p:spPr bwMode="auto">
          <a:xfrm>
            <a:off x="8481214" y="6286307"/>
            <a:ext cx="642911" cy="564262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225" y="1454092"/>
            <a:ext cx="8459598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2800" dirty="0" err="1">
                <a:latin typeface="+mj-lt"/>
              </a:rPr>
              <a:t>Inligtingswebwerwe</a:t>
            </a:r>
            <a:endParaRPr lang="en-US" sz="2800" dirty="0">
              <a:latin typeface="+mj-lt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20" name="Rectangle 19"/>
          <p:cNvSpPr/>
          <p:nvPr/>
        </p:nvSpPr>
        <p:spPr>
          <a:xfrm>
            <a:off x="276215" y="2208783"/>
            <a:ext cx="7929618" cy="11439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ZA" b="0" dirty="0" err="1">
                <a:latin typeface="+mn-lt"/>
              </a:rPr>
              <a:t>Nuusgebeure</a:t>
            </a:r>
            <a:r>
              <a:rPr lang="en-ZA" b="0" dirty="0">
                <a:latin typeface="+mn-lt"/>
              </a:rPr>
              <a:t>, sport, </a:t>
            </a:r>
            <a:r>
              <a:rPr lang="en-ZA" b="0" dirty="0" err="1">
                <a:latin typeface="+mn-lt"/>
              </a:rPr>
              <a:t>weer</a:t>
            </a:r>
            <a:r>
              <a:rPr lang="en-ZA" b="0" dirty="0">
                <a:latin typeface="+mn-lt"/>
              </a:rPr>
              <a:t>, </a:t>
            </a:r>
            <a:r>
              <a:rPr lang="en-ZA" b="0" dirty="0" err="1">
                <a:latin typeface="+mn-lt"/>
              </a:rPr>
              <a:t>wisselkoerse</a:t>
            </a:r>
            <a:r>
              <a:rPr lang="en-ZA" b="0" dirty="0">
                <a:latin typeface="+mn-lt"/>
              </a:rPr>
              <a:t>, ens.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ZA" b="0" dirty="0" err="1">
                <a:latin typeface="+mn-lt"/>
              </a:rPr>
              <a:t>Tydskrifte</a:t>
            </a:r>
            <a:r>
              <a:rPr lang="en-ZA" b="0" dirty="0">
                <a:latin typeface="+mn-lt"/>
              </a:rPr>
              <a:t> en </a:t>
            </a:r>
            <a:r>
              <a:rPr lang="en-ZA" b="0" dirty="0" err="1">
                <a:latin typeface="+mn-lt"/>
              </a:rPr>
              <a:t>koerante</a:t>
            </a:r>
            <a:r>
              <a:rPr lang="en-ZA" b="0" dirty="0">
                <a:latin typeface="+mn-lt"/>
              </a:rPr>
              <a:t> het </a:t>
            </a:r>
            <a:r>
              <a:rPr lang="en-ZA" b="0" dirty="0" err="1">
                <a:latin typeface="+mn-lt"/>
              </a:rPr>
              <a:t>webwerwe</a:t>
            </a:r>
            <a:r>
              <a:rPr lang="en-ZA" b="0" dirty="0">
                <a:latin typeface="+mn-lt"/>
              </a:rPr>
              <a:t> met </a:t>
            </a:r>
            <a:r>
              <a:rPr lang="en-ZA" b="0" dirty="0" err="1">
                <a:latin typeface="+mn-lt"/>
              </a:rPr>
              <a:t>opsommings</a:t>
            </a:r>
            <a:r>
              <a:rPr lang="en-ZA" b="0" dirty="0">
                <a:latin typeface="+mn-lt"/>
              </a:rPr>
              <a:t> en </a:t>
            </a:r>
            <a:r>
              <a:rPr lang="en-ZA" b="0" dirty="0" err="1">
                <a:latin typeface="+mn-lt"/>
              </a:rPr>
              <a:t>ekstra</a:t>
            </a:r>
            <a:r>
              <a:rPr lang="en-ZA" b="0" dirty="0">
                <a:latin typeface="+mn-lt"/>
              </a:rPr>
              <a:t> </a:t>
            </a:r>
            <a:r>
              <a:rPr lang="en-ZA" b="0" dirty="0" err="1">
                <a:latin typeface="+mn-lt"/>
              </a:rPr>
              <a:t>materiaal</a:t>
            </a:r>
            <a:r>
              <a:rPr lang="en-ZA" b="0" dirty="0">
                <a:latin typeface="+mn-lt"/>
              </a:rPr>
              <a:t>, </a:t>
            </a:r>
            <a:r>
              <a:rPr lang="en-ZA" b="0" dirty="0" err="1">
                <a:latin typeface="+mn-lt"/>
              </a:rPr>
              <a:t>bv</a:t>
            </a:r>
            <a:r>
              <a:rPr lang="en-ZA" b="0" dirty="0">
                <a:latin typeface="+mn-lt"/>
              </a:rPr>
              <a:t>. videogrepe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err="1"/>
              <a:t>Soorte</a:t>
            </a:r>
            <a:r>
              <a:rPr lang="en-ZA" dirty="0"/>
              <a:t> </a:t>
            </a:r>
            <a:r>
              <a:rPr lang="en-ZA" dirty="0" err="1"/>
              <a:t>webwerwe</a:t>
            </a:r>
            <a:endParaRPr lang="en-ZA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1" r="7299" b="21469"/>
          <a:stretch/>
        </p:blipFill>
        <p:spPr bwMode="auto">
          <a:xfrm>
            <a:off x="683568" y="3567211"/>
            <a:ext cx="2422542" cy="118591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57" r="5012"/>
          <a:stretch/>
        </p:blipFill>
        <p:spPr bwMode="auto">
          <a:xfrm>
            <a:off x="3356038" y="3567211"/>
            <a:ext cx="1440160" cy="12600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29" t="22749" r="2246"/>
          <a:stretch/>
        </p:blipFill>
        <p:spPr bwMode="auto">
          <a:xfrm>
            <a:off x="683568" y="5229200"/>
            <a:ext cx="6197871" cy="143482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280"/>
          <a:stretch/>
        </p:blipFill>
        <p:spPr bwMode="auto">
          <a:xfrm>
            <a:off x="5072541" y="3567211"/>
            <a:ext cx="3133292" cy="180019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12" name="Action Button: Home 9">
            <a:hlinkClick r:id="rId7" action="ppaction://hlinksldjump" highlightClick="1"/>
          </p:cNvPr>
          <p:cNvSpPr/>
          <p:nvPr/>
        </p:nvSpPr>
        <p:spPr bwMode="auto">
          <a:xfrm>
            <a:off x="8481214" y="6286307"/>
            <a:ext cx="642911" cy="564262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225" y="1454092"/>
            <a:ext cx="8459598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2800" dirty="0" err="1">
                <a:latin typeface="+mj-lt"/>
              </a:rPr>
              <a:t>Nuuswebwerwe</a:t>
            </a:r>
            <a:endParaRPr lang="en-US" sz="2800" dirty="0">
              <a:latin typeface="+mj-lt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20" name="Rectangle 19"/>
          <p:cNvSpPr/>
          <p:nvPr/>
        </p:nvSpPr>
        <p:spPr>
          <a:xfrm>
            <a:off x="301387" y="2269321"/>
            <a:ext cx="7389807" cy="8361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ZA" b="0" dirty="0" err="1">
                <a:latin typeface="+mn-lt"/>
              </a:rPr>
              <a:t>Bevat</a:t>
            </a:r>
            <a:r>
              <a:rPr lang="en-ZA" b="0" dirty="0">
                <a:latin typeface="+mn-lt"/>
              </a:rPr>
              <a:t> </a:t>
            </a:r>
            <a:r>
              <a:rPr lang="en-ZA" b="0" dirty="0" err="1">
                <a:latin typeface="+mn-lt"/>
              </a:rPr>
              <a:t>inligting</a:t>
            </a:r>
            <a:r>
              <a:rPr lang="en-ZA" b="0" dirty="0">
                <a:latin typeface="+mn-lt"/>
              </a:rPr>
              <a:t> </a:t>
            </a:r>
            <a:r>
              <a:rPr lang="en-ZA" b="0" dirty="0" err="1">
                <a:latin typeface="+mn-lt"/>
              </a:rPr>
              <a:t>oor</a:t>
            </a:r>
            <a:r>
              <a:rPr lang="en-ZA" b="0" dirty="0">
                <a:latin typeface="+mn-lt"/>
              </a:rPr>
              <a:t> </a:t>
            </a:r>
            <a:r>
              <a:rPr lang="en-ZA" b="0" dirty="0" err="1">
                <a:latin typeface="+mn-lt"/>
              </a:rPr>
              <a:t>produkte</a:t>
            </a:r>
            <a:r>
              <a:rPr lang="en-ZA" b="0" dirty="0">
                <a:latin typeface="+mn-lt"/>
              </a:rPr>
              <a:t> en </a:t>
            </a:r>
            <a:r>
              <a:rPr lang="en-ZA" b="0" dirty="0" err="1">
                <a:latin typeface="+mn-lt"/>
              </a:rPr>
              <a:t>dienste</a:t>
            </a:r>
            <a:endParaRPr lang="en-ZA" b="0" dirty="0"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ZA" b="0" dirty="0" err="1">
                <a:latin typeface="+mn-lt"/>
              </a:rPr>
              <a:t>Voorbeelde</a:t>
            </a:r>
            <a:r>
              <a:rPr lang="en-ZA" b="0" dirty="0">
                <a:latin typeface="+mn-lt"/>
              </a:rPr>
              <a:t>: Woolworths, </a:t>
            </a:r>
            <a:r>
              <a:rPr lang="en-ZA" b="0">
                <a:latin typeface="+mn-lt"/>
              </a:rPr>
              <a:t>Pick ’n </a:t>
            </a:r>
            <a:r>
              <a:rPr lang="en-ZA" b="0" dirty="0">
                <a:latin typeface="+mn-lt"/>
              </a:rPr>
              <a:t>Pay, Kulula, Telkom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err="1"/>
              <a:t>Soorte</a:t>
            </a:r>
            <a:r>
              <a:rPr lang="en-ZA" dirty="0"/>
              <a:t> </a:t>
            </a:r>
            <a:r>
              <a:rPr lang="en-ZA" dirty="0" err="1"/>
              <a:t>webwerwe</a:t>
            </a:r>
            <a:endParaRPr lang="en-ZA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700" r="6633" b="17016"/>
          <a:stretch/>
        </p:blipFill>
        <p:spPr bwMode="auto">
          <a:xfrm>
            <a:off x="754728" y="4548748"/>
            <a:ext cx="2378596" cy="129833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728" y="3277534"/>
            <a:ext cx="6936467" cy="10258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727" y="6045200"/>
            <a:ext cx="6936467" cy="62416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0283" y="4749956"/>
            <a:ext cx="3390912" cy="111081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12" name="Action Button: Home 9">
            <a:hlinkClick r:id="rId7" action="ppaction://hlinksldjump" highlightClick="1"/>
          </p:cNvPr>
          <p:cNvSpPr/>
          <p:nvPr/>
        </p:nvSpPr>
        <p:spPr bwMode="auto">
          <a:xfrm>
            <a:off x="8481214" y="6286307"/>
            <a:ext cx="642911" cy="564262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225" y="1454092"/>
            <a:ext cx="8459598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2800">
                <a:latin typeface="+mj-lt"/>
              </a:rPr>
              <a:t>Besigheids- </a:t>
            </a:r>
            <a:r>
              <a:rPr lang="en-ZA" sz="2800" dirty="0">
                <a:latin typeface="+mj-lt"/>
              </a:rPr>
              <a:t>of </a:t>
            </a:r>
            <a:r>
              <a:rPr lang="en-ZA" sz="2800" dirty="0" err="1">
                <a:latin typeface="+mj-lt"/>
              </a:rPr>
              <a:t>bemarkingswebwerwe</a:t>
            </a:r>
            <a:endParaRPr lang="en-US" sz="2800" dirty="0">
              <a:latin typeface="+mj-lt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20" name="Rectangle 19"/>
          <p:cNvSpPr/>
          <p:nvPr/>
        </p:nvSpPr>
        <p:spPr>
          <a:xfrm>
            <a:off x="285736" y="2249577"/>
            <a:ext cx="6518512" cy="14516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ZA" b="0" dirty="0" err="1">
                <a:latin typeface="+mn-lt"/>
              </a:rPr>
              <a:t>Enigeen</a:t>
            </a:r>
            <a:r>
              <a:rPr lang="en-ZA" b="0" dirty="0">
                <a:latin typeface="+mn-lt"/>
              </a:rPr>
              <a:t> kan </a:t>
            </a:r>
            <a:r>
              <a:rPr lang="en-ZA" b="0" dirty="0" err="1">
                <a:latin typeface="+mn-lt"/>
              </a:rPr>
              <a:t>een</a:t>
            </a:r>
            <a:r>
              <a:rPr lang="en-ZA" b="0" dirty="0">
                <a:latin typeface="+mn-lt"/>
              </a:rPr>
              <a:t> skep – </a:t>
            </a:r>
            <a:r>
              <a:rPr lang="en-ZA" b="0" dirty="0" err="1">
                <a:latin typeface="+mn-lt"/>
              </a:rPr>
              <a:t>deel</a:t>
            </a:r>
            <a:r>
              <a:rPr lang="en-ZA" b="0" dirty="0">
                <a:latin typeface="+mn-lt"/>
              </a:rPr>
              <a:t> </a:t>
            </a:r>
            <a:r>
              <a:rPr lang="en-ZA" b="0" dirty="0" err="1">
                <a:latin typeface="+mn-lt"/>
              </a:rPr>
              <a:t>belangstellings</a:t>
            </a:r>
            <a:r>
              <a:rPr lang="en-ZA" b="0" dirty="0">
                <a:latin typeface="+mn-lt"/>
              </a:rPr>
              <a:t>, </a:t>
            </a:r>
            <a:r>
              <a:rPr lang="en-ZA" b="0" dirty="0" err="1">
                <a:latin typeface="+mn-lt"/>
              </a:rPr>
              <a:t>stokperdjies</a:t>
            </a:r>
            <a:r>
              <a:rPr lang="en-ZA" b="0" dirty="0">
                <a:latin typeface="+mn-lt"/>
              </a:rPr>
              <a:t>, </a:t>
            </a:r>
            <a:r>
              <a:rPr lang="en-ZA" b="0" dirty="0" err="1">
                <a:latin typeface="+mn-lt"/>
              </a:rPr>
              <a:t>lewensondervinding</a:t>
            </a:r>
            <a:r>
              <a:rPr lang="en-ZA" b="0" dirty="0">
                <a:latin typeface="+mn-lt"/>
              </a:rPr>
              <a:t> met </a:t>
            </a:r>
            <a:r>
              <a:rPr lang="en-ZA" b="0" dirty="0" err="1">
                <a:latin typeface="+mn-lt"/>
              </a:rPr>
              <a:t>ander</a:t>
            </a:r>
            <a:endParaRPr lang="en-ZA" b="0" dirty="0"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ZA" b="0" dirty="0" err="1">
                <a:latin typeface="+mn-lt"/>
              </a:rPr>
              <a:t>Meeste</a:t>
            </a:r>
            <a:r>
              <a:rPr lang="en-ZA" b="0" dirty="0">
                <a:latin typeface="+mn-lt"/>
              </a:rPr>
              <a:t> </a:t>
            </a:r>
            <a:r>
              <a:rPr lang="en-ZA" b="0" dirty="0" err="1">
                <a:latin typeface="+mn-lt"/>
              </a:rPr>
              <a:t>mense</a:t>
            </a:r>
            <a:r>
              <a:rPr lang="en-ZA" b="0" dirty="0">
                <a:latin typeface="+mn-lt"/>
              </a:rPr>
              <a:t> gebruik </a:t>
            </a:r>
            <a:r>
              <a:rPr lang="en-ZA" b="0" err="1">
                <a:latin typeface="+mn-lt"/>
              </a:rPr>
              <a:t>eerder</a:t>
            </a:r>
            <a:r>
              <a:rPr lang="en-ZA" b="0">
                <a:latin typeface="+mn-lt"/>
              </a:rPr>
              <a:t> ’n </a:t>
            </a:r>
            <a:r>
              <a:rPr lang="en-ZA" b="0" dirty="0">
                <a:latin typeface="+mn-lt"/>
              </a:rPr>
              <a:t>blog of sosialenetwerktuiste as </a:t>
            </a:r>
            <a:r>
              <a:rPr lang="en-ZA" b="0" dirty="0" err="1">
                <a:latin typeface="+mn-lt"/>
              </a:rPr>
              <a:t>hul</a:t>
            </a:r>
            <a:r>
              <a:rPr lang="en-ZA" b="0" dirty="0">
                <a:latin typeface="+mn-lt"/>
              </a:rPr>
              <a:t> </a:t>
            </a:r>
            <a:r>
              <a:rPr lang="en-ZA" b="0" dirty="0" err="1">
                <a:latin typeface="+mn-lt"/>
              </a:rPr>
              <a:t>persoonlike</a:t>
            </a:r>
            <a:r>
              <a:rPr lang="en-ZA" b="0" dirty="0">
                <a:latin typeface="+mn-lt"/>
              </a:rPr>
              <a:t> </a:t>
            </a:r>
            <a:r>
              <a:rPr lang="en-ZA" b="0" dirty="0" err="1">
                <a:latin typeface="+mn-lt"/>
              </a:rPr>
              <a:t>webwerf</a:t>
            </a:r>
            <a:endParaRPr lang="en-ZA" b="0" dirty="0">
              <a:latin typeface="+mn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err="1"/>
              <a:t>Soorte</a:t>
            </a:r>
            <a:r>
              <a:rPr lang="en-ZA" dirty="0"/>
              <a:t> </a:t>
            </a:r>
            <a:r>
              <a:rPr lang="en-ZA" dirty="0" err="1"/>
              <a:t>webwerwe</a:t>
            </a:r>
            <a:endParaRPr lang="en-ZA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5" y="3962596"/>
            <a:ext cx="2777395" cy="10505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9421" y="5128278"/>
            <a:ext cx="1440160" cy="1440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7824" y="3816358"/>
            <a:ext cx="1631513" cy="163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192" y="5252428"/>
            <a:ext cx="1466023" cy="118930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12" name="Action Button: Home 9">
            <a:hlinkClick r:id="rId7" action="ppaction://hlinksldjump" highlightClick="1"/>
          </p:cNvPr>
          <p:cNvSpPr/>
          <p:nvPr/>
        </p:nvSpPr>
        <p:spPr bwMode="auto">
          <a:xfrm>
            <a:off x="8481214" y="6286307"/>
            <a:ext cx="642911" cy="564262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225" y="1454092"/>
            <a:ext cx="8459598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2800" dirty="0" err="1">
                <a:latin typeface="+mj-lt"/>
              </a:rPr>
              <a:t>Persoonlike</a:t>
            </a:r>
            <a:r>
              <a:rPr lang="en-ZA" sz="2800" dirty="0">
                <a:latin typeface="+mj-lt"/>
              </a:rPr>
              <a:t> </a:t>
            </a:r>
            <a:r>
              <a:rPr lang="en-ZA" sz="2800" dirty="0" err="1">
                <a:latin typeface="+mj-lt"/>
              </a:rPr>
              <a:t>webwerwe</a:t>
            </a:r>
            <a:endParaRPr lang="en-US" sz="2800" dirty="0">
              <a:latin typeface="+mj-lt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20" name="Rectangle 19"/>
          <p:cNvSpPr/>
          <p:nvPr/>
        </p:nvSpPr>
        <p:spPr>
          <a:xfrm>
            <a:off x="285736" y="2261384"/>
            <a:ext cx="4502288" cy="21954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ZA" b="0" dirty="0" err="1">
                <a:latin typeface="+mn-lt"/>
              </a:rPr>
              <a:t>Webwerwe</a:t>
            </a:r>
            <a:r>
              <a:rPr lang="en-ZA" b="0" dirty="0">
                <a:latin typeface="+mn-lt"/>
              </a:rPr>
              <a:t> </a:t>
            </a:r>
            <a:r>
              <a:rPr lang="en-ZA" b="0" dirty="0" err="1">
                <a:latin typeface="+mn-lt"/>
              </a:rPr>
              <a:t>waar</a:t>
            </a:r>
            <a:r>
              <a:rPr lang="en-ZA" b="0" dirty="0">
                <a:latin typeface="+mn-lt"/>
              </a:rPr>
              <a:t> die </a:t>
            </a:r>
            <a:r>
              <a:rPr lang="en-ZA" b="0" dirty="0" err="1">
                <a:latin typeface="+mn-lt"/>
              </a:rPr>
              <a:t>gemeenskap</a:t>
            </a:r>
            <a:r>
              <a:rPr lang="en-ZA" b="0" dirty="0">
                <a:latin typeface="+mn-lt"/>
              </a:rPr>
              <a:t> </a:t>
            </a:r>
            <a:r>
              <a:rPr lang="en-ZA" b="0" dirty="0" err="1">
                <a:latin typeface="+mn-lt"/>
              </a:rPr>
              <a:t>saamwerk</a:t>
            </a:r>
            <a:r>
              <a:rPr lang="en-ZA" b="0" dirty="0">
                <a:latin typeface="+mn-lt"/>
              </a:rPr>
              <a:t> </a:t>
            </a:r>
            <a:r>
              <a:rPr lang="en-ZA" b="0" dirty="0" err="1">
                <a:latin typeface="+mn-lt"/>
              </a:rPr>
              <a:t>om</a:t>
            </a:r>
            <a:r>
              <a:rPr lang="en-ZA" b="0" dirty="0">
                <a:latin typeface="+mn-lt"/>
              </a:rPr>
              <a:t> </a:t>
            </a:r>
            <a:r>
              <a:rPr lang="en-ZA" b="0" dirty="0" err="1">
                <a:latin typeface="+mn-lt"/>
              </a:rPr>
              <a:t>blaaie</a:t>
            </a:r>
            <a:r>
              <a:rPr lang="en-ZA" b="0" dirty="0">
                <a:latin typeface="+mn-lt"/>
              </a:rPr>
              <a:t> </a:t>
            </a:r>
            <a:r>
              <a:rPr lang="en-ZA" b="0" dirty="0" err="1">
                <a:latin typeface="+mn-lt"/>
              </a:rPr>
              <a:t>te</a:t>
            </a:r>
            <a:r>
              <a:rPr lang="en-ZA" b="0" dirty="0">
                <a:latin typeface="+mn-lt"/>
              </a:rPr>
              <a:t> skep en </a:t>
            </a:r>
            <a:r>
              <a:rPr lang="en-ZA" b="0" dirty="0" err="1">
                <a:latin typeface="+mn-lt"/>
              </a:rPr>
              <a:t>te</a:t>
            </a:r>
            <a:r>
              <a:rPr lang="en-ZA" b="0" dirty="0">
                <a:latin typeface="+mn-lt"/>
              </a:rPr>
              <a:t> </a:t>
            </a:r>
            <a:r>
              <a:rPr lang="en-ZA" b="0" dirty="0" err="1">
                <a:latin typeface="+mn-lt"/>
              </a:rPr>
              <a:t>redigeer</a:t>
            </a:r>
            <a:endParaRPr lang="en-ZA" b="0" dirty="0">
              <a:latin typeface="+mn-lt"/>
            </a:endParaRP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ZA" b="0" dirty="0" err="1">
                <a:latin typeface="+mn-lt"/>
              </a:rPr>
              <a:t>Enigeen</a:t>
            </a:r>
            <a:r>
              <a:rPr lang="en-ZA" b="0" dirty="0">
                <a:latin typeface="+mn-lt"/>
              </a:rPr>
              <a:t> kan </a:t>
            </a:r>
            <a:r>
              <a:rPr lang="en-ZA" b="0" dirty="0" err="1">
                <a:latin typeface="+mn-lt"/>
              </a:rPr>
              <a:t>bydra</a:t>
            </a:r>
            <a:r>
              <a:rPr lang="en-ZA" b="0" dirty="0">
                <a:latin typeface="+mn-lt"/>
              </a:rPr>
              <a:t> – die finale </a:t>
            </a:r>
            <a:r>
              <a:rPr lang="en-ZA" b="0" dirty="0" err="1">
                <a:latin typeface="+mn-lt"/>
              </a:rPr>
              <a:t>artikel</a:t>
            </a:r>
            <a:r>
              <a:rPr lang="en-ZA" b="0" dirty="0">
                <a:latin typeface="+mn-lt"/>
              </a:rPr>
              <a:t> </a:t>
            </a:r>
            <a:r>
              <a:rPr lang="en-ZA" b="0" dirty="0" err="1">
                <a:latin typeface="+mn-lt"/>
              </a:rPr>
              <a:t>behoort</a:t>
            </a:r>
            <a:r>
              <a:rPr lang="en-ZA" b="0" dirty="0">
                <a:latin typeface="+mn-lt"/>
              </a:rPr>
              <a:t> </a:t>
            </a:r>
            <a:r>
              <a:rPr lang="en-ZA" b="0" dirty="0" err="1">
                <a:latin typeface="+mn-lt"/>
              </a:rPr>
              <a:t>nie</a:t>
            </a:r>
            <a:r>
              <a:rPr lang="en-ZA" b="0" dirty="0">
                <a:latin typeface="+mn-lt"/>
              </a:rPr>
              <a:t> aan </a:t>
            </a:r>
            <a:r>
              <a:rPr lang="en-ZA" b="0" dirty="0" err="1">
                <a:latin typeface="+mn-lt"/>
              </a:rPr>
              <a:t>enige</a:t>
            </a:r>
            <a:r>
              <a:rPr lang="en-ZA" b="0" dirty="0">
                <a:latin typeface="+mn-lt"/>
              </a:rPr>
              <a:t> </a:t>
            </a:r>
            <a:r>
              <a:rPr lang="en-ZA" b="0" dirty="0" err="1">
                <a:latin typeface="+mn-lt"/>
              </a:rPr>
              <a:t>individu</a:t>
            </a:r>
            <a:r>
              <a:rPr lang="en-ZA" b="0" dirty="0">
                <a:latin typeface="+mn-lt"/>
              </a:rPr>
              <a:t> </a:t>
            </a:r>
            <a:r>
              <a:rPr lang="en-ZA" b="0" dirty="0" err="1">
                <a:latin typeface="+mn-lt"/>
              </a:rPr>
              <a:t>nie</a:t>
            </a:r>
            <a:endParaRPr lang="en-ZA" b="0" dirty="0"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ZA" b="0" dirty="0" err="1">
                <a:latin typeface="+mn-lt"/>
              </a:rPr>
              <a:t>Toegang</a:t>
            </a:r>
            <a:r>
              <a:rPr lang="en-ZA" b="0" dirty="0">
                <a:latin typeface="+mn-lt"/>
              </a:rPr>
              <a:t> is </a:t>
            </a:r>
            <a:r>
              <a:rPr lang="en-ZA" b="0" dirty="0" err="1">
                <a:latin typeface="+mn-lt"/>
              </a:rPr>
              <a:t>gewoonlik</a:t>
            </a:r>
            <a:r>
              <a:rPr lang="en-ZA" b="0" dirty="0">
                <a:latin typeface="+mn-lt"/>
              </a:rPr>
              <a:t> gratis</a:t>
            </a:r>
          </a:p>
        </p:txBody>
      </p:sp>
      <p:pic>
        <p:nvPicPr>
          <p:cNvPr id="12" name="Picture 11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040" y="3555923"/>
            <a:ext cx="2860940" cy="273038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err="1"/>
              <a:t>Soorte</a:t>
            </a:r>
            <a:r>
              <a:rPr lang="en-ZA" dirty="0"/>
              <a:t> </a:t>
            </a:r>
            <a:r>
              <a:rPr lang="en-ZA" dirty="0" err="1"/>
              <a:t>webwerwe</a:t>
            </a:r>
            <a:endParaRPr lang="en-ZA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9" name="Action Button: Home 9">
            <a:hlinkClick r:id="rId4" action="ppaction://hlinksldjump" highlightClick="1"/>
          </p:cNvPr>
          <p:cNvSpPr/>
          <p:nvPr/>
        </p:nvSpPr>
        <p:spPr bwMode="auto">
          <a:xfrm>
            <a:off x="8481214" y="6286307"/>
            <a:ext cx="642911" cy="564262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225" y="1454092"/>
            <a:ext cx="8459598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2800" dirty="0">
                <a:latin typeface="+mj-lt"/>
              </a:rPr>
              <a:t>Wiki</a:t>
            </a:r>
            <a:endParaRPr lang="en-US" sz="2800" dirty="0">
              <a:latin typeface="+mj-lt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20" name="Rectangle 19"/>
          <p:cNvSpPr/>
          <p:nvPr/>
        </p:nvSpPr>
        <p:spPr>
          <a:xfrm>
            <a:off x="279940" y="2269321"/>
            <a:ext cx="6308284" cy="11439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nl-BE" b="0" dirty="0">
                <a:latin typeface="+mn-lt"/>
              </a:rPr>
              <a:t>Bied formele en informele opleiding deur klasse en simulasies</a:t>
            </a:r>
            <a:endParaRPr lang="en-ZA" b="0" dirty="0"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ZA" b="0" dirty="0" err="1">
                <a:latin typeface="+mn-lt"/>
              </a:rPr>
              <a:t>Voorsien</a:t>
            </a:r>
            <a:r>
              <a:rPr lang="en-ZA" b="0" dirty="0">
                <a:latin typeface="+mn-lt"/>
              </a:rPr>
              <a:t> </a:t>
            </a:r>
            <a:r>
              <a:rPr lang="en-ZA" b="0" dirty="0" err="1">
                <a:latin typeface="+mn-lt"/>
              </a:rPr>
              <a:t>onderrigmateriaal</a:t>
            </a:r>
            <a:r>
              <a:rPr lang="en-ZA" b="0" dirty="0">
                <a:latin typeface="+mn-lt"/>
              </a:rPr>
              <a:t> aan </a:t>
            </a:r>
            <a:r>
              <a:rPr lang="en-ZA" b="0" dirty="0" err="1">
                <a:latin typeface="+mn-lt"/>
              </a:rPr>
              <a:t>opvoeders</a:t>
            </a:r>
            <a:endParaRPr lang="en-ZA" b="0" dirty="0">
              <a:latin typeface="+mn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err="1"/>
              <a:t>Soorte</a:t>
            </a:r>
            <a:r>
              <a:rPr lang="en-ZA" dirty="0"/>
              <a:t> </a:t>
            </a:r>
            <a:r>
              <a:rPr lang="en-ZA" dirty="0" err="1"/>
              <a:t>webwerwe</a:t>
            </a:r>
            <a:endParaRPr lang="en-ZA" dirty="0"/>
          </a:p>
        </p:txBody>
      </p:sp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3290" y="5710424"/>
            <a:ext cx="2181225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3648940"/>
            <a:ext cx="3067050" cy="149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5639" y="3609595"/>
            <a:ext cx="285750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7" y="5556644"/>
            <a:ext cx="3960440" cy="8681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Action Button: Home 9">
            <a:hlinkClick r:id="rId7" action="ppaction://hlinksldjump" highlightClick="1"/>
          </p:cNvPr>
          <p:cNvSpPr/>
          <p:nvPr/>
        </p:nvSpPr>
        <p:spPr bwMode="auto">
          <a:xfrm>
            <a:off x="8481214" y="6286307"/>
            <a:ext cx="642911" cy="564262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225" y="1454092"/>
            <a:ext cx="8459598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2800" dirty="0" err="1">
                <a:latin typeface="+mj-lt"/>
              </a:rPr>
              <a:t>Opleidingswebwerwe</a:t>
            </a:r>
            <a:endParaRPr lang="en-US" sz="2800" dirty="0">
              <a:latin typeface="+mj-lt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20" name="Rectangle 19"/>
          <p:cNvSpPr/>
          <p:nvPr/>
        </p:nvSpPr>
        <p:spPr>
          <a:xfrm>
            <a:off x="242850" y="2145050"/>
            <a:ext cx="792961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b="0" dirty="0" err="1">
                <a:latin typeface="+mn-lt"/>
              </a:rPr>
              <a:t>Bied</a:t>
            </a:r>
            <a:r>
              <a:rPr lang="en-ZA" b="0" dirty="0">
                <a:latin typeface="+mn-lt"/>
              </a:rPr>
              <a:t> </a:t>
            </a:r>
            <a:r>
              <a:rPr lang="en-ZA" b="0" dirty="0" err="1">
                <a:latin typeface="+mn-lt"/>
              </a:rPr>
              <a:t>vermaak</a:t>
            </a:r>
            <a:r>
              <a:rPr lang="en-ZA" b="0" dirty="0">
                <a:latin typeface="+mn-lt"/>
              </a:rPr>
              <a:t> </a:t>
            </a:r>
            <a:r>
              <a:rPr lang="en-ZA" b="0" dirty="0" err="1">
                <a:latin typeface="+mn-lt"/>
              </a:rPr>
              <a:t>soos</a:t>
            </a:r>
            <a:r>
              <a:rPr lang="en-ZA" b="0" dirty="0">
                <a:latin typeface="+mn-lt"/>
              </a:rPr>
              <a:t> </a:t>
            </a:r>
            <a:r>
              <a:rPr lang="en-ZA" b="0" dirty="0" err="1">
                <a:latin typeface="+mn-lt"/>
              </a:rPr>
              <a:t>aanlyn</a:t>
            </a:r>
            <a:r>
              <a:rPr lang="en-ZA" b="0" dirty="0">
                <a:latin typeface="+mn-lt"/>
              </a:rPr>
              <a:t> video’s, </a:t>
            </a:r>
            <a:r>
              <a:rPr lang="en-ZA" b="0" dirty="0" err="1">
                <a:latin typeface="+mn-lt"/>
              </a:rPr>
              <a:t>musiek</a:t>
            </a:r>
            <a:r>
              <a:rPr lang="en-ZA" b="0" dirty="0">
                <a:latin typeface="+mn-lt"/>
              </a:rPr>
              <a:t>, sport</a:t>
            </a:r>
            <a:r>
              <a:rPr lang="en-ZA" b="0">
                <a:latin typeface="+mn-lt"/>
              </a:rPr>
              <a:t>, speletjies </a:t>
            </a:r>
            <a:r>
              <a:rPr lang="en-ZA" b="0" dirty="0">
                <a:latin typeface="+mn-lt"/>
              </a:rPr>
              <a:t>en </a:t>
            </a:r>
            <a:r>
              <a:rPr lang="en-ZA" b="0" dirty="0" err="1">
                <a:latin typeface="+mn-lt"/>
              </a:rPr>
              <a:t>veel</a:t>
            </a:r>
            <a:r>
              <a:rPr lang="en-ZA" b="0" dirty="0">
                <a:latin typeface="+mn-lt"/>
              </a:rPr>
              <a:t> </a:t>
            </a:r>
            <a:r>
              <a:rPr lang="en-ZA" b="0" dirty="0" err="1">
                <a:latin typeface="+mn-lt"/>
              </a:rPr>
              <a:t>meer</a:t>
            </a:r>
            <a:endParaRPr lang="en-ZA" b="0" dirty="0">
              <a:latin typeface="+mn-lt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42850" y="4249058"/>
            <a:ext cx="7137462" cy="15799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ZA" b="0" err="1">
                <a:latin typeface="+mn-lt"/>
              </a:rPr>
              <a:t>Beskryf</a:t>
            </a:r>
            <a:r>
              <a:rPr lang="en-ZA" b="0">
                <a:latin typeface="+mn-lt"/>
              </a:rPr>
              <a:t> ’n </a:t>
            </a:r>
            <a:r>
              <a:rPr lang="en-ZA" b="0" dirty="0" err="1">
                <a:latin typeface="+mn-lt"/>
              </a:rPr>
              <a:t>idee</a:t>
            </a:r>
            <a:r>
              <a:rPr lang="en-ZA" b="0" dirty="0">
                <a:latin typeface="+mn-lt"/>
              </a:rPr>
              <a:t>, </a:t>
            </a:r>
            <a:r>
              <a:rPr lang="en-ZA" b="0" dirty="0" err="1">
                <a:latin typeface="+mn-lt"/>
              </a:rPr>
              <a:t>opinie</a:t>
            </a:r>
            <a:r>
              <a:rPr lang="en-ZA" b="0" dirty="0">
                <a:latin typeface="+mn-lt"/>
              </a:rPr>
              <a:t> of </a:t>
            </a:r>
            <a:r>
              <a:rPr lang="en-ZA" b="0" dirty="0" err="1">
                <a:latin typeface="+mn-lt"/>
              </a:rPr>
              <a:t>saak</a:t>
            </a:r>
            <a:endParaRPr lang="en-ZA" b="0" dirty="0">
              <a:latin typeface="+mn-lt"/>
            </a:endParaRP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ZA" b="0" dirty="0" err="1">
                <a:latin typeface="+mn-lt"/>
              </a:rPr>
              <a:t>Verteenwoordig</a:t>
            </a:r>
            <a:r>
              <a:rPr lang="en-ZA" b="0" dirty="0">
                <a:latin typeface="+mn-lt"/>
              </a:rPr>
              <a:t> die seining </a:t>
            </a:r>
            <a:r>
              <a:rPr lang="en-ZA" b="0">
                <a:latin typeface="+mn-lt"/>
              </a:rPr>
              <a:t>van ’n </a:t>
            </a:r>
            <a:r>
              <a:rPr lang="en-ZA" b="0" dirty="0" err="1">
                <a:latin typeface="+mn-lt"/>
              </a:rPr>
              <a:t>spesifieke</a:t>
            </a:r>
            <a:r>
              <a:rPr lang="en-ZA" b="0" dirty="0">
                <a:latin typeface="+mn-lt"/>
              </a:rPr>
              <a:t> </a:t>
            </a:r>
            <a:r>
              <a:rPr lang="en-ZA" b="0" dirty="0" err="1">
                <a:latin typeface="+mn-lt"/>
              </a:rPr>
              <a:t>groep</a:t>
            </a:r>
            <a:r>
              <a:rPr lang="en-ZA" b="0" dirty="0">
                <a:latin typeface="+mn-lt"/>
              </a:rPr>
              <a:t> </a:t>
            </a:r>
            <a:r>
              <a:rPr lang="en-ZA" b="0">
                <a:latin typeface="+mn-lt"/>
              </a:rPr>
              <a:t>of organisasie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ZA" b="0">
                <a:latin typeface="+mn-lt"/>
              </a:rPr>
              <a:t>Voorbeelde: DBV (SPCA) en die Endangered Wildlife Trust (EWT)</a:t>
            </a:r>
            <a:endParaRPr lang="en-ZA" b="0" dirty="0">
              <a:latin typeface="+mn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err="1"/>
              <a:t>Soorte</a:t>
            </a:r>
            <a:r>
              <a:rPr lang="en-ZA" dirty="0"/>
              <a:t> </a:t>
            </a:r>
            <a:r>
              <a:rPr lang="en-ZA" dirty="0" err="1"/>
              <a:t>webwerwe</a:t>
            </a:r>
            <a:endParaRPr lang="en-ZA" dirty="0"/>
          </a:p>
        </p:txBody>
      </p:sp>
      <p:sp>
        <p:nvSpPr>
          <p:cNvPr id="14" name="TextBox 13"/>
          <p:cNvSpPr txBox="1"/>
          <p:nvPr/>
        </p:nvSpPr>
        <p:spPr>
          <a:xfrm>
            <a:off x="-6502" y="3429000"/>
            <a:ext cx="8478064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2800" dirty="0">
                <a:latin typeface="+mj-lt"/>
              </a:rPr>
              <a:t>Voorspraakwebwerwe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13" name="Action Button: Home 9">
            <a:hlinkClick r:id="rId3" action="ppaction://hlinksldjump" highlightClick="1"/>
          </p:cNvPr>
          <p:cNvSpPr/>
          <p:nvPr/>
        </p:nvSpPr>
        <p:spPr bwMode="auto">
          <a:xfrm>
            <a:off x="8481214" y="6286307"/>
            <a:ext cx="642911" cy="564262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225" y="1454092"/>
            <a:ext cx="8459598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2800" dirty="0" err="1">
                <a:latin typeface="+mj-lt"/>
              </a:rPr>
              <a:t>Vermaaklikheidswebwerwe</a:t>
            </a:r>
            <a:endParaRPr lang="en-US" sz="2800" dirty="0">
              <a:latin typeface="+mj-lt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1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20" name="Rectangle 19"/>
          <p:cNvSpPr/>
          <p:nvPr/>
        </p:nvSpPr>
        <p:spPr>
          <a:xfrm>
            <a:off x="285736" y="2217058"/>
            <a:ext cx="5942448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ZA" b="0" dirty="0" err="1">
                <a:latin typeface="+mn-lt"/>
              </a:rPr>
              <a:t>Enige</a:t>
            </a:r>
            <a:r>
              <a:rPr lang="en-ZA" b="0" dirty="0">
                <a:latin typeface="+mn-lt"/>
              </a:rPr>
              <a:t> </a:t>
            </a:r>
            <a:r>
              <a:rPr lang="en-ZA" b="0" dirty="0" err="1">
                <a:latin typeface="+mn-lt"/>
              </a:rPr>
              <a:t>toepassing</a:t>
            </a:r>
            <a:r>
              <a:rPr lang="en-ZA" b="0" dirty="0">
                <a:latin typeface="+mn-lt"/>
              </a:rPr>
              <a:t> </a:t>
            </a:r>
            <a:r>
              <a:rPr lang="en-ZA" b="0" dirty="0" err="1">
                <a:latin typeface="+mn-lt"/>
              </a:rPr>
              <a:t>wat</a:t>
            </a:r>
            <a:r>
              <a:rPr lang="en-ZA" b="0" dirty="0">
                <a:latin typeface="+mn-lt"/>
              </a:rPr>
              <a:t> </a:t>
            </a:r>
            <a:r>
              <a:rPr lang="en-ZA" b="0" dirty="0">
                <a:solidFill>
                  <a:srgbClr val="FF0000"/>
                </a:solidFill>
                <a:latin typeface="+mn-lt"/>
              </a:rPr>
              <a:t>net </a:t>
            </a:r>
            <a:r>
              <a:rPr lang="en-ZA" b="0" dirty="0" err="1">
                <a:solidFill>
                  <a:srgbClr val="FF0000"/>
                </a:solidFill>
                <a:latin typeface="+mn-lt"/>
              </a:rPr>
              <a:t>oor</a:t>
            </a:r>
            <a:r>
              <a:rPr lang="en-ZA" b="0" dirty="0">
                <a:solidFill>
                  <a:srgbClr val="FF0000"/>
                </a:solidFill>
                <a:latin typeface="+mn-lt"/>
              </a:rPr>
              <a:t> die internet </a:t>
            </a:r>
            <a:r>
              <a:rPr lang="en-ZA" b="0" dirty="0" err="1">
                <a:solidFill>
                  <a:srgbClr val="FF0000"/>
                </a:solidFill>
                <a:latin typeface="+mn-lt"/>
              </a:rPr>
              <a:t>bereikbaar</a:t>
            </a:r>
            <a:r>
              <a:rPr lang="en-ZA" b="0" dirty="0">
                <a:solidFill>
                  <a:srgbClr val="FF0000"/>
                </a:solidFill>
                <a:latin typeface="+mn-lt"/>
              </a:rPr>
              <a:t> is </a:t>
            </a:r>
            <a:r>
              <a:rPr lang="en-ZA" b="0" dirty="0">
                <a:latin typeface="+mn-lt"/>
              </a:rPr>
              <a:t>en </a:t>
            </a:r>
            <a:r>
              <a:rPr lang="en-ZA" b="0" dirty="0" err="1">
                <a:latin typeface="+mn-lt"/>
              </a:rPr>
              <a:t>nie</a:t>
            </a:r>
            <a:r>
              <a:rPr lang="en-ZA" b="0" dirty="0">
                <a:latin typeface="+mn-lt"/>
              </a:rPr>
              <a:t> op </a:t>
            </a:r>
            <a:r>
              <a:rPr lang="en-ZA" b="0" dirty="0" err="1">
                <a:latin typeface="+mn-lt"/>
              </a:rPr>
              <a:t>jou</a:t>
            </a:r>
            <a:r>
              <a:rPr lang="en-ZA" b="0" dirty="0">
                <a:latin typeface="+mn-lt"/>
              </a:rPr>
              <a:t> </a:t>
            </a:r>
            <a:r>
              <a:rPr lang="en-ZA" b="0" dirty="0" err="1">
                <a:latin typeface="+mn-lt"/>
              </a:rPr>
              <a:t>plaaslike</a:t>
            </a:r>
            <a:r>
              <a:rPr lang="en-ZA" b="0" dirty="0">
                <a:latin typeface="+mn-lt"/>
              </a:rPr>
              <a:t> </a:t>
            </a:r>
            <a:r>
              <a:rPr lang="en-ZA" b="0" dirty="0" err="1">
                <a:latin typeface="+mn-lt"/>
              </a:rPr>
              <a:t>rekenaar</a:t>
            </a:r>
            <a:r>
              <a:rPr lang="en-ZA" b="0" dirty="0">
                <a:latin typeface="+mn-lt"/>
              </a:rPr>
              <a:t> </a:t>
            </a:r>
            <a:r>
              <a:rPr lang="en-ZA" b="0" dirty="0" err="1">
                <a:latin typeface="+mn-lt"/>
              </a:rPr>
              <a:t>gestoor</a:t>
            </a:r>
            <a:r>
              <a:rPr lang="en-ZA" b="0" dirty="0">
                <a:latin typeface="+mn-lt"/>
              </a:rPr>
              <a:t> kan word </a:t>
            </a:r>
            <a:r>
              <a:rPr lang="en-ZA" b="0" dirty="0" err="1">
                <a:latin typeface="+mn-lt"/>
              </a:rPr>
              <a:t>nie</a:t>
            </a:r>
            <a:endParaRPr lang="en-ZA" b="0" dirty="0">
              <a:latin typeface="+mn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err="1"/>
              <a:t>Soorte</a:t>
            </a:r>
            <a:r>
              <a:rPr lang="en-ZA" dirty="0"/>
              <a:t> </a:t>
            </a:r>
            <a:r>
              <a:rPr lang="en-ZA" dirty="0" err="1"/>
              <a:t>webwerwe</a:t>
            </a:r>
            <a:endParaRPr lang="en-ZA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3413897"/>
            <a:ext cx="3219450" cy="141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0613" y="4941169"/>
            <a:ext cx="4435823" cy="1284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11" name="Action Button: Home 9">
            <a:hlinkClick r:id="rId5" action="ppaction://hlinksldjump" highlightClick="1"/>
          </p:cNvPr>
          <p:cNvSpPr/>
          <p:nvPr/>
        </p:nvSpPr>
        <p:spPr bwMode="auto">
          <a:xfrm>
            <a:off x="8481214" y="6286307"/>
            <a:ext cx="642911" cy="564262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225" y="1454092"/>
            <a:ext cx="8459598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2800" dirty="0" err="1">
                <a:latin typeface="+mj-lt"/>
              </a:rPr>
              <a:t>Webtoepassings</a:t>
            </a:r>
            <a:endParaRPr lang="en-US" sz="2800" dirty="0">
              <a:latin typeface="+mj-lt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20" name="Rectangle 19"/>
          <p:cNvSpPr/>
          <p:nvPr/>
        </p:nvSpPr>
        <p:spPr>
          <a:xfrm>
            <a:off x="423867" y="2191154"/>
            <a:ext cx="7454632" cy="25391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lang="en-ZA" sz="2200" b="0" dirty="0" err="1">
                <a:latin typeface="+mn-lt"/>
              </a:rPr>
              <a:t>Webwerf</a:t>
            </a:r>
            <a:r>
              <a:rPr lang="en-ZA" sz="2200" b="0" dirty="0">
                <a:latin typeface="+mn-lt"/>
              </a:rPr>
              <a:t> of </a:t>
            </a:r>
            <a:r>
              <a:rPr lang="en-ZA" sz="2200" b="0" dirty="0" err="1">
                <a:latin typeface="+mn-lt"/>
              </a:rPr>
              <a:t>toepassing</a:t>
            </a:r>
            <a:r>
              <a:rPr lang="en-ZA" sz="2200" b="0" dirty="0">
                <a:latin typeface="+mn-lt"/>
              </a:rPr>
              <a:t> </a:t>
            </a:r>
            <a:r>
              <a:rPr lang="en-ZA" sz="2200" b="0" dirty="0" err="1">
                <a:latin typeface="+mn-lt"/>
              </a:rPr>
              <a:t>wat</a:t>
            </a:r>
            <a:r>
              <a:rPr lang="en-ZA" sz="2200" b="0" dirty="0">
                <a:latin typeface="+mn-lt"/>
              </a:rPr>
              <a:t> verskillende webinhoude (</a:t>
            </a:r>
            <a:r>
              <a:rPr lang="en-ZA" sz="2200" b="0" dirty="0" err="1">
                <a:latin typeface="+mn-lt"/>
              </a:rPr>
              <a:t>bv</a:t>
            </a:r>
            <a:r>
              <a:rPr lang="en-ZA" sz="2200" b="0" dirty="0">
                <a:latin typeface="+mn-lt"/>
              </a:rPr>
              <a:t>. </a:t>
            </a:r>
            <a:r>
              <a:rPr lang="en-ZA" sz="2200" b="0" dirty="0" err="1">
                <a:latin typeface="+mn-lt"/>
              </a:rPr>
              <a:t>nuus</a:t>
            </a:r>
            <a:r>
              <a:rPr lang="en-ZA" sz="2200" b="0" dirty="0">
                <a:latin typeface="+mn-lt"/>
              </a:rPr>
              <a:t>, </a:t>
            </a:r>
            <a:r>
              <a:rPr lang="en-ZA" sz="2200" b="0" dirty="0" err="1">
                <a:latin typeface="+mn-lt"/>
              </a:rPr>
              <a:t>weer</a:t>
            </a:r>
            <a:r>
              <a:rPr lang="en-ZA" sz="2200" b="0" dirty="0">
                <a:latin typeface="+mn-lt"/>
              </a:rPr>
              <a:t>, fliekresensies) van verskillende </a:t>
            </a:r>
            <a:r>
              <a:rPr lang="en-ZA" sz="2200" b="0" dirty="0" err="1">
                <a:latin typeface="+mn-lt"/>
              </a:rPr>
              <a:t>aanlyn</a:t>
            </a:r>
            <a:r>
              <a:rPr lang="en-ZA" sz="2200" b="0" dirty="0">
                <a:latin typeface="+mn-lt"/>
              </a:rPr>
              <a:t> </a:t>
            </a:r>
            <a:r>
              <a:rPr lang="en-ZA" sz="2200" b="0" dirty="0" err="1">
                <a:latin typeface="+mn-lt"/>
              </a:rPr>
              <a:t>bronne</a:t>
            </a:r>
            <a:r>
              <a:rPr lang="en-ZA" sz="2200" b="0" dirty="0">
                <a:latin typeface="+mn-lt"/>
              </a:rPr>
              <a:t> </a:t>
            </a:r>
            <a:r>
              <a:rPr lang="en-ZA" sz="2200" b="0" dirty="0" err="1">
                <a:latin typeface="+mn-lt"/>
              </a:rPr>
              <a:t>versamel</a:t>
            </a:r>
            <a:endParaRPr lang="en-ZA" sz="2200" b="0" dirty="0">
              <a:latin typeface="+mn-lt"/>
            </a:endParaRPr>
          </a:p>
          <a:p>
            <a:r>
              <a:rPr lang="en-ZA" dirty="0">
                <a:latin typeface="+mn-lt"/>
              </a:rPr>
              <a:t>Twee </a:t>
            </a:r>
            <a:r>
              <a:rPr lang="en-ZA" dirty="0" err="1">
                <a:latin typeface="+mn-lt"/>
              </a:rPr>
              <a:t>hoofsoorte</a:t>
            </a:r>
            <a:r>
              <a:rPr lang="en-ZA" dirty="0">
                <a:latin typeface="+mn-lt"/>
              </a:rPr>
              <a:t>:</a:t>
            </a:r>
          </a:p>
          <a:p>
            <a:pPr marL="540000" lvl="1" indent="-342900">
              <a:buFont typeface="Arial" panose="020B0604020202020204" pitchFamily="34" charset="0"/>
              <a:buChar char="•"/>
            </a:pPr>
            <a:r>
              <a:rPr lang="en-ZA" b="0" dirty="0">
                <a:latin typeface="+mn-lt"/>
              </a:rPr>
              <a:t>1</a:t>
            </a:r>
            <a:r>
              <a:rPr lang="en-ZA" b="0" baseline="30000" dirty="0">
                <a:latin typeface="+mn-lt"/>
              </a:rPr>
              <a:t>ste</a:t>
            </a:r>
            <a:r>
              <a:rPr lang="en-ZA" b="0" dirty="0">
                <a:latin typeface="+mn-lt"/>
              </a:rPr>
              <a:t> </a:t>
            </a:r>
            <a:r>
              <a:rPr lang="en-ZA" b="0" dirty="0" err="1">
                <a:latin typeface="+mn-lt"/>
              </a:rPr>
              <a:t>soort</a:t>
            </a:r>
            <a:r>
              <a:rPr lang="en-ZA" b="0" dirty="0">
                <a:latin typeface="+mn-lt"/>
              </a:rPr>
              <a:t> </a:t>
            </a:r>
            <a:r>
              <a:rPr lang="en-ZA" b="0" dirty="0" err="1">
                <a:latin typeface="+mn-lt"/>
              </a:rPr>
              <a:t>versamel</a:t>
            </a:r>
            <a:r>
              <a:rPr lang="en-ZA" b="0" dirty="0">
                <a:latin typeface="+mn-lt"/>
              </a:rPr>
              <a:t> </a:t>
            </a:r>
            <a:r>
              <a:rPr lang="en-ZA" b="0" dirty="0" err="1">
                <a:latin typeface="+mn-lt"/>
              </a:rPr>
              <a:t>inligting</a:t>
            </a:r>
            <a:r>
              <a:rPr lang="en-ZA" b="0" dirty="0">
                <a:latin typeface="+mn-lt"/>
              </a:rPr>
              <a:t> van verskillende </a:t>
            </a:r>
            <a:r>
              <a:rPr lang="en-ZA" b="0" dirty="0" err="1">
                <a:latin typeface="+mn-lt"/>
              </a:rPr>
              <a:t>bronne</a:t>
            </a:r>
            <a:r>
              <a:rPr lang="en-ZA" b="0" dirty="0">
                <a:latin typeface="+mn-lt"/>
              </a:rPr>
              <a:t> en </a:t>
            </a:r>
            <a:r>
              <a:rPr lang="en-ZA" b="0" dirty="0" err="1">
                <a:latin typeface="+mn-lt"/>
              </a:rPr>
              <a:t>vertoon</a:t>
            </a:r>
            <a:r>
              <a:rPr lang="en-ZA" b="0" dirty="0">
                <a:latin typeface="+mn-lt"/>
              </a:rPr>
              <a:t> dit op </a:t>
            </a:r>
            <a:r>
              <a:rPr lang="en-ZA" b="0" dirty="0" err="1">
                <a:latin typeface="+mn-lt"/>
              </a:rPr>
              <a:t>sy</a:t>
            </a:r>
            <a:r>
              <a:rPr lang="en-ZA" b="0" dirty="0">
                <a:latin typeface="+mn-lt"/>
              </a:rPr>
              <a:t> </a:t>
            </a:r>
            <a:r>
              <a:rPr lang="en-ZA" b="0" dirty="0" err="1">
                <a:latin typeface="+mn-lt"/>
              </a:rPr>
              <a:t>eie</a:t>
            </a:r>
            <a:r>
              <a:rPr lang="en-ZA" b="0" dirty="0">
                <a:latin typeface="+mn-lt"/>
              </a:rPr>
              <a:t> </a:t>
            </a:r>
            <a:r>
              <a:rPr lang="en-ZA" b="0" dirty="0" err="1">
                <a:latin typeface="+mn-lt"/>
              </a:rPr>
              <a:t>webwerf</a:t>
            </a:r>
            <a:r>
              <a:rPr lang="en-ZA" b="0" dirty="0">
                <a:latin typeface="+mn-lt"/>
              </a:rPr>
              <a:t>, </a:t>
            </a:r>
            <a:r>
              <a:rPr lang="en-ZA" b="0" dirty="0" err="1">
                <a:latin typeface="+mn-lt"/>
              </a:rPr>
              <a:t>bv</a:t>
            </a:r>
            <a:r>
              <a:rPr lang="en-ZA" b="0" dirty="0">
                <a:latin typeface="+mn-lt"/>
              </a:rPr>
              <a:t>. IMDb, Rotten Tomatoes</a:t>
            </a:r>
          </a:p>
          <a:p>
            <a:pPr marL="540000" lvl="1" indent="-342900">
              <a:buFont typeface="Arial" panose="020B0604020202020204" pitchFamily="34" charset="0"/>
              <a:buChar char="•"/>
            </a:pPr>
            <a:r>
              <a:rPr lang="en-ZA" b="0" dirty="0">
                <a:latin typeface="+mn-lt"/>
              </a:rPr>
              <a:t>2</a:t>
            </a:r>
            <a:r>
              <a:rPr lang="en-ZA" b="0" baseline="30000" dirty="0">
                <a:latin typeface="+mn-lt"/>
              </a:rPr>
              <a:t>de</a:t>
            </a:r>
            <a:r>
              <a:rPr lang="en-ZA" b="0" dirty="0">
                <a:latin typeface="+mn-lt"/>
              </a:rPr>
              <a:t> </a:t>
            </a:r>
            <a:r>
              <a:rPr lang="en-ZA" b="0" dirty="0" err="1">
                <a:latin typeface="+mn-lt"/>
              </a:rPr>
              <a:t>soort</a:t>
            </a:r>
            <a:r>
              <a:rPr lang="en-ZA" b="0" dirty="0">
                <a:latin typeface="+mn-lt"/>
              </a:rPr>
              <a:t> </a:t>
            </a:r>
            <a:r>
              <a:rPr lang="en-ZA" b="0" dirty="0" err="1">
                <a:latin typeface="+mn-lt"/>
              </a:rPr>
              <a:t>versamel</a:t>
            </a:r>
            <a:r>
              <a:rPr lang="en-ZA" b="0" dirty="0">
                <a:latin typeface="+mn-lt"/>
              </a:rPr>
              <a:t> </a:t>
            </a:r>
            <a:r>
              <a:rPr lang="en-ZA" b="0" dirty="0" err="1">
                <a:latin typeface="+mn-lt"/>
              </a:rPr>
              <a:t>inligting</a:t>
            </a:r>
            <a:r>
              <a:rPr lang="en-ZA" b="0" dirty="0">
                <a:latin typeface="+mn-lt"/>
              </a:rPr>
              <a:t> van verskillende </a:t>
            </a:r>
            <a:r>
              <a:rPr lang="en-ZA" b="0" dirty="0" err="1">
                <a:latin typeface="+mn-lt"/>
              </a:rPr>
              <a:t>bronne</a:t>
            </a:r>
            <a:r>
              <a:rPr lang="en-ZA" b="0" dirty="0">
                <a:latin typeface="+mn-lt"/>
              </a:rPr>
              <a:t> en </a:t>
            </a:r>
            <a:r>
              <a:rPr lang="en-ZA" b="0" dirty="0" err="1">
                <a:latin typeface="+mn-lt"/>
              </a:rPr>
              <a:t>versprei</a:t>
            </a:r>
            <a:r>
              <a:rPr lang="en-ZA" b="0" dirty="0">
                <a:latin typeface="+mn-lt"/>
              </a:rPr>
              <a:t> dit </a:t>
            </a:r>
            <a:r>
              <a:rPr lang="en-ZA" b="0" dirty="0" err="1">
                <a:latin typeface="+mn-lt"/>
              </a:rPr>
              <a:t>volgens</a:t>
            </a:r>
            <a:r>
              <a:rPr lang="en-ZA" b="0" dirty="0">
                <a:latin typeface="+mn-lt"/>
              </a:rPr>
              <a:t> </a:t>
            </a:r>
            <a:r>
              <a:rPr lang="en-ZA" b="0" dirty="0" err="1">
                <a:latin typeface="+mn-lt"/>
              </a:rPr>
              <a:t>intekenare</a:t>
            </a:r>
            <a:r>
              <a:rPr lang="en-ZA" b="0" dirty="0">
                <a:latin typeface="+mn-lt"/>
              </a:rPr>
              <a:t> se </a:t>
            </a:r>
            <a:r>
              <a:rPr lang="en-ZA" b="0" dirty="0" err="1">
                <a:latin typeface="+mn-lt"/>
              </a:rPr>
              <a:t>behoeftes</a:t>
            </a:r>
            <a:r>
              <a:rPr lang="en-ZA" b="0" dirty="0">
                <a:latin typeface="+mn-lt"/>
              </a:rPr>
              <a:t> – </a:t>
            </a:r>
            <a:r>
              <a:rPr lang="en-ZA" b="0" dirty="0" err="1">
                <a:latin typeface="+mn-lt"/>
              </a:rPr>
              <a:t>bv</a:t>
            </a:r>
            <a:r>
              <a:rPr lang="en-ZA" b="0" dirty="0">
                <a:latin typeface="+mn-lt"/>
              </a:rPr>
              <a:t>. Flipboard, Feedly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err="1"/>
              <a:t>Soorte</a:t>
            </a:r>
            <a:r>
              <a:rPr lang="en-ZA" dirty="0"/>
              <a:t> </a:t>
            </a:r>
            <a:r>
              <a:rPr lang="en-ZA" dirty="0" err="1"/>
              <a:t>webwerwe</a:t>
            </a:r>
            <a:endParaRPr lang="en-ZA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46" b="11815"/>
          <a:stretch/>
        </p:blipFill>
        <p:spPr bwMode="auto">
          <a:xfrm>
            <a:off x="2750465" y="4935040"/>
            <a:ext cx="2143125" cy="17281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815" y="4919219"/>
            <a:ext cx="1921295" cy="919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217" b="22747"/>
          <a:stretch/>
        </p:blipFill>
        <p:spPr bwMode="auto">
          <a:xfrm>
            <a:off x="4469121" y="4797152"/>
            <a:ext cx="2365997" cy="7837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80" t="7028" r="5907" b="11795"/>
          <a:stretch/>
        </p:blipFill>
        <p:spPr bwMode="auto">
          <a:xfrm>
            <a:off x="5652120" y="5545919"/>
            <a:ext cx="2304256" cy="97648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12" name="Action Button: Home 9">
            <a:hlinkClick r:id="rId7" action="ppaction://hlinksldjump" highlightClick="1"/>
          </p:cNvPr>
          <p:cNvSpPr/>
          <p:nvPr/>
        </p:nvSpPr>
        <p:spPr bwMode="auto">
          <a:xfrm>
            <a:off x="8481214" y="6286307"/>
            <a:ext cx="642911" cy="564262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225" y="1454092"/>
            <a:ext cx="8459598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2800" dirty="0" err="1">
                <a:latin typeface="+mj-lt"/>
              </a:rPr>
              <a:t>Inhoudsversamelaars</a:t>
            </a:r>
            <a:endParaRPr lang="en-US" sz="2800" dirty="0">
              <a:latin typeface="+mj-lt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8" name="Line 8"/>
          <p:cNvSpPr>
            <a:spLocks noChangeShapeType="1"/>
          </p:cNvSpPr>
          <p:nvPr/>
        </p:nvSpPr>
        <p:spPr bwMode="auto">
          <a:xfrm flipH="1">
            <a:off x="3132138" y="5516563"/>
            <a:ext cx="1439862" cy="504825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>
              <a:latin typeface="+mj-lt"/>
            </a:endParaRPr>
          </a:p>
        </p:txBody>
      </p:sp>
      <p:sp>
        <p:nvSpPr>
          <p:cNvPr id="35849" name="Line 9"/>
          <p:cNvSpPr>
            <a:spLocks noChangeShapeType="1"/>
          </p:cNvSpPr>
          <p:nvPr/>
        </p:nvSpPr>
        <p:spPr bwMode="auto">
          <a:xfrm flipH="1" flipV="1">
            <a:off x="3708400" y="4149725"/>
            <a:ext cx="792163" cy="1295400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>
              <a:latin typeface="+mj-lt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09798" y="798362"/>
            <a:ext cx="3057599" cy="799907"/>
          </a:xfrm>
        </p:spPr>
        <p:txBody>
          <a:bodyPr/>
          <a:lstStyle/>
          <a:p>
            <a:r>
              <a:rPr lang="en-ZA" dirty="0" err="1"/>
              <a:t>Aktiwiteit</a:t>
            </a:r>
            <a:r>
              <a:rPr lang="en-ZA" dirty="0"/>
              <a:t> 1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763" y="3724275"/>
            <a:ext cx="2139950" cy="2146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4" cstate="print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26101" y="1769256"/>
            <a:ext cx="3397732" cy="1440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5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0791" y="1507982"/>
            <a:ext cx="3133292" cy="19627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6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7437" y="4176688"/>
            <a:ext cx="1241473" cy="12414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/>
          <p:cNvPicPr/>
          <p:nvPr/>
        </p:nvPicPr>
        <p:blipFill>
          <a:blip r:embed="rId7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178" y="3978738"/>
            <a:ext cx="1656184" cy="163737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A856B-5D0F-40E0-906E-B87E535B8E93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12" name="Action Button: Home 9">
            <a:hlinkClick r:id="rId8" action="ppaction://hlinksldjump" highlightClick="1"/>
          </p:cNvPr>
          <p:cNvSpPr/>
          <p:nvPr/>
        </p:nvSpPr>
        <p:spPr bwMode="auto">
          <a:xfrm>
            <a:off x="8481214" y="6286307"/>
            <a:ext cx="642911" cy="564262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20" name="Rectangle 19"/>
          <p:cNvSpPr/>
          <p:nvPr/>
        </p:nvSpPr>
        <p:spPr>
          <a:xfrm>
            <a:off x="560478" y="2297654"/>
            <a:ext cx="7413443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ZA" sz="2200" b="0">
                <a:latin typeface="+mn-lt"/>
              </a:rPr>
              <a:t>Toepassingsprogram </a:t>
            </a:r>
            <a:r>
              <a:rPr lang="en-ZA" sz="2200" b="0" dirty="0" err="1">
                <a:latin typeface="+mn-lt"/>
              </a:rPr>
              <a:t>wat</a:t>
            </a:r>
            <a:r>
              <a:rPr lang="en-ZA" sz="2200" b="0" dirty="0">
                <a:latin typeface="+mn-lt"/>
              </a:rPr>
              <a:t> </a:t>
            </a:r>
            <a:r>
              <a:rPr lang="en-ZA" sz="2200" b="0" dirty="0" err="1">
                <a:latin typeface="+mn-lt"/>
              </a:rPr>
              <a:t>mens</a:t>
            </a:r>
            <a:r>
              <a:rPr lang="en-ZA" sz="2200" b="0" dirty="0">
                <a:latin typeface="+mn-lt"/>
              </a:rPr>
              <a:t> in </a:t>
            </a:r>
            <a:r>
              <a:rPr lang="en-ZA" sz="2200" b="0" dirty="0" err="1">
                <a:latin typeface="+mn-lt"/>
              </a:rPr>
              <a:t>staat</a:t>
            </a:r>
            <a:r>
              <a:rPr lang="en-ZA" sz="2200" b="0" dirty="0">
                <a:latin typeface="+mn-lt"/>
              </a:rPr>
              <a:t> </a:t>
            </a:r>
            <a:r>
              <a:rPr lang="en-ZA" sz="2200" b="0" dirty="0" err="1">
                <a:latin typeface="+mn-lt"/>
              </a:rPr>
              <a:t>stel</a:t>
            </a:r>
            <a:r>
              <a:rPr lang="en-ZA" sz="2200" b="0" dirty="0">
                <a:latin typeface="+mn-lt"/>
              </a:rPr>
              <a:t> </a:t>
            </a:r>
            <a:r>
              <a:rPr lang="en-ZA" sz="2200" b="0" dirty="0" err="1">
                <a:latin typeface="+mn-lt"/>
              </a:rPr>
              <a:t>om</a:t>
            </a:r>
            <a:r>
              <a:rPr lang="en-ZA" sz="2200" b="0" dirty="0">
                <a:latin typeface="+mn-lt"/>
              </a:rPr>
              <a:t> na </a:t>
            </a:r>
            <a:r>
              <a:rPr lang="en-ZA" sz="2200" b="0" dirty="0" err="1">
                <a:latin typeface="+mn-lt"/>
              </a:rPr>
              <a:t>webblaaie</a:t>
            </a:r>
            <a:r>
              <a:rPr lang="en-ZA" sz="2200" b="0" dirty="0">
                <a:latin typeface="+mn-lt"/>
              </a:rPr>
              <a:t> op </a:t>
            </a:r>
            <a:r>
              <a:rPr lang="en-ZA" sz="2200" b="0">
                <a:latin typeface="+mn-lt"/>
              </a:rPr>
              <a:t>die web </a:t>
            </a:r>
            <a:r>
              <a:rPr lang="en-ZA" sz="2200" b="0" dirty="0" err="1">
                <a:latin typeface="+mn-lt"/>
              </a:rPr>
              <a:t>te</a:t>
            </a:r>
            <a:r>
              <a:rPr lang="en-ZA" sz="2200" b="0" dirty="0">
                <a:latin typeface="+mn-lt"/>
              </a:rPr>
              <a:t> kyk </a:t>
            </a:r>
            <a:r>
              <a:rPr lang="en-ZA" sz="2200" b="0" dirty="0" err="1">
                <a:latin typeface="+mn-lt"/>
              </a:rPr>
              <a:t>deur</a:t>
            </a:r>
            <a:r>
              <a:rPr lang="en-ZA" sz="2200" b="0" dirty="0">
                <a:latin typeface="+mn-lt"/>
              </a:rPr>
              <a:t> </a:t>
            </a:r>
            <a:r>
              <a:rPr lang="en-ZA" sz="2200" b="0" dirty="0" err="1">
                <a:latin typeface="+mn-lt"/>
              </a:rPr>
              <a:t>hiperskakels</a:t>
            </a:r>
            <a:r>
              <a:rPr lang="en-ZA" sz="2200" b="0" dirty="0">
                <a:latin typeface="+mn-lt"/>
              </a:rPr>
              <a:t> of </a:t>
            </a:r>
            <a:r>
              <a:rPr lang="en-ZA" sz="2200" b="0" dirty="0" err="1">
                <a:latin typeface="+mn-lt"/>
              </a:rPr>
              <a:t>deur</a:t>
            </a:r>
            <a:r>
              <a:rPr lang="en-ZA" sz="2200" b="0" dirty="0">
                <a:latin typeface="+mn-lt"/>
              </a:rPr>
              <a:t> die </a:t>
            </a:r>
            <a:r>
              <a:rPr lang="en-ZA" sz="2200" b="0" dirty="0" err="1">
                <a:latin typeface="+mn-lt"/>
              </a:rPr>
              <a:t>adres</a:t>
            </a:r>
            <a:r>
              <a:rPr lang="en-ZA" sz="2200" b="0" dirty="0">
                <a:latin typeface="+mn-lt"/>
              </a:rPr>
              <a:t> in die </a:t>
            </a:r>
            <a:r>
              <a:rPr lang="en-ZA" sz="2200" b="0" dirty="0" err="1">
                <a:latin typeface="+mn-lt"/>
              </a:rPr>
              <a:t>adresbalkie</a:t>
            </a:r>
            <a:r>
              <a:rPr lang="en-ZA" sz="2200" b="0" dirty="0">
                <a:latin typeface="+mn-lt"/>
              </a:rPr>
              <a:t> van die </a:t>
            </a:r>
            <a:r>
              <a:rPr lang="en-ZA" sz="2200" b="0" dirty="0" err="1">
                <a:latin typeface="+mn-lt"/>
              </a:rPr>
              <a:t>webblaaier</a:t>
            </a:r>
            <a:r>
              <a:rPr lang="en-ZA" sz="2200" b="0" dirty="0">
                <a:latin typeface="+mn-lt"/>
              </a:rPr>
              <a:t> in </a:t>
            </a:r>
            <a:r>
              <a:rPr lang="en-ZA" sz="2200" b="0" dirty="0" err="1">
                <a:latin typeface="+mn-lt"/>
              </a:rPr>
              <a:t>te</a:t>
            </a:r>
            <a:r>
              <a:rPr lang="en-ZA" sz="2200" b="0" dirty="0">
                <a:latin typeface="+mn-lt"/>
              </a:rPr>
              <a:t> </a:t>
            </a:r>
            <a:r>
              <a:rPr lang="en-ZA" sz="2200" b="0" dirty="0" err="1">
                <a:latin typeface="+mn-lt"/>
              </a:rPr>
              <a:t>tik</a:t>
            </a:r>
            <a:endParaRPr lang="en-ZA" sz="2200" b="0" dirty="0">
              <a:latin typeface="+mn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/>
              <a:t>Deurblaai en soek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9" name="Action Button: Home 9">
            <a:hlinkClick r:id="rId3" action="ppaction://hlinksldjump" highlightClick="1"/>
          </p:cNvPr>
          <p:cNvSpPr/>
          <p:nvPr/>
        </p:nvSpPr>
        <p:spPr bwMode="auto">
          <a:xfrm>
            <a:off x="8481214" y="6286307"/>
            <a:ext cx="642911" cy="564262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225" y="1454092"/>
            <a:ext cx="8459598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2800" dirty="0" err="1">
                <a:latin typeface="+mj-lt"/>
              </a:rPr>
              <a:t>Wat</a:t>
            </a:r>
            <a:r>
              <a:rPr lang="en-ZA" sz="2800" dirty="0">
                <a:latin typeface="+mj-lt"/>
              </a:rPr>
              <a:t> </a:t>
            </a:r>
            <a:r>
              <a:rPr lang="en-ZA" sz="2800">
                <a:latin typeface="+mj-lt"/>
              </a:rPr>
              <a:t>is ’n </a:t>
            </a:r>
            <a:r>
              <a:rPr lang="en-ZA" sz="2800" dirty="0" err="1">
                <a:latin typeface="+mj-lt"/>
              </a:rPr>
              <a:t>webblaaier</a:t>
            </a:r>
            <a:r>
              <a:rPr lang="en-ZA" sz="2800" dirty="0">
                <a:latin typeface="+mj-lt"/>
              </a:rPr>
              <a:t>?</a:t>
            </a:r>
            <a:endParaRPr lang="en-US" sz="2800" dirty="0">
              <a:latin typeface="+mj-lt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399" y="3750531"/>
            <a:ext cx="7715250" cy="190500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924" y="2348880"/>
            <a:ext cx="7887820" cy="24668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5" name="Rectangle 14"/>
          <p:cNvSpPr/>
          <p:nvPr/>
        </p:nvSpPr>
        <p:spPr>
          <a:xfrm>
            <a:off x="969433" y="4900333"/>
            <a:ext cx="252421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2400" b="0" dirty="0" err="1">
                <a:solidFill>
                  <a:srgbClr val="FF0000"/>
                </a:solidFill>
                <a:latin typeface="+mn-lt"/>
              </a:rPr>
              <a:t>Adres</a:t>
            </a:r>
            <a:r>
              <a:rPr lang="en-ZA" sz="2400" b="0" dirty="0">
                <a:solidFill>
                  <a:srgbClr val="FF0000"/>
                </a:solidFill>
                <a:latin typeface="+mn-lt"/>
              </a:rPr>
              <a:t>-/</a:t>
            </a:r>
            <a:r>
              <a:rPr lang="en-ZA" sz="2400" b="0" dirty="0" err="1">
                <a:solidFill>
                  <a:srgbClr val="FF0000"/>
                </a:solidFill>
                <a:latin typeface="+mn-lt"/>
              </a:rPr>
              <a:t>Soekbalkie</a:t>
            </a:r>
            <a:r>
              <a:rPr lang="en-ZA" sz="2400" b="0" dirty="0">
                <a:solidFill>
                  <a:srgbClr val="FF0000"/>
                </a:solidFill>
                <a:latin typeface="+mn-lt"/>
              </a:rPr>
              <a:t> 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49444" y="5361999"/>
            <a:ext cx="186461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2400" b="0" dirty="0">
                <a:solidFill>
                  <a:srgbClr val="7030A0"/>
                </a:solidFill>
                <a:latin typeface="+mn-lt"/>
              </a:rPr>
              <a:t>Back-knoppie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9433" y="5850910"/>
            <a:ext cx="23961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2400" b="0" dirty="0">
                <a:solidFill>
                  <a:srgbClr val="00B050"/>
                </a:solidFill>
                <a:latin typeface="+mn-lt"/>
              </a:rPr>
              <a:t>Forward-knoppie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9433" y="6300358"/>
            <a:ext cx="34453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2400" b="0" dirty="0">
                <a:solidFill>
                  <a:srgbClr val="FF0066"/>
                </a:solidFill>
                <a:latin typeface="+mn-lt"/>
              </a:rPr>
              <a:t>Refresh-/Reload-knoppie 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64525" y="4906721"/>
            <a:ext cx="20874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2400" b="0" dirty="0">
                <a:solidFill>
                  <a:srgbClr val="CC3300"/>
                </a:solidFill>
                <a:latin typeface="+mn-lt"/>
              </a:rPr>
              <a:t>Home knoppie 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64525" y="5389245"/>
            <a:ext cx="23751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2400" b="0" dirty="0">
                <a:solidFill>
                  <a:srgbClr val="FF9900"/>
                </a:solidFill>
                <a:latin typeface="+mn-lt"/>
              </a:rPr>
              <a:t>Tabbed browsing </a:t>
            </a:r>
          </a:p>
        </p:txBody>
      </p:sp>
      <p:sp>
        <p:nvSpPr>
          <p:cNvPr id="24" name="Rounded Rectangle 23"/>
          <p:cNvSpPr/>
          <p:nvPr/>
        </p:nvSpPr>
        <p:spPr bwMode="auto">
          <a:xfrm>
            <a:off x="1309115" y="2759341"/>
            <a:ext cx="2934018" cy="204141"/>
          </a:xfrm>
          <a:prstGeom prst="round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25" name="Rounded Rectangle 24"/>
          <p:cNvSpPr/>
          <p:nvPr/>
        </p:nvSpPr>
        <p:spPr bwMode="auto">
          <a:xfrm>
            <a:off x="376944" y="2646946"/>
            <a:ext cx="196455" cy="392909"/>
          </a:xfrm>
          <a:prstGeom prst="roundRect">
            <a:avLst>
              <a:gd name="adj" fmla="val 0"/>
            </a:avLst>
          </a:prstGeom>
          <a:noFill/>
          <a:ln w="38100" cap="flat" cmpd="sng" algn="ctr">
            <a:solidFill>
              <a:srgbClr val="7030A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26" name="Rounded Rectangle 25"/>
          <p:cNvSpPr/>
          <p:nvPr/>
        </p:nvSpPr>
        <p:spPr bwMode="auto">
          <a:xfrm>
            <a:off x="604632" y="2647144"/>
            <a:ext cx="188710" cy="399856"/>
          </a:xfrm>
          <a:prstGeom prst="roundRect">
            <a:avLst/>
          </a:prstGeom>
          <a:noFill/>
          <a:ln w="38100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27" name="Rounded Rectangle 26"/>
          <p:cNvSpPr/>
          <p:nvPr/>
        </p:nvSpPr>
        <p:spPr bwMode="auto">
          <a:xfrm>
            <a:off x="1036751" y="2646946"/>
            <a:ext cx="218273" cy="400054"/>
          </a:xfrm>
          <a:prstGeom prst="roundRect">
            <a:avLst/>
          </a:prstGeom>
          <a:noFill/>
          <a:ln w="38100" cap="flat" cmpd="sng" algn="ctr">
            <a:solidFill>
              <a:srgbClr val="CC33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28" name="Rounded Rectangle 27"/>
          <p:cNvSpPr/>
          <p:nvPr/>
        </p:nvSpPr>
        <p:spPr bwMode="auto">
          <a:xfrm>
            <a:off x="1403648" y="2504054"/>
            <a:ext cx="1584176" cy="206607"/>
          </a:xfrm>
          <a:prstGeom prst="roundRect">
            <a:avLst>
              <a:gd name="adj" fmla="val 0"/>
            </a:avLst>
          </a:prstGeom>
          <a:noFill/>
          <a:ln w="38100" cap="flat" cmpd="sng" algn="ctr">
            <a:solidFill>
              <a:srgbClr val="FFC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29" name="Rounded Rectangle 28"/>
          <p:cNvSpPr/>
          <p:nvPr/>
        </p:nvSpPr>
        <p:spPr bwMode="auto">
          <a:xfrm>
            <a:off x="832125" y="2646946"/>
            <a:ext cx="190513" cy="400054"/>
          </a:xfrm>
          <a:prstGeom prst="roundRect">
            <a:avLst/>
          </a:prstGeom>
          <a:noFill/>
          <a:ln w="38100" cap="flat" cmpd="sng" algn="ctr">
            <a:solidFill>
              <a:srgbClr val="FF0066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30" name="Rounded Rectangle 29"/>
          <p:cNvSpPr/>
          <p:nvPr/>
        </p:nvSpPr>
        <p:spPr bwMode="auto">
          <a:xfrm>
            <a:off x="7468456" y="2650132"/>
            <a:ext cx="251173" cy="399856"/>
          </a:xfrm>
          <a:prstGeom prst="roundRect">
            <a:avLst/>
          </a:prstGeom>
          <a:noFill/>
          <a:ln w="38100" cap="flat" cmpd="sng" algn="ctr">
            <a:solidFill>
              <a:srgbClr val="0033CC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4576704" y="5823664"/>
            <a:ext cx="297703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2400" b="0" dirty="0">
                <a:solidFill>
                  <a:srgbClr val="0033CC"/>
                </a:solidFill>
                <a:latin typeface="+mn-lt"/>
              </a:rPr>
              <a:t>Bookmarks/Favourites</a:t>
            </a:r>
          </a:p>
        </p:txBody>
      </p:sp>
      <p:sp>
        <p:nvSpPr>
          <p:cNvPr id="32" name="Rounded Rectangle 31"/>
          <p:cNvSpPr/>
          <p:nvPr/>
        </p:nvSpPr>
        <p:spPr bwMode="auto">
          <a:xfrm>
            <a:off x="7971571" y="2650132"/>
            <a:ext cx="251173" cy="399856"/>
          </a:xfrm>
          <a:prstGeom prst="roundRect">
            <a:avLst/>
          </a:prstGeom>
          <a:noFill/>
          <a:ln w="38100" cap="flat" cmpd="sng" algn="ctr">
            <a:solidFill>
              <a:srgbClr val="0033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4564525" y="6270383"/>
            <a:ext cx="22347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2400" b="0" dirty="0">
                <a:solidFill>
                  <a:srgbClr val="003300"/>
                </a:solidFill>
                <a:latin typeface="+mn-lt"/>
              </a:rPr>
              <a:t>Customise/Tools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/>
              <a:t>Deurblaai en soek</a:t>
            </a:r>
            <a:endParaRPr lang="en-ZA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35" name="Action Button: Home 9">
            <a:hlinkClick r:id="rId4" action="ppaction://hlinksldjump" highlightClick="1"/>
          </p:cNvPr>
          <p:cNvSpPr/>
          <p:nvPr/>
        </p:nvSpPr>
        <p:spPr bwMode="auto">
          <a:xfrm>
            <a:off x="8481214" y="6286307"/>
            <a:ext cx="642911" cy="564262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1225" y="1454092"/>
            <a:ext cx="8459598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2800" dirty="0" err="1">
                <a:latin typeface="+mj-lt"/>
              </a:rPr>
              <a:t>Kenmerke</a:t>
            </a:r>
            <a:r>
              <a:rPr lang="en-ZA" sz="2800" dirty="0">
                <a:latin typeface="+mj-lt"/>
              </a:rPr>
              <a:t> van </a:t>
            </a:r>
            <a:r>
              <a:rPr lang="en-ZA" sz="2800" dirty="0" err="1">
                <a:latin typeface="+mj-lt"/>
              </a:rPr>
              <a:t>webblaaiers</a:t>
            </a:r>
            <a:endParaRPr lang="en-US" sz="2800" dirty="0">
              <a:latin typeface="+mj-lt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  <p:bldP spid="18" grpId="0"/>
      <p:bldP spid="21" grpId="0"/>
      <p:bldP spid="22" grpId="0"/>
      <p:bldP spid="23" grpId="0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/>
      <p:bldP spid="32" grpId="0" animBg="1"/>
      <p:bldP spid="3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30" name="Rectangle 29"/>
          <p:cNvSpPr/>
          <p:nvPr/>
        </p:nvSpPr>
        <p:spPr>
          <a:xfrm>
            <a:off x="1244157" y="2327563"/>
            <a:ext cx="6046086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ZA" sz="2200" b="0" dirty="0">
                <a:latin typeface="+mn-lt"/>
              </a:rPr>
              <a:t>Program </a:t>
            </a:r>
            <a:r>
              <a:rPr lang="en-ZA" sz="2200" b="0" dirty="0" err="1">
                <a:latin typeface="+mn-lt"/>
              </a:rPr>
              <a:t>om</a:t>
            </a:r>
            <a:r>
              <a:rPr lang="en-ZA" sz="2200" b="0" dirty="0">
                <a:latin typeface="+mn-lt"/>
              </a:rPr>
              <a:t> </a:t>
            </a:r>
            <a:r>
              <a:rPr lang="en-ZA" sz="2200" b="0" dirty="0" err="1">
                <a:latin typeface="+mn-lt"/>
              </a:rPr>
              <a:t>dokumente</a:t>
            </a:r>
            <a:r>
              <a:rPr lang="en-ZA" sz="2200" b="0" dirty="0">
                <a:latin typeface="+mn-lt"/>
              </a:rPr>
              <a:t> op die web </a:t>
            </a:r>
            <a:r>
              <a:rPr lang="en-ZA" sz="2200" b="0" dirty="0" err="1">
                <a:latin typeface="+mn-lt"/>
              </a:rPr>
              <a:t>te</a:t>
            </a:r>
            <a:r>
              <a:rPr lang="en-ZA" sz="2200" b="0" dirty="0">
                <a:latin typeface="+mn-lt"/>
              </a:rPr>
              <a:t> </a:t>
            </a:r>
            <a:r>
              <a:rPr lang="en-ZA" sz="2200" b="0" dirty="0" err="1">
                <a:latin typeface="+mn-lt"/>
              </a:rPr>
              <a:t>soek</a:t>
            </a:r>
            <a:r>
              <a:rPr lang="en-ZA" sz="2200" b="0" dirty="0">
                <a:latin typeface="+mn-lt"/>
              </a:rPr>
              <a:t> </a:t>
            </a:r>
            <a:r>
              <a:rPr lang="en-ZA" sz="2200" b="0" dirty="0" err="1">
                <a:latin typeface="+mn-lt"/>
              </a:rPr>
              <a:t>waar</a:t>
            </a:r>
            <a:r>
              <a:rPr lang="en-ZA" sz="2200" b="0" dirty="0">
                <a:latin typeface="+mn-lt"/>
              </a:rPr>
              <a:t> </a:t>
            </a:r>
            <a:r>
              <a:rPr lang="en-ZA" sz="2200" b="0" dirty="0" err="1">
                <a:latin typeface="+mn-lt"/>
              </a:rPr>
              <a:t>gebruiker</a:t>
            </a:r>
            <a:r>
              <a:rPr lang="en-ZA" sz="2200" b="0" dirty="0">
                <a:latin typeface="+mn-lt"/>
              </a:rPr>
              <a:t> </a:t>
            </a:r>
            <a:r>
              <a:rPr lang="en-ZA" sz="2200" b="0" dirty="0" err="1">
                <a:latin typeface="+mn-lt"/>
              </a:rPr>
              <a:t>sleutelwoorde</a:t>
            </a:r>
            <a:r>
              <a:rPr lang="en-ZA" sz="2200" b="0" dirty="0">
                <a:latin typeface="+mn-lt"/>
              </a:rPr>
              <a:t> of </a:t>
            </a:r>
            <a:r>
              <a:rPr lang="en-ZA" sz="2200" b="0" dirty="0" err="1">
                <a:latin typeface="+mn-lt"/>
              </a:rPr>
              <a:t>frases</a:t>
            </a:r>
            <a:r>
              <a:rPr lang="en-ZA" sz="2200" b="0" dirty="0">
                <a:latin typeface="+mn-lt"/>
              </a:rPr>
              <a:t> </a:t>
            </a:r>
            <a:r>
              <a:rPr lang="en-ZA" sz="2200" b="0" dirty="0" err="1">
                <a:latin typeface="+mn-lt"/>
              </a:rPr>
              <a:t>intik</a:t>
            </a:r>
            <a:endParaRPr lang="en-ZA" sz="2200" b="0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9" name="Action Button: Home 9">
            <a:hlinkClick r:id="rId3" action="ppaction://hlinksldjump" highlightClick="1"/>
          </p:cNvPr>
          <p:cNvSpPr/>
          <p:nvPr/>
        </p:nvSpPr>
        <p:spPr bwMode="auto">
          <a:xfrm>
            <a:off x="8481214" y="6286307"/>
            <a:ext cx="642911" cy="564262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225" y="1454092"/>
            <a:ext cx="8459598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2800" dirty="0" err="1">
                <a:latin typeface="+mj-lt"/>
              </a:rPr>
              <a:t>Wat</a:t>
            </a:r>
            <a:r>
              <a:rPr lang="en-ZA" sz="2800" dirty="0">
                <a:latin typeface="+mj-lt"/>
              </a:rPr>
              <a:t> </a:t>
            </a:r>
            <a:r>
              <a:rPr lang="en-ZA" sz="2800">
                <a:latin typeface="+mj-lt"/>
              </a:rPr>
              <a:t>is ’n </a:t>
            </a:r>
            <a:r>
              <a:rPr lang="en-ZA" sz="2800" dirty="0" err="1">
                <a:latin typeface="+mj-lt"/>
              </a:rPr>
              <a:t>soekenjin</a:t>
            </a:r>
            <a:r>
              <a:rPr lang="en-ZA" sz="2800" dirty="0">
                <a:latin typeface="+mj-lt"/>
              </a:rPr>
              <a:t>?</a:t>
            </a:r>
            <a:endParaRPr lang="en-US" sz="2800" dirty="0">
              <a:latin typeface="+mj-lt"/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</p:spPr>
        <p:txBody>
          <a:bodyPr/>
          <a:lstStyle/>
          <a:p>
            <a:r>
              <a:rPr lang="en-ZA"/>
              <a:t>Deurblaai en soek</a:t>
            </a:r>
            <a:endParaRPr lang="en-ZA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628" y="3573016"/>
            <a:ext cx="7211144" cy="1694557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30" name="Rectangle 29"/>
          <p:cNvSpPr/>
          <p:nvPr/>
        </p:nvSpPr>
        <p:spPr>
          <a:xfrm>
            <a:off x="539552" y="2564904"/>
            <a:ext cx="6779096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</a:pPr>
            <a:r>
              <a:rPr lang="en-ZA" sz="2400" b="0" dirty="0" err="1">
                <a:cs typeface="Arial" pitchFamily="34" charset="0"/>
              </a:rPr>
              <a:t>Stap</a:t>
            </a:r>
            <a:r>
              <a:rPr lang="en-ZA" sz="2400" b="0" dirty="0">
                <a:cs typeface="Arial" pitchFamily="34" charset="0"/>
              </a:rPr>
              <a:t> 1: </a:t>
            </a:r>
            <a:r>
              <a:rPr lang="en-ZA" sz="2400" b="0" dirty="0" err="1">
                <a:cs typeface="Arial" pitchFamily="34" charset="0"/>
              </a:rPr>
              <a:t>Besluit</a:t>
            </a:r>
            <a:r>
              <a:rPr lang="en-ZA" sz="2400" b="0" dirty="0">
                <a:cs typeface="Arial" pitchFamily="34" charset="0"/>
              </a:rPr>
              <a:t> </a:t>
            </a:r>
            <a:r>
              <a:rPr lang="en-ZA" sz="2400" b="0" dirty="0" err="1">
                <a:cs typeface="Arial" pitchFamily="34" charset="0"/>
              </a:rPr>
              <a:t>presies</a:t>
            </a:r>
            <a:r>
              <a:rPr lang="en-ZA" sz="2400" b="0" dirty="0">
                <a:cs typeface="Arial" pitchFamily="34" charset="0"/>
              </a:rPr>
              <a:t> </a:t>
            </a:r>
            <a:r>
              <a:rPr lang="en-ZA" sz="2400" b="0" dirty="0" err="1">
                <a:cs typeface="Arial" pitchFamily="34" charset="0"/>
              </a:rPr>
              <a:t>watter</a:t>
            </a:r>
            <a:r>
              <a:rPr lang="en-ZA" sz="2400" b="0" dirty="0">
                <a:cs typeface="Arial" pitchFamily="34" charset="0"/>
              </a:rPr>
              <a:t> </a:t>
            </a:r>
            <a:r>
              <a:rPr lang="en-ZA" sz="2400" b="0" dirty="0" err="1">
                <a:cs typeface="Arial" pitchFamily="34" charset="0"/>
              </a:rPr>
              <a:t>inligting</a:t>
            </a:r>
            <a:r>
              <a:rPr lang="en-ZA" sz="2400" b="0" dirty="0">
                <a:cs typeface="Arial" pitchFamily="34" charset="0"/>
              </a:rPr>
              <a:t> jy </a:t>
            </a:r>
            <a:r>
              <a:rPr lang="en-ZA" sz="2400" b="0" err="1">
                <a:cs typeface="Arial" pitchFamily="34" charset="0"/>
              </a:rPr>
              <a:t>wil</a:t>
            </a:r>
            <a:r>
              <a:rPr lang="en-ZA" sz="2400" b="0">
                <a:cs typeface="Arial" pitchFamily="34" charset="0"/>
              </a:rPr>
              <a:t> soek</a:t>
            </a:r>
            <a:endParaRPr lang="en-ZA" sz="2400" b="0" dirty="0">
              <a:cs typeface="Arial" pitchFamily="34" charset="0"/>
            </a:endParaRPr>
          </a:p>
          <a:p>
            <a:pPr>
              <a:spcAft>
                <a:spcPts val="2400"/>
              </a:spcAft>
            </a:pPr>
            <a:r>
              <a:rPr lang="en-ZA" sz="2400" b="0" dirty="0" err="1">
                <a:ea typeface="Calibri" pitchFamily="34" charset="0"/>
                <a:cs typeface="Arial" pitchFamily="34" charset="0"/>
              </a:rPr>
              <a:t>Stap</a:t>
            </a:r>
            <a:r>
              <a:rPr lang="en-ZA" sz="2400" b="0" dirty="0">
                <a:ea typeface="Calibri" pitchFamily="34" charset="0"/>
                <a:cs typeface="Arial" pitchFamily="34" charset="0"/>
              </a:rPr>
              <a:t> 2: </a:t>
            </a:r>
            <a:r>
              <a:rPr lang="en-ZA" sz="2400" b="0" dirty="0" err="1">
                <a:ea typeface="Calibri" pitchFamily="34" charset="0"/>
                <a:cs typeface="Arial" pitchFamily="34" charset="0"/>
              </a:rPr>
              <a:t>Identifiseer</a:t>
            </a:r>
            <a:r>
              <a:rPr lang="en-ZA" sz="2400" b="0" dirty="0">
                <a:ea typeface="Calibri" pitchFamily="34" charset="0"/>
                <a:cs typeface="Arial" pitchFamily="34" charset="0"/>
              </a:rPr>
              <a:t> </a:t>
            </a:r>
            <a:r>
              <a:rPr lang="en-ZA" sz="2400" b="0" dirty="0" err="1">
                <a:ea typeface="Calibri" pitchFamily="34" charset="0"/>
                <a:cs typeface="Arial" pitchFamily="34" charset="0"/>
              </a:rPr>
              <a:t>sleutelwoorde</a:t>
            </a:r>
            <a:endParaRPr lang="en-ZA" sz="2400" b="0" dirty="0">
              <a:ea typeface="Calibri" pitchFamily="34" charset="0"/>
              <a:cs typeface="Arial" pitchFamily="34" charset="0"/>
            </a:endParaRPr>
          </a:p>
          <a:p>
            <a:pPr>
              <a:spcAft>
                <a:spcPts val="2400"/>
              </a:spcAft>
            </a:pPr>
            <a:r>
              <a:rPr lang="en-ZA" sz="2400" b="0" dirty="0" err="1"/>
              <a:t>Stap</a:t>
            </a:r>
            <a:r>
              <a:rPr lang="en-ZA" sz="2400" b="0" dirty="0"/>
              <a:t> 3: Gebruik </a:t>
            </a:r>
            <a:r>
              <a:rPr lang="en-ZA" sz="2400" b="0" dirty="0" err="1"/>
              <a:t>sinonieme</a:t>
            </a:r>
            <a:r>
              <a:rPr lang="en-ZA" sz="2400" b="0" dirty="0"/>
              <a:t> </a:t>
            </a:r>
            <a:r>
              <a:rPr lang="en-ZA" sz="2400" b="0" dirty="0" err="1"/>
              <a:t>indien</a:t>
            </a:r>
            <a:r>
              <a:rPr lang="en-ZA" sz="2400" b="0" dirty="0"/>
              <a:t> </a:t>
            </a:r>
            <a:r>
              <a:rPr lang="en-ZA" sz="2400" b="0" dirty="0" err="1"/>
              <a:t>nodig</a:t>
            </a:r>
            <a:endParaRPr lang="en-ZA" sz="2400" b="0" dirty="0"/>
          </a:p>
          <a:p>
            <a:r>
              <a:rPr lang="en-ZA" sz="2400" b="0" dirty="0" err="1"/>
              <a:t>Stap</a:t>
            </a:r>
            <a:r>
              <a:rPr lang="en-ZA" sz="2400" b="0" dirty="0"/>
              <a:t> 4: Gebruik </a:t>
            </a:r>
            <a:r>
              <a:rPr lang="en-ZA" sz="2400" b="0" dirty="0" err="1"/>
              <a:t>gevorderde</a:t>
            </a:r>
            <a:r>
              <a:rPr lang="en-ZA" sz="2400" b="0" dirty="0"/>
              <a:t> </a:t>
            </a:r>
            <a:r>
              <a:rPr lang="en-ZA" sz="2400" b="0" dirty="0" err="1"/>
              <a:t>soekopsies</a:t>
            </a:r>
            <a:endParaRPr lang="en-ZA" sz="2400" b="0" dirty="0">
              <a:latin typeface="+mn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/>
              <a:t>Deurblaai en soek</a:t>
            </a:r>
            <a:endParaRPr lang="en-ZA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14" name="Action Button: Home 9">
            <a:hlinkClick r:id="rId3" action="ppaction://hlinksldjump" highlightClick="1"/>
          </p:cNvPr>
          <p:cNvSpPr/>
          <p:nvPr/>
        </p:nvSpPr>
        <p:spPr bwMode="auto">
          <a:xfrm>
            <a:off x="8481214" y="6286307"/>
            <a:ext cx="642911" cy="564262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225" y="1454092"/>
            <a:ext cx="8459598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2800" err="1">
                <a:latin typeface="+mj-lt"/>
              </a:rPr>
              <a:t>Suksesvolle</a:t>
            </a:r>
            <a:r>
              <a:rPr lang="en-ZA" sz="2800">
                <a:latin typeface="+mj-lt"/>
              </a:rPr>
              <a:t> soek</a:t>
            </a:r>
            <a:endParaRPr lang="en-US" sz="2800" dirty="0">
              <a:latin typeface="+mj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612732" y="5367750"/>
            <a:ext cx="525658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dirty="0" err="1"/>
              <a:t>Moenie</a:t>
            </a:r>
            <a:r>
              <a:rPr lang="en-US" dirty="0"/>
              <a:t> </a:t>
            </a:r>
            <a:r>
              <a:rPr lang="en-US" dirty="0" err="1"/>
              <a:t>vergeet</a:t>
            </a:r>
            <a:r>
              <a:rPr lang="en-US" dirty="0"/>
              <a:t> </a:t>
            </a:r>
            <a:r>
              <a:rPr lang="en-US" dirty="0" err="1"/>
              <a:t>om</a:t>
            </a:r>
            <a:r>
              <a:rPr lang="en-US" dirty="0"/>
              <a:t> </a:t>
            </a:r>
            <a:r>
              <a:rPr lang="en-US" dirty="0" err="1"/>
              <a:t>erkenning</a:t>
            </a:r>
            <a:r>
              <a:rPr lang="en-US" dirty="0"/>
              <a:t> </a:t>
            </a:r>
            <a:r>
              <a:rPr lang="en-US" dirty="0" err="1"/>
              <a:t>te</a:t>
            </a:r>
            <a:r>
              <a:rPr lang="en-US" dirty="0"/>
              <a:t> gee </a:t>
            </a:r>
            <a:r>
              <a:rPr lang="en-US" dirty="0" err="1"/>
              <a:t>nie</a:t>
            </a:r>
            <a:r>
              <a:rPr lang="en-US" dirty="0"/>
              <a:t>: die </a:t>
            </a:r>
            <a:r>
              <a:rPr lang="en-US" dirty="0">
                <a:solidFill>
                  <a:srgbClr val="FF0000"/>
                </a:solidFill>
              </a:rPr>
              <a:t>BRONNELYS</a:t>
            </a:r>
            <a:r>
              <a:rPr lang="en-US" dirty="0"/>
              <a:t> is </a:t>
            </a:r>
            <a:r>
              <a:rPr lang="en-US" dirty="0" err="1"/>
              <a:t>noodsaaklik</a:t>
            </a:r>
            <a:r>
              <a:rPr lang="en-US" dirty="0"/>
              <a:t>!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8" name="Line 8"/>
          <p:cNvSpPr>
            <a:spLocks noChangeShapeType="1"/>
          </p:cNvSpPr>
          <p:nvPr/>
        </p:nvSpPr>
        <p:spPr bwMode="auto">
          <a:xfrm flipH="1">
            <a:off x="2726503" y="5084515"/>
            <a:ext cx="1439862" cy="504825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35849" name="Line 9"/>
          <p:cNvSpPr>
            <a:spLocks noChangeShapeType="1"/>
          </p:cNvSpPr>
          <p:nvPr/>
        </p:nvSpPr>
        <p:spPr bwMode="auto">
          <a:xfrm flipH="1" flipV="1">
            <a:off x="3302765" y="3717677"/>
            <a:ext cx="792163" cy="1295400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5" name="Rectangle 4"/>
          <p:cNvSpPr/>
          <p:nvPr/>
        </p:nvSpPr>
        <p:spPr>
          <a:xfrm>
            <a:off x="3532216" y="5210036"/>
            <a:ext cx="170110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2800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Phishing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698846" y="2222575"/>
            <a:ext cx="116249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2800" dirty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</a:rPr>
              <a:t>Spam</a:t>
            </a:r>
          </a:p>
        </p:txBody>
      </p:sp>
      <p:sp>
        <p:nvSpPr>
          <p:cNvPr id="7" name="Rectangle 6"/>
          <p:cNvSpPr/>
          <p:nvPr/>
        </p:nvSpPr>
        <p:spPr>
          <a:xfrm>
            <a:off x="5246485" y="2619699"/>
            <a:ext cx="1584088" cy="523220"/>
          </a:xfrm>
          <a:prstGeom prst="rect">
            <a:avLst/>
          </a:prstGeom>
        </p:spPr>
        <p:txBody>
          <a:bodyPr wrap="none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r>
              <a:rPr lang="en-ZA" sz="2800" dirty="0">
                <a:ln>
                  <a:prstDash val="solid"/>
                </a:ln>
                <a:gradFill rotWithShape="1">
                  <a:gsLst>
                    <a:gs pos="0">
                      <a:schemeClr val="accent4">
                        <a:tint val="70000"/>
                        <a:satMod val="200000"/>
                      </a:schemeClr>
                    </a:gs>
                    <a:gs pos="40000">
                      <a:schemeClr val="accent4">
                        <a:tint val="90000"/>
                        <a:satMod val="130000"/>
                      </a:schemeClr>
                    </a:gs>
                    <a:gs pos="50000">
                      <a:schemeClr val="accent4">
                        <a:tint val="90000"/>
                        <a:satMod val="130000"/>
                      </a:schemeClr>
                    </a:gs>
                    <a:gs pos="68000">
                      <a:schemeClr val="accent4">
                        <a:tint val="90000"/>
                        <a:satMod val="130000"/>
                      </a:schemeClr>
                    </a:gs>
                    <a:gs pos="100000">
                      <a:schemeClr val="accent4">
                        <a:tint val="70000"/>
                        <a:satMod val="200000"/>
                      </a:schemeClr>
                    </a:gs>
                  </a:gsLst>
                  <a:lin ang="5400000"/>
                </a:gra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  <a:t>Cookies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468909" y="2999563"/>
            <a:ext cx="196720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2800" spc="300" dirty="0">
                <a:ln w="11430" cmpd="sng">
                  <a:solidFill>
                    <a:schemeClr val="accent1">
                      <a:tint val="10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83000"/>
                        <a:shade val="100000"/>
                        <a:satMod val="200000"/>
                      </a:schemeClr>
                    </a:gs>
                    <a:gs pos="75000">
                      <a:schemeClr val="accent1">
                        <a:tint val="100000"/>
                        <a:shade val="50000"/>
                        <a:satMod val="150000"/>
                      </a:schemeClr>
                    </a:gs>
                  </a:gsLst>
                  <a:lin ang="5400000"/>
                </a:gra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</a:effectLst>
              </a:rPr>
              <a:t> Firewall</a:t>
            </a:r>
          </a:p>
        </p:txBody>
      </p:sp>
      <p:sp>
        <p:nvSpPr>
          <p:cNvPr id="9" name="Rectangle 8"/>
          <p:cNvSpPr/>
          <p:nvPr/>
        </p:nvSpPr>
        <p:spPr>
          <a:xfrm>
            <a:off x="4166365" y="3787592"/>
            <a:ext cx="322075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2800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Internet of Things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7584" y="4346782"/>
            <a:ext cx="1662635" cy="523220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en-ZA" sz="2800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Spyware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A856B-5D0F-40E0-906E-B87E535B8E93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13" name="Action Button: Home 9">
            <a:hlinkClick r:id="rId3" action="ppaction://hlinksldjump" highlightClick="1"/>
          </p:cNvPr>
          <p:cNvSpPr/>
          <p:nvPr/>
        </p:nvSpPr>
        <p:spPr bwMode="auto">
          <a:xfrm>
            <a:off x="8481214" y="6286307"/>
            <a:ext cx="642911" cy="564262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5" name="Title 2"/>
          <p:cNvSpPr>
            <a:spLocks noGrp="1"/>
          </p:cNvSpPr>
          <p:nvPr>
            <p:ph type="title"/>
          </p:nvPr>
        </p:nvSpPr>
        <p:spPr>
          <a:xfrm>
            <a:off x="909798" y="798362"/>
            <a:ext cx="3057599" cy="799907"/>
          </a:xfrm>
        </p:spPr>
        <p:txBody>
          <a:bodyPr/>
          <a:lstStyle/>
          <a:p>
            <a:r>
              <a:rPr lang="en-ZA" dirty="0" err="1"/>
              <a:t>Aktiwiteit</a:t>
            </a:r>
            <a:r>
              <a:rPr lang="en-ZA" dirty="0"/>
              <a:t> 2</a:t>
            </a:r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90" name="Line 22"/>
          <p:cNvSpPr>
            <a:spLocks noChangeShapeType="1"/>
          </p:cNvSpPr>
          <p:nvPr/>
        </p:nvSpPr>
        <p:spPr bwMode="auto">
          <a:xfrm flipH="1" flipV="1">
            <a:off x="7143768" y="3857628"/>
            <a:ext cx="1008063" cy="1295400"/>
          </a:xfrm>
          <a:prstGeom prst="line">
            <a:avLst/>
          </a:prstGeom>
          <a:noFill/>
          <a:ln w="9525">
            <a:noFill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ZA" dirty="0"/>
          </a:p>
        </p:txBody>
      </p:sp>
      <p:sp>
        <p:nvSpPr>
          <p:cNvPr id="16" name="TextBox 15"/>
          <p:cNvSpPr txBox="1"/>
          <p:nvPr/>
        </p:nvSpPr>
        <p:spPr>
          <a:xfrm>
            <a:off x="7898" y="1428736"/>
            <a:ext cx="8452533" cy="95410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b="0" dirty="0" err="1">
                <a:latin typeface="+mj-lt"/>
              </a:rPr>
              <a:t>Opsomming</a:t>
            </a:r>
            <a:r>
              <a:rPr lang="en-US" sz="2800" b="0" dirty="0">
                <a:latin typeface="+mj-lt"/>
              </a:rPr>
              <a:t> – </a:t>
            </a:r>
            <a:r>
              <a:rPr lang="en-US" sz="2800" b="0" dirty="0" err="1">
                <a:latin typeface="+mj-lt"/>
              </a:rPr>
              <a:t>konsepte</a:t>
            </a:r>
            <a:r>
              <a:rPr lang="en-US" sz="2800" b="0" dirty="0">
                <a:latin typeface="+mj-lt"/>
              </a:rPr>
              <a:t>, </a:t>
            </a:r>
            <a:r>
              <a:rPr lang="en-US" sz="2800" b="0" dirty="0" err="1">
                <a:latin typeface="+mj-lt"/>
              </a:rPr>
              <a:t>terme</a:t>
            </a:r>
            <a:r>
              <a:rPr lang="en-US" sz="2800" b="0" dirty="0">
                <a:latin typeface="+mj-lt"/>
              </a:rPr>
              <a:t> en </a:t>
            </a:r>
            <a:r>
              <a:rPr lang="en-US" sz="2800" b="0" dirty="0" err="1">
                <a:latin typeface="+mj-lt"/>
              </a:rPr>
              <a:t>wenke</a:t>
            </a:r>
            <a:endParaRPr lang="en-US" sz="2800" b="0" dirty="0">
              <a:latin typeface="+mj-lt"/>
            </a:endParaRPr>
          </a:p>
          <a:p>
            <a:pPr algn="ctr"/>
            <a:r>
              <a:rPr lang="en-US" sz="2800" dirty="0" err="1">
                <a:solidFill>
                  <a:srgbClr val="FF0000"/>
                </a:solidFill>
                <a:latin typeface="+mj-lt"/>
              </a:rPr>
              <a:t>Webwerwe</a:t>
            </a:r>
            <a:endParaRPr lang="en-US" sz="28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err="1"/>
              <a:t>Toets</a:t>
            </a:r>
            <a:r>
              <a:rPr lang="en-ZA" dirty="0"/>
              <a:t> </a:t>
            </a:r>
            <a:r>
              <a:rPr lang="en-ZA"/>
              <a:t>en verbeter</a:t>
            </a:r>
            <a:endParaRPr lang="en-ZA" dirty="0"/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1456927693"/>
              </p:ext>
            </p:extLst>
          </p:nvPr>
        </p:nvGraphicFramePr>
        <p:xfrm>
          <a:off x="1047768" y="2533352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9" name="Action Button: Home 9">
            <a:hlinkClick r:id="rId8" action="ppaction://hlinksldjump" highlightClick="1"/>
          </p:cNvPr>
          <p:cNvSpPr/>
          <p:nvPr/>
        </p:nvSpPr>
        <p:spPr bwMode="auto">
          <a:xfrm>
            <a:off x="8481214" y="6286307"/>
            <a:ext cx="642911" cy="564262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90" name="Line 22"/>
          <p:cNvSpPr>
            <a:spLocks noChangeShapeType="1"/>
          </p:cNvSpPr>
          <p:nvPr/>
        </p:nvSpPr>
        <p:spPr bwMode="auto">
          <a:xfrm flipH="1" flipV="1">
            <a:off x="7143768" y="3857628"/>
            <a:ext cx="1008063" cy="1295400"/>
          </a:xfrm>
          <a:prstGeom prst="line">
            <a:avLst/>
          </a:prstGeom>
          <a:noFill/>
          <a:ln w="9525">
            <a:noFill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ZA" dirty="0"/>
          </a:p>
        </p:txBody>
      </p:sp>
      <p:sp>
        <p:nvSpPr>
          <p:cNvPr id="16" name="TextBox 15"/>
          <p:cNvSpPr txBox="1"/>
          <p:nvPr/>
        </p:nvSpPr>
        <p:spPr>
          <a:xfrm>
            <a:off x="7898" y="1428736"/>
            <a:ext cx="8452533" cy="95410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b="0" dirty="0" err="1">
                <a:latin typeface="+mj-lt"/>
              </a:rPr>
              <a:t>Opsomming</a:t>
            </a:r>
            <a:r>
              <a:rPr lang="en-US" sz="2800" b="0" dirty="0">
                <a:latin typeface="+mj-lt"/>
              </a:rPr>
              <a:t> – </a:t>
            </a:r>
            <a:r>
              <a:rPr lang="en-US" sz="2800" b="0" dirty="0" err="1">
                <a:latin typeface="+mj-lt"/>
              </a:rPr>
              <a:t>konsepte</a:t>
            </a:r>
            <a:r>
              <a:rPr lang="en-US" sz="2800" b="0" dirty="0">
                <a:latin typeface="+mj-lt"/>
              </a:rPr>
              <a:t>, </a:t>
            </a:r>
            <a:r>
              <a:rPr lang="en-US" sz="2800" b="0" dirty="0" err="1">
                <a:latin typeface="+mj-lt"/>
              </a:rPr>
              <a:t>terme</a:t>
            </a:r>
            <a:r>
              <a:rPr lang="en-US" sz="2800" b="0" dirty="0">
                <a:latin typeface="+mj-lt"/>
              </a:rPr>
              <a:t> en </a:t>
            </a:r>
            <a:r>
              <a:rPr lang="en-US" sz="2800" b="0" dirty="0" err="1">
                <a:latin typeface="+mj-lt"/>
              </a:rPr>
              <a:t>wenke</a:t>
            </a:r>
            <a:r>
              <a:rPr lang="en-US" sz="2800" b="0" dirty="0">
                <a:latin typeface="+mj-lt"/>
              </a:rPr>
              <a:t> </a:t>
            </a:r>
          </a:p>
          <a:p>
            <a:pPr algn="ctr"/>
            <a:r>
              <a:rPr lang="en-US" sz="2800" dirty="0" err="1">
                <a:solidFill>
                  <a:srgbClr val="FF0000"/>
                </a:solidFill>
                <a:latin typeface="+mj-lt"/>
              </a:rPr>
              <a:t>Soorte</a:t>
            </a:r>
            <a:r>
              <a:rPr lang="en-US" sz="2800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+mj-lt"/>
              </a:rPr>
              <a:t>webwerwe</a:t>
            </a:r>
            <a:endParaRPr lang="en-US" sz="28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err="1"/>
              <a:t>Toets</a:t>
            </a:r>
            <a:r>
              <a:rPr lang="en-ZA" dirty="0"/>
              <a:t> en </a:t>
            </a:r>
            <a:r>
              <a:rPr lang="en-ZA" dirty="0" err="1"/>
              <a:t>Verbeter</a:t>
            </a:r>
            <a:endParaRPr lang="en-ZA" dirty="0"/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1837306439"/>
              </p:ext>
            </p:extLst>
          </p:nvPr>
        </p:nvGraphicFramePr>
        <p:xfrm>
          <a:off x="797145" y="2531072"/>
          <a:ext cx="6940110" cy="39485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8" name="Action Button: Home 9">
            <a:hlinkClick r:id="rId8" action="ppaction://hlinksldjump" highlightClick="1"/>
          </p:cNvPr>
          <p:cNvSpPr/>
          <p:nvPr/>
        </p:nvSpPr>
        <p:spPr bwMode="auto">
          <a:xfrm>
            <a:off x="8481214" y="6286307"/>
            <a:ext cx="642911" cy="564262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0026698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90" name="Line 22"/>
          <p:cNvSpPr>
            <a:spLocks noChangeShapeType="1"/>
          </p:cNvSpPr>
          <p:nvPr/>
        </p:nvSpPr>
        <p:spPr bwMode="auto">
          <a:xfrm flipH="1" flipV="1">
            <a:off x="7143768" y="3857628"/>
            <a:ext cx="1008063" cy="1295400"/>
          </a:xfrm>
          <a:prstGeom prst="line">
            <a:avLst/>
          </a:prstGeom>
          <a:noFill/>
          <a:ln w="9525">
            <a:noFill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ZA" dirty="0"/>
          </a:p>
        </p:txBody>
      </p:sp>
      <p:sp>
        <p:nvSpPr>
          <p:cNvPr id="16" name="TextBox 15"/>
          <p:cNvSpPr txBox="1"/>
          <p:nvPr/>
        </p:nvSpPr>
        <p:spPr>
          <a:xfrm>
            <a:off x="7898" y="1428736"/>
            <a:ext cx="8452533" cy="95410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b="0" dirty="0" err="1">
                <a:latin typeface="+mj-lt"/>
              </a:rPr>
              <a:t>Opsomming</a:t>
            </a:r>
            <a:r>
              <a:rPr lang="en-US" sz="2800" b="0" dirty="0">
                <a:latin typeface="+mj-lt"/>
              </a:rPr>
              <a:t> – </a:t>
            </a:r>
            <a:r>
              <a:rPr lang="en-US" sz="2800" b="0" dirty="0" err="1">
                <a:latin typeface="+mj-lt"/>
              </a:rPr>
              <a:t>konsepte</a:t>
            </a:r>
            <a:r>
              <a:rPr lang="en-US" sz="2800" b="0" dirty="0">
                <a:latin typeface="+mj-lt"/>
              </a:rPr>
              <a:t>, </a:t>
            </a:r>
            <a:r>
              <a:rPr lang="en-US" sz="2800" b="0" dirty="0" err="1">
                <a:latin typeface="+mj-lt"/>
              </a:rPr>
              <a:t>terme</a:t>
            </a:r>
            <a:r>
              <a:rPr lang="en-US" sz="2800" b="0" dirty="0">
                <a:latin typeface="+mj-lt"/>
              </a:rPr>
              <a:t> en </a:t>
            </a:r>
            <a:r>
              <a:rPr lang="en-US" sz="2800" b="0" dirty="0" err="1">
                <a:latin typeface="+mj-lt"/>
              </a:rPr>
              <a:t>wenke</a:t>
            </a:r>
            <a:endParaRPr lang="en-US" sz="2800" b="0" dirty="0">
              <a:latin typeface="+mj-lt"/>
            </a:endParaRPr>
          </a:p>
          <a:p>
            <a:pPr algn="ctr"/>
            <a:r>
              <a:rPr lang="en-US" sz="2800">
                <a:solidFill>
                  <a:srgbClr val="FF0000"/>
                </a:solidFill>
                <a:latin typeface="+mj-lt"/>
              </a:rPr>
              <a:t>Deurblaai en soek</a:t>
            </a:r>
            <a:endParaRPr lang="en-US" sz="28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err="1"/>
              <a:t>Toets</a:t>
            </a:r>
            <a:r>
              <a:rPr lang="en-ZA" dirty="0"/>
              <a:t> en </a:t>
            </a:r>
            <a:r>
              <a:rPr lang="en-ZA" dirty="0" err="1"/>
              <a:t>Verbeter</a:t>
            </a:r>
            <a:endParaRPr lang="en-ZA" dirty="0"/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1150124189"/>
              </p:ext>
            </p:extLst>
          </p:nvPr>
        </p:nvGraphicFramePr>
        <p:xfrm>
          <a:off x="1042256" y="2636912"/>
          <a:ext cx="6449888" cy="32801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8" name="Action Button: Home 9">
            <a:hlinkClick r:id="rId8" action="ppaction://hlinksldjump" highlightClick="1"/>
          </p:cNvPr>
          <p:cNvSpPr/>
          <p:nvPr/>
        </p:nvSpPr>
        <p:spPr bwMode="auto">
          <a:xfrm>
            <a:off x="8481214" y="6286307"/>
            <a:ext cx="642911" cy="564262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0734332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20" name="Line 8"/>
          <p:cNvSpPr>
            <a:spLocks noChangeShapeType="1"/>
          </p:cNvSpPr>
          <p:nvPr/>
        </p:nvSpPr>
        <p:spPr bwMode="auto">
          <a:xfrm flipH="1">
            <a:off x="3132138" y="5516563"/>
            <a:ext cx="1439862" cy="504825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>
              <a:latin typeface="+mj-lt"/>
            </a:endParaRPr>
          </a:p>
        </p:txBody>
      </p:sp>
      <p:sp>
        <p:nvSpPr>
          <p:cNvPr id="38921" name="Line 9"/>
          <p:cNvSpPr>
            <a:spLocks noChangeShapeType="1"/>
          </p:cNvSpPr>
          <p:nvPr/>
        </p:nvSpPr>
        <p:spPr bwMode="auto">
          <a:xfrm flipH="1" flipV="1">
            <a:off x="3708400" y="4149725"/>
            <a:ext cx="792163" cy="1295400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>
              <a:latin typeface="+mj-lt"/>
            </a:endParaRPr>
          </a:p>
        </p:txBody>
      </p:sp>
      <p:sp>
        <p:nvSpPr>
          <p:cNvPr id="18" name="Line 8"/>
          <p:cNvSpPr>
            <a:spLocks noChangeShapeType="1"/>
          </p:cNvSpPr>
          <p:nvPr/>
        </p:nvSpPr>
        <p:spPr bwMode="auto">
          <a:xfrm flipH="1">
            <a:off x="3132138" y="5516563"/>
            <a:ext cx="1439862" cy="504825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>
              <a:latin typeface="+mj-lt"/>
            </a:endParaRPr>
          </a:p>
        </p:txBody>
      </p:sp>
      <p:sp>
        <p:nvSpPr>
          <p:cNvPr id="19" name="Line 9"/>
          <p:cNvSpPr>
            <a:spLocks noChangeShapeType="1"/>
          </p:cNvSpPr>
          <p:nvPr/>
        </p:nvSpPr>
        <p:spPr bwMode="auto">
          <a:xfrm flipH="1" flipV="1">
            <a:off x="3708400" y="4149725"/>
            <a:ext cx="792163" cy="1295400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>
              <a:latin typeface="+mj-lt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22313" y="836712"/>
            <a:ext cx="6369967" cy="1224136"/>
          </a:xfrm>
        </p:spPr>
        <p:txBody>
          <a:bodyPr/>
          <a:lstStyle/>
          <a:p>
            <a:r>
              <a:rPr lang="en-ZA"/>
              <a:t>Skriftelike </a:t>
            </a:r>
            <a:br>
              <a:rPr lang="en-ZA"/>
            </a:br>
            <a:r>
              <a:rPr lang="en-ZA"/>
              <a:t>module-aktiwiteit</a:t>
            </a:r>
            <a:endParaRPr lang="en-Z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A856B-5D0F-40E0-906E-B87E535B8E93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9" name="Action Button: Home 9">
            <a:hlinkClick r:id="rId3" action="ppaction://hlinksldjump" highlightClick="1"/>
          </p:cNvPr>
          <p:cNvSpPr/>
          <p:nvPr/>
        </p:nvSpPr>
        <p:spPr bwMode="auto">
          <a:xfrm>
            <a:off x="8481214" y="6286307"/>
            <a:ext cx="642911" cy="564262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  <p:transition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jacency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9800</TotalTime>
  <Words>890</Words>
  <Application>Microsoft Office PowerPoint</Application>
  <PresentationFormat>On-screen Show (4:3)</PresentationFormat>
  <Paragraphs>295</Paragraphs>
  <Slides>30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Calibri</vt:lpstr>
      <vt:lpstr>Cambria</vt:lpstr>
      <vt:lpstr>Times New Roman</vt:lpstr>
      <vt:lpstr>Adjacency</vt:lpstr>
      <vt:lpstr>Module 2.3  Die wêreldwye web</vt:lpstr>
      <vt:lpstr>Inhoud</vt:lpstr>
      <vt:lpstr>Inleiding</vt:lpstr>
      <vt:lpstr>Inleiding</vt:lpstr>
      <vt:lpstr>Inleiding</vt:lpstr>
      <vt:lpstr>Inleiding</vt:lpstr>
      <vt:lpstr>Inleiding</vt:lpstr>
      <vt:lpstr>Inleiding</vt:lpstr>
      <vt:lpstr>Inleiding</vt:lpstr>
      <vt:lpstr>Inleiding</vt:lpstr>
      <vt:lpstr>Soorte webwerwe</vt:lpstr>
      <vt:lpstr>Soorte webwerwe</vt:lpstr>
      <vt:lpstr>Soorte webwerwe</vt:lpstr>
      <vt:lpstr>Soorte webwerwe</vt:lpstr>
      <vt:lpstr>Soorte webwerwe</vt:lpstr>
      <vt:lpstr>Soorte webwerwe</vt:lpstr>
      <vt:lpstr>Soorte webwerwe</vt:lpstr>
      <vt:lpstr>Soorte webwerwe</vt:lpstr>
      <vt:lpstr>Soorte webwerwe</vt:lpstr>
      <vt:lpstr>Soorte webwerwe</vt:lpstr>
      <vt:lpstr>Aktiwiteit 1</vt:lpstr>
      <vt:lpstr>Deurblaai en soek</vt:lpstr>
      <vt:lpstr>Deurblaai en soek</vt:lpstr>
      <vt:lpstr>Deurblaai en soek</vt:lpstr>
      <vt:lpstr>Deurblaai en soek</vt:lpstr>
      <vt:lpstr>Aktiwiteit 2</vt:lpstr>
      <vt:lpstr>Toets en verbeter</vt:lpstr>
      <vt:lpstr>Toets en Verbeter</vt:lpstr>
      <vt:lpstr>Toets en Verbeter</vt:lpstr>
      <vt:lpstr>Skriftelike  module-aktiwiteit</vt:lpstr>
    </vt:vector>
  </TitlesOfParts>
  <Company>Study Opportunities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2.3  Die Wêreldwye Web</dc:title>
  <cp:lastModifiedBy>Sandra Jacobs</cp:lastModifiedBy>
  <cp:revision>2</cp:revision>
  <dcterms:created xsi:type="dcterms:W3CDTF">2006-08-13T21:23:21Z</dcterms:created>
  <dcterms:modified xsi:type="dcterms:W3CDTF">2017-01-21T10:51:45Z</dcterms:modified>
</cp:coreProperties>
</file>