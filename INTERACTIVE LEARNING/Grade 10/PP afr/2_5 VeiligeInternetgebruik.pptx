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30"/>
  </p:notesMasterIdLst>
  <p:sldIdLst>
    <p:sldId id="257" r:id="rId2"/>
    <p:sldId id="296" r:id="rId3"/>
    <p:sldId id="288" r:id="rId4"/>
    <p:sldId id="339" r:id="rId5"/>
    <p:sldId id="340" r:id="rId6"/>
    <p:sldId id="341" r:id="rId7"/>
    <p:sldId id="342" r:id="rId8"/>
    <p:sldId id="358" r:id="rId9"/>
    <p:sldId id="364" r:id="rId10"/>
    <p:sldId id="343" r:id="rId11"/>
    <p:sldId id="344" r:id="rId12"/>
    <p:sldId id="345" r:id="rId13"/>
    <p:sldId id="297" r:id="rId14"/>
    <p:sldId id="360" r:id="rId15"/>
    <p:sldId id="346" r:id="rId16"/>
    <p:sldId id="347" r:id="rId17"/>
    <p:sldId id="348" r:id="rId18"/>
    <p:sldId id="349" r:id="rId19"/>
    <p:sldId id="350" r:id="rId20"/>
    <p:sldId id="351" r:id="rId21"/>
    <p:sldId id="361" r:id="rId22"/>
    <p:sldId id="352" r:id="rId23"/>
    <p:sldId id="354" r:id="rId24"/>
    <p:sldId id="362" r:id="rId25"/>
    <p:sldId id="355" r:id="rId26"/>
    <p:sldId id="365" r:id="rId27"/>
    <p:sldId id="359" r:id="rId28"/>
    <p:sldId id="36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  <a:srgbClr val="FF5050"/>
    <a:srgbClr val="66FF33"/>
    <a:srgbClr val="0066FF"/>
    <a:srgbClr val="33CC33"/>
    <a:srgbClr val="DAEDEF"/>
    <a:srgbClr val="000000"/>
    <a:srgbClr val="33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5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4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ACB8D-6AAF-4287-888A-7EDCA9DC1FE1}" type="doc">
      <dgm:prSet loTypeId="urn:microsoft.com/office/officeart/2005/8/layout/hList7" loCatId="list" qsTypeId="urn:microsoft.com/office/officeart/2005/8/quickstyle/simple1" qsCatId="simple" csTypeId="urn:microsoft.com/office/officeart/2005/8/colors/colorful1#1" csCatId="colorful" phldr="1"/>
      <dgm:spPr/>
    </dgm:pt>
    <dgm:pt modelId="{D3B7F4F6-BB84-479B-B27E-9F0EB8E5F840}">
      <dgm:prSet phldrT="[Text]"/>
      <dgm:spPr/>
      <dgm:t>
        <a:bodyPr/>
        <a:lstStyle/>
        <a:p>
          <a:r>
            <a:rPr lang="en-ZA"/>
            <a:t>e-pos  </a:t>
          </a:r>
          <a:r>
            <a:rPr lang="en-ZA" dirty="0" err="1"/>
            <a:t>aanhegsels</a:t>
          </a:r>
          <a:endParaRPr lang="en-ZA" dirty="0"/>
        </a:p>
      </dgm:t>
    </dgm:pt>
    <dgm:pt modelId="{B1D9241B-6456-4200-9C26-77D3ECA0C02F}" type="parTrans" cxnId="{E05B6905-C9CE-4785-ABB0-F2E344460C0B}">
      <dgm:prSet/>
      <dgm:spPr/>
      <dgm:t>
        <a:bodyPr/>
        <a:lstStyle/>
        <a:p>
          <a:endParaRPr lang="en-ZA"/>
        </a:p>
      </dgm:t>
    </dgm:pt>
    <dgm:pt modelId="{23C879D9-E6B7-4A34-9915-867E3652818D}" type="sibTrans" cxnId="{E05B6905-C9CE-4785-ABB0-F2E344460C0B}">
      <dgm:prSet/>
      <dgm:spPr/>
      <dgm:t>
        <a:bodyPr/>
        <a:lstStyle/>
        <a:p>
          <a:endParaRPr lang="en-ZA"/>
        </a:p>
      </dgm:t>
    </dgm:pt>
    <dgm:pt modelId="{DA6F4D39-A44D-42CB-BB3A-D6739BC331FA}">
      <dgm:prSet phldrT="[Text]"/>
      <dgm:spPr/>
      <dgm:t>
        <a:bodyPr/>
        <a:lstStyle/>
        <a:p>
          <a:r>
            <a:rPr lang="en-ZA"/>
            <a:t>aflaai </a:t>
          </a:r>
          <a:r>
            <a:rPr lang="en-ZA" dirty="0"/>
            <a:t>van die Internet</a:t>
          </a:r>
        </a:p>
      </dgm:t>
    </dgm:pt>
    <dgm:pt modelId="{E80F1DDC-7F74-4CF5-9C4B-C8464254BF47}" type="parTrans" cxnId="{61733899-9671-4A62-A7C5-8DA4DC731AA8}">
      <dgm:prSet/>
      <dgm:spPr/>
      <dgm:t>
        <a:bodyPr/>
        <a:lstStyle/>
        <a:p>
          <a:endParaRPr lang="en-ZA"/>
        </a:p>
      </dgm:t>
    </dgm:pt>
    <dgm:pt modelId="{4D6E9698-44E3-4248-BCD6-1C3AF57C27D9}" type="sibTrans" cxnId="{61733899-9671-4A62-A7C5-8DA4DC731AA8}">
      <dgm:prSet/>
      <dgm:spPr/>
      <dgm:t>
        <a:bodyPr/>
        <a:lstStyle/>
        <a:p>
          <a:endParaRPr lang="en-ZA"/>
        </a:p>
      </dgm:t>
    </dgm:pt>
    <dgm:pt modelId="{33ED8B4F-3323-4657-A491-E6C985AC1665}">
      <dgm:prSet phldrT="[Text]"/>
      <dgm:spPr/>
      <dgm:t>
        <a:bodyPr/>
        <a:lstStyle/>
        <a:p>
          <a:r>
            <a:rPr lang="en-ZA">
              <a:solidFill>
                <a:schemeClr val="bg1"/>
              </a:solidFill>
            </a:rPr>
            <a:t>lêers </a:t>
          </a:r>
          <a:r>
            <a:rPr lang="en-ZA" dirty="0">
              <a:solidFill>
                <a:schemeClr val="bg1"/>
              </a:solidFill>
            </a:rPr>
            <a:t>wat op die </a:t>
          </a:r>
          <a:r>
            <a:rPr lang="en-ZA" dirty="0" err="1">
              <a:solidFill>
                <a:schemeClr val="bg1"/>
              </a:solidFill>
            </a:rPr>
            <a:t>netwerk</a:t>
          </a:r>
          <a:r>
            <a:rPr lang="en-ZA" dirty="0">
              <a:solidFill>
                <a:schemeClr val="bg1"/>
              </a:solidFill>
            </a:rPr>
            <a:t> </a:t>
          </a:r>
          <a:r>
            <a:rPr lang="en-ZA" dirty="0" err="1">
              <a:solidFill>
                <a:schemeClr val="bg1"/>
              </a:solidFill>
            </a:rPr>
            <a:t>gedeel</a:t>
          </a:r>
          <a:r>
            <a:rPr lang="en-ZA" dirty="0">
              <a:solidFill>
                <a:schemeClr val="bg1"/>
              </a:solidFill>
            </a:rPr>
            <a:t> word</a:t>
          </a:r>
        </a:p>
      </dgm:t>
    </dgm:pt>
    <dgm:pt modelId="{5819793F-7FD8-41C3-BB9A-2B1FC4555B3D}" type="parTrans" cxnId="{573F7A10-FE0A-446A-8CC3-E52484D157B0}">
      <dgm:prSet/>
      <dgm:spPr/>
      <dgm:t>
        <a:bodyPr/>
        <a:lstStyle/>
        <a:p>
          <a:endParaRPr lang="en-ZA"/>
        </a:p>
      </dgm:t>
    </dgm:pt>
    <dgm:pt modelId="{60B95197-4CE1-4ADB-A49F-1B963C8DD94A}" type="sibTrans" cxnId="{573F7A10-FE0A-446A-8CC3-E52484D157B0}">
      <dgm:prSet/>
      <dgm:spPr/>
      <dgm:t>
        <a:bodyPr/>
        <a:lstStyle/>
        <a:p>
          <a:endParaRPr lang="en-ZA"/>
        </a:p>
      </dgm:t>
    </dgm:pt>
    <dgm:pt modelId="{AF3D77D6-96EC-4E5C-87C2-985575E08F0A}">
      <dgm:prSet/>
      <dgm:spPr/>
      <dgm:t>
        <a:bodyPr/>
        <a:lstStyle/>
        <a:p>
          <a:r>
            <a:rPr lang="en-ZA">
              <a:solidFill>
                <a:schemeClr val="bg1"/>
              </a:solidFill>
            </a:rPr>
            <a:t>lêers </a:t>
          </a:r>
          <a:r>
            <a:rPr lang="en-US" dirty="0"/>
            <a:t>op </a:t>
          </a:r>
          <a:r>
            <a:rPr lang="en-US" dirty="0" err="1"/>
            <a:t>draagbare</a:t>
          </a:r>
          <a:r>
            <a:rPr lang="en-US" dirty="0"/>
            <a:t> media </a:t>
          </a:r>
        </a:p>
      </dgm:t>
    </dgm:pt>
    <dgm:pt modelId="{039738AE-4F9F-47A5-977A-D58444497D6C}" type="parTrans" cxnId="{0939520F-8C7F-450B-912A-CBFB91E57689}">
      <dgm:prSet/>
      <dgm:spPr/>
      <dgm:t>
        <a:bodyPr/>
        <a:lstStyle/>
        <a:p>
          <a:endParaRPr lang="en-US"/>
        </a:p>
      </dgm:t>
    </dgm:pt>
    <dgm:pt modelId="{15DB97B2-75E5-4D1C-96BB-5FE582F57EE9}" type="sibTrans" cxnId="{0939520F-8C7F-450B-912A-CBFB91E57689}">
      <dgm:prSet/>
      <dgm:spPr/>
      <dgm:t>
        <a:bodyPr/>
        <a:lstStyle/>
        <a:p>
          <a:endParaRPr lang="en-US"/>
        </a:p>
      </dgm:t>
    </dgm:pt>
    <dgm:pt modelId="{0A7C28D2-E553-457B-B1F4-189C8B32C4BC}" type="pres">
      <dgm:prSet presAssocID="{AC9ACB8D-6AAF-4287-888A-7EDCA9DC1FE1}" presName="Name0" presStyleCnt="0">
        <dgm:presLayoutVars>
          <dgm:dir/>
          <dgm:resizeHandles val="exact"/>
        </dgm:presLayoutVars>
      </dgm:prSet>
      <dgm:spPr/>
    </dgm:pt>
    <dgm:pt modelId="{454CCD5E-B490-4520-8A5F-A3D0393FA1B9}" type="pres">
      <dgm:prSet presAssocID="{AC9ACB8D-6AAF-4287-888A-7EDCA9DC1FE1}" presName="fgShape" presStyleLbl="fgShp" presStyleIdx="0" presStyleCnt="1"/>
      <dgm:spPr/>
    </dgm:pt>
    <dgm:pt modelId="{891C4235-3C93-42D9-B8C9-4621932764C5}" type="pres">
      <dgm:prSet presAssocID="{AC9ACB8D-6AAF-4287-888A-7EDCA9DC1FE1}" presName="linComp" presStyleCnt="0"/>
      <dgm:spPr/>
    </dgm:pt>
    <dgm:pt modelId="{9AB76DFE-C75D-4C06-872C-F96719E89933}" type="pres">
      <dgm:prSet presAssocID="{D3B7F4F6-BB84-479B-B27E-9F0EB8E5F840}" presName="compNode" presStyleCnt="0"/>
      <dgm:spPr/>
    </dgm:pt>
    <dgm:pt modelId="{5BC725E4-FA65-4BF1-A2CB-2FDAD24CD65C}" type="pres">
      <dgm:prSet presAssocID="{D3B7F4F6-BB84-479B-B27E-9F0EB8E5F840}" presName="bkgdShape" presStyleLbl="node1" presStyleIdx="0" presStyleCnt="4"/>
      <dgm:spPr/>
    </dgm:pt>
    <dgm:pt modelId="{A2FF0944-1824-4E80-A8B7-C29C410AADF9}" type="pres">
      <dgm:prSet presAssocID="{D3B7F4F6-BB84-479B-B27E-9F0EB8E5F840}" presName="nodeTx" presStyleLbl="node1" presStyleIdx="0" presStyleCnt="4">
        <dgm:presLayoutVars>
          <dgm:bulletEnabled val="1"/>
        </dgm:presLayoutVars>
      </dgm:prSet>
      <dgm:spPr/>
    </dgm:pt>
    <dgm:pt modelId="{CAFBE720-71AB-4176-8B25-65470FDD47E0}" type="pres">
      <dgm:prSet presAssocID="{D3B7F4F6-BB84-479B-B27E-9F0EB8E5F840}" presName="invisiNode" presStyleLbl="node1" presStyleIdx="0" presStyleCnt="4"/>
      <dgm:spPr/>
    </dgm:pt>
    <dgm:pt modelId="{008C1554-8104-4FE0-9480-187644AFD804}" type="pres">
      <dgm:prSet presAssocID="{D3B7F4F6-BB84-479B-B27E-9F0EB8E5F840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009C1B17-E195-4196-A919-9463521EDE43}" type="pres">
      <dgm:prSet presAssocID="{23C879D9-E6B7-4A34-9915-867E3652818D}" presName="sibTrans" presStyleLbl="sibTrans2D1" presStyleIdx="0" presStyleCnt="0"/>
      <dgm:spPr/>
    </dgm:pt>
    <dgm:pt modelId="{C3381EE5-4CC3-442C-A7B4-4E848D8C7FCA}" type="pres">
      <dgm:prSet presAssocID="{DA6F4D39-A44D-42CB-BB3A-D6739BC331FA}" presName="compNode" presStyleCnt="0"/>
      <dgm:spPr/>
    </dgm:pt>
    <dgm:pt modelId="{D2897D74-B0A1-42BC-9C8D-E97EF1378734}" type="pres">
      <dgm:prSet presAssocID="{DA6F4D39-A44D-42CB-BB3A-D6739BC331FA}" presName="bkgdShape" presStyleLbl="node1" presStyleIdx="1" presStyleCnt="4" custLinFactNeighborX="1051" custLinFactNeighborY="-246"/>
      <dgm:spPr/>
    </dgm:pt>
    <dgm:pt modelId="{141B69C2-E113-4A04-8C74-C3169E5DEC56}" type="pres">
      <dgm:prSet presAssocID="{DA6F4D39-A44D-42CB-BB3A-D6739BC331FA}" presName="nodeTx" presStyleLbl="node1" presStyleIdx="1" presStyleCnt="4">
        <dgm:presLayoutVars>
          <dgm:bulletEnabled val="1"/>
        </dgm:presLayoutVars>
      </dgm:prSet>
      <dgm:spPr/>
    </dgm:pt>
    <dgm:pt modelId="{581380FB-DCAF-4777-9B52-A6798C07A362}" type="pres">
      <dgm:prSet presAssocID="{DA6F4D39-A44D-42CB-BB3A-D6739BC331FA}" presName="invisiNode" presStyleLbl="node1" presStyleIdx="1" presStyleCnt="4"/>
      <dgm:spPr/>
    </dgm:pt>
    <dgm:pt modelId="{1C9B75AE-2FAC-4887-9A81-C65C29884D5E}" type="pres">
      <dgm:prSet presAssocID="{DA6F4D39-A44D-42CB-BB3A-D6739BC331FA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6FAC99C0-9B71-4ED1-901D-05F5B13EF1FD}" type="pres">
      <dgm:prSet presAssocID="{4D6E9698-44E3-4248-BCD6-1C3AF57C27D9}" presName="sibTrans" presStyleLbl="sibTrans2D1" presStyleIdx="0" presStyleCnt="0"/>
      <dgm:spPr/>
    </dgm:pt>
    <dgm:pt modelId="{078A4600-2213-45D4-82F5-B44641ED90BF}" type="pres">
      <dgm:prSet presAssocID="{33ED8B4F-3323-4657-A491-E6C985AC1665}" presName="compNode" presStyleCnt="0"/>
      <dgm:spPr/>
    </dgm:pt>
    <dgm:pt modelId="{39CEFDBF-44A5-404B-A728-F96363C682FC}" type="pres">
      <dgm:prSet presAssocID="{33ED8B4F-3323-4657-A491-E6C985AC1665}" presName="bkgdShape" presStyleLbl="node1" presStyleIdx="2" presStyleCnt="4"/>
      <dgm:spPr/>
    </dgm:pt>
    <dgm:pt modelId="{85407769-826D-49CB-8C53-01FFFA4B72F3}" type="pres">
      <dgm:prSet presAssocID="{33ED8B4F-3323-4657-A491-E6C985AC1665}" presName="nodeTx" presStyleLbl="node1" presStyleIdx="2" presStyleCnt="4">
        <dgm:presLayoutVars>
          <dgm:bulletEnabled val="1"/>
        </dgm:presLayoutVars>
      </dgm:prSet>
      <dgm:spPr/>
    </dgm:pt>
    <dgm:pt modelId="{37BF219C-C7E9-48AB-8989-A0109A941509}" type="pres">
      <dgm:prSet presAssocID="{33ED8B4F-3323-4657-A491-E6C985AC1665}" presName="invisiNode" presStyleLbl="node1" presStyleIdx="2" presStyleCnt="4"/>
      <dgm:spPr/>
    </dgm:pt>
    <dgm:pt modelId="{E3F7E699-C16C-4885-B222-9F9CC7591AD4}" type="pres">
      <dgm:prSet presAssocID="{33ED8B4F-3323-4657-A491-E6C985AC1665}" presName="imagNode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902747C4-44B2-4E83-9ADC-A485F9B98709}" type="pres">
      <dgm:prSet presAssocID="{60B95197-4CE1-4ADB-A49F-1B963C8DD94A}" presName="sibTrans" presStyleLbl="sibTrans2D1" presStyleIdx="0" presStyleCnt="0"/>
      <dgm:spPr/>
    </dgm:pt>
    <dgm:pt modelId="{AEB2096F-1B10-4343-8043-DC33CAC61513}" type="pres">
      <dgm:prSet presAssocID="{AF3D77D6-96EC-4E5C-87C2-985575E08F0A}" presName="compNode" presStyleCnt="0"/>
      <dgm:spPr/>
    </dgm:pt>
    <dgm:pt modelId="{BE8FD9DD-88B5-4CE8-B493-3D6100042016}" type="pres">
      <dgm:prSet presAssocID="{AF3D77D6-96EC-4E5C-87C2-985575E08F0A}" presName="bkgdShape" presStyleLbl="node1" presStyleIdx="3" presStyleCnt="4"/>
      <dgm:spPr/>
    </dgm:pt>
    <dgm:pt modelId="{680E4C01-C065-457A-93DD-7F45309E52F9}" type="pres">
      <dgm:prSet presAssocID="{AF3D77D6-96EC-4E5C-87C2-985575E08F0A}" presName="nodeTx" presStyleLbl="node1" presStyleIdx="3" presStyleCnt="4">
        <dgm:presLayoutVars>
          <dgm:bulletEnabled val="1"/>
        </dgm:presLayoutVars>
      </dgm:prSet>
      <dgm:spPr/>
    </dgm:pt>
    <dgm:pt modelId="{AF1CA48B-C95C-4321-8A4A-F08FBED4EA0A}" type="pres">
      <dgm:prSet presAssocID="{AF3D77D6-96EC-4E5C-87C2-985575E08F0A}" presName="invisiNode" presStyleLbl="node1" presStyleIdx="3" presStyleCnt="4"/>
      <dgm:spPr/>
    </dgm:pt>
    <dgm:pt modelId="{1023F8A7-156A-4719-A29A-0AB649B7D944}" type="pres">
      <dgm:prSet presAssocID="{AF3D77D6-96EC-4E5C-87C2-985575E08F0A}" presName="imagNode" presStyleLbl="fgImgPlac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</dgm:ptLst>
  <dgm:cxnLst>
    <dgm:cxn modelId="{E05B6905-C9CE-4785-ABB0-F2E344460C0B}" srcId="{AC9ACB8D-6AAF-4287-888A-7EDCA9DC1FE1}" destId="{D3B7F4F6-BB84-479B-B27E-9F0EB8E5F840}" srcOrd="0" destOrd="0" parTransId="{B1D9241B-6456-4200-9C26-77D3ECA0C02F}" sibTransId="{23C879D9-E6B7-4A34-9915-867E3652818D}"/>
    <dgm:cxn modelId="{9CCB102A-17C9-46CF-A918-BE6AC38FAAC9}" type="presOf" srcId="{4D6E9698-44E3-4248-BCD6-1C3AF57C27D9}" destId="{6FAC99C0-9B71-4ED1-901D-05F5B13EF1FD}" srcOrd="0" destOrd="0" presId="urn:microsoft.com/office/officeart/2005/8/layout/hList7"/>
    <dgm:cxn modelId="{4B2C08BB-4CA4-4630-92F5-27CB5182E860}" type="presOf" srcId="{D3B7F4F6-BB84-479B-B27E-9F0EB8E5F840}" destId="{A2FF0944-1824-4E80-A8B7-C29C410AADF9}" srcOrd="1" destOrd="0" presId="urn:microsoft.com/office/officeart/2005/8/layout/hList7"/>
    <dgm:cxn modelId="{616C9504-4194-4919-A438-9B28DB3EA3D4}" type="presOf" srcId="{D3B7F4F6-BB84-479B-B27E-9F0EB8E5F840}" destId="{5BC725E4-FA65-4BF1-A2CB-2FDAD24CD65C}" srcOrd="0" destOrd="0" presId="urn:microsoft.com/office/officeart/2005/8/layout/hList7"/>
    <dgm:cxn modelId="{0939520F-8C7F-450B-912A-CBFB91E57689}" srcId="{AC9ACB8D-6AAF-4287-888A-7EDCA9DC1FE1}" destId="{AF3D77D6-96EC-4E5C-87C2-985575E08F0A}" srcOrd="3" destOrd="0" parTransId="{039738AE-4F9F-47A5-977A-D58444497D6C}" sibTransId="{15DB97B2-75E5-4D1C-96BB-5FE582F57EE9}"/>
    <dgm:cxn modelId="{573F7A10-FE0A-446A-8CC3-E52484D157B0}" srcId="{AC9ACB8D-6AAF-4287-888A-7EDCA9DC1FE1}" destId="{33ED8B4F-3323-4657-A491-E6C985AC1665}" srcOrd="2" destOrd="0" parTransId="{5819793F-7FD8-41C3-BB9A-2B1FC4555B3D}" sibTransId="{60B95197-4CE1-4ADB-A49F-1B963C8DD94A}"/>
    <dgm:cxn modelId="{81A08AD4-9F38-4BB8-A3A2-5FDA4CF1E687}" type="presOf" srcId="{33ED8B4F-3323-4657-A491-E6C985AC1665}" destId="{85407769-826D-49CB-8C53-01FFFA4B72F3}" srcOrd="1" destOrd="0" presId="urn:microsoft.com/office/officeart/2005/8/layout/hList7"/>
    <dgm:cxn modelId="{F2B05DBF-4193-4CAE-A30A-408A80B0B5E4}" type="presOf" srcId="{33ED8B4F-3323-4657-A491-E6C985AC1665}" destId="{39CEFDBF-44A5-404B-A728-F96363C682FC}" srcOrd="0" destOrd="0" presId="urn:microsoft.com/office/officeart/2005/8/layout/hList7"/>
    <dgm:cxn modelId="{1C2DC6F8-DC36-481F-9AE6-BBB629188DD0}" type="presOf" srcId="{AC9ACB8D-6AAF-4287-888A-7EDCA9DC1FE1}" destId="{0A7C28D2-E553-457B-B1F4-189C8B32C4BC}" srcOrd="0" destOrd="0" presId="urn:microsoft.com/office/officeart/2005/8/layout/hList7"/>
    <dgm:cxn modelId="{61733899-9671-4A62-A7C5-8DA4DC731AA8}" srcId="{AC9ACB8D-6AAF-4287-888A-7EDCA9DC1FE1}" destId="{DA6F4D39-A44D-42CB-BB3A-D6739BC331FA}" srcOrd="1" destOrd="0" parTransId="{E80F1DDC-7F74-4CF5-9C4B-C8464254BF47}" sibTransId="{4D6E9698-44E3-4248-BCD6-1C3AF57C27D9}"/>
    <dgm:cxn modelId="{657AD480-A736-4595-8895-4E2508F27653}" type="presOf" srcId="{AF3D77D6-96EC-4E5C-87C2-985575E08F0A}" destId="{680E4C01-C065-457A-93DD-7F45309E52F9}" srcOrd="1" destOrd="0" presId="urn:microsoft.com/office/officeart/2005/8/layout/hList7"/>
    <dgm:cxn modelId="{3BEB8EC0-03EE-4F61-9076-855154E1A695}" type="presOf" srcId="{AF3D77D6-96EC-4E5C-87C2-985575E08F0A}" destId="{BE8FD9DD-88B5-4CE8-B493-3D6100042016}" srcOrd="0" destOrd="0" presId="urn:microsoft.com/office/officeart/2005/8/layout/hList7"/>
    <dgm:cxn modelId="{0F5090CF-944D-4769-8CA2-ECE96094F166}" type="presOf" srcId="{DA6F4D39-A44D-42CB-BB3A-D6739BC331FA}" destId="{141B69C2-E113-4A04-8C74-C3169E5DEC56}" srcOrd="1" destOrd="0" presId="urn:microsoft.com/office/officeart/2005/8/layout/hList7"/>
    <dgm:cxn modelId="{03CD18EC-9FA9-4BA9-82CF-53BD0D434DED}" type="presOf" srcId="{23C879D9-E6B7-4A34-9915-867E3652818D}" destId="{009C1B17-E195-4196-A919-9463521EDE43}" srcOrd="0" destOrd="0" presId="urn:microsoft.com/office/officeart/2005/8/layout/hList7"/>
    <dgm:cxn modelId="{B0787A07-8877-4E5F-9419-EE48BAAFEBBF}" type="presOf" srcId="{DA6F4D39-A44D-42CB-BB3A-D6739BC331FA}" destId="{D2897D74-B0A1-42BC-9C8D-E97EF1378734}" srcOrd="0" destOrd="0" presId="urn:microsoft.com/office/officeart/2005/8/layout/hList7"/>
    <dgm:cxn modelId="{F1264DF9-F14B-4B81-B701-917D57ABE118}" type="presOf" srcId="{60B95197-4CE1-4ADB-A49F-1B963C8DD94A}" destId="{902747C4-44B2-4E83-9ADC-A485F9B98709}" srcOrd="0" destOrd="0" presId="urn:microsoft.com/office/officeart/2005/8/layout/hList7"/>
    <dgm:cxn modelId="{ED29BC4B-617E-4AD2-A78D-B4C025EA7E9B}" type="presParOf" srcId="{0A7C28D2-E553-457B-B1F4-189C8B32C4BC}" destId="{454CCD5E-B490-4520-8A5F-A3D0393FA1B9}" srcOrd="0" destOrd="0" presId="urn:microsoft.com/office/officeart/2005/8/layout/hList7"/>
    <dgm:cxn modelId="{B69A4C77-9D22-469E-93A2-35FAF613DC1D}" type="presParOf" srcId="{0A7C28D2-E553-457B-B1F4-189C8B32C4BC}" destId="{891C4235-3C93-42D9-B8C9-4621932764C5}" srcOrd="1" destOrd="0" presId="urn:microsoft.com/office/officeart/2005/8/layout/hList7"/>
    <dgm:cxn modelId="{9C82FCC1-D812-462C-882E-3D7BCB86A744}" type="presParOf" srcId="{891C4235-3C93-42D9-B8C9-4621932764C5}" destId="{9AB76DFE-C75D-4C06-872C-F96719E89933}" srcOrd="0" destOrd="0" presId="urn:microsoft.com/office/officeart/2005/8/layout/hList7"/>
    <dgm:cxn modelId="{F90EDBC6-3774-4C57-9270-F528C17AA8AC}" type="presParOf" srcId="{9AB76DFE-C75D-4C06-872C-F96719E89933}" destId="{5BC725E4-FA65-4BF1-A2CB-2FDAD24CD65C}" srcOrd="0" destOrd="0" presId="urn:microsoft.com/office/officeart/2005/8/layout/hList7"/>
    <dgm:cxn modelId="{795A74E4-C85F-4B08-A9CB-D1DAA06FB445}" type="presParOf" srcId="{9AB76DFE-C75D-4C06-872C-F96719E89933}" destId="{A2FF0944-1824-4E80-A8B7-C29C410AADF9}" srcOrd="1" destOrd="0" presId="urn:microsoft.com/office/officeart/2005/8/layout/hList7"/>
    <dgm:cxn modelId="{86CA6C29-3B0D-4EFE-9BFD-E2AF77A9601B}" type="presParOf" srcId="{9AB76DFE-C75D-4C06-872C-F96719E89933}" destId="{CAFBE720-71AB-4176-8B25-65470FDD47E0}" srcOrd="2" destOrd="0" presId="urn:microsoft.com/office/officeart/2005/8/layout/hList7"/>
    <dgm:cxn modelId="{D41EDC5D-689F-4FFA-9CC3-3B2A5B0882BD}" type="presParOf" srcId="{9AB76DFE-C75D-4C06-872C-F96719E89933}" destId="{008C1554-8104-4FE0-9480-187644AFD804}" srcOrd="3" destOrd="0" presId="urn:microsoft.com/office/officeart/2005/8/layout/hList7"/>
    <dgm:cxn modelId="{16F97E14-AF0D-4686-9084-1A3134BDA6BB}" type="presParOf" srcId="{891C4235-3C93-42D9-B8C9-4621932764C5}" destId="{009C1B17-E195-4196-A919-9463521EDE43}" srcOrd="1" destOrd="0" presId="urn:microsoft.com/office/officeart/2005/8/layout/hList7"/>
    <dgm:cxn modelId="{204EFA7C-D476-4268-A4F5-C8AD39AB6280}" type="presParOf" srcId="{891C4235-3C93-42D9-B8C9-4621932764C5}" destId="{C3381EE5-4CC3-442C-A7B4-4E848D8C7FCA}" srcOrd="2" destOrd="0" presId="urn:microsoft.com/office/officeart/2005/8/layout/hList7"/>
    <dgm:cxn modelId="{5F09DA5C-24AC-41E4-90CB-2BBA673D9449}" type="presParOf" srcId="{C3381EE5-4CC3-442C-A7B4-4E848D8C7FCA}" destId="{D2897D74-B0A1-42BC-9C8D-E97EF1378734}" srcOrd="0" destOrd="0" presId="urn:microsoft.com/office/officeart/2005/8/layout/hList7"/>
    <dgm:cxn modelId="{CC8102FD-BCB2-459C-A2CC-86A4368ABCA6}" type="presParOf" srcId="{C3381EE5-4CC3-442C-A7B4-4E848D8C7FCA}" destId="{141B69C2-E113-4A04-8C74-C3169E5DEC56}" srcOrd="1" destOrd="0" presId="urn:microsoft.com/office/officeart/2005/8/layout/hList7"/>
    <dgm:cxn modelId="{D23EB4D2-1E03-4C4F-8685-E9ED48805E80}" type="presParOf" srcId="{C3381EE5-4CC3-442C-A7B4-4E848D8C7FCA}" destId="{581380FB-DCAF-4777-9B52-A6798C07A362}" srcOrd="2" destOrd="0" presId="urn:microsoft.com/office/officeart/2005/8/layout/hList7"/>
    <dgm:cxn modelId="{E80BDE10-EA22-414B-B3A7-24C0A0BE0E4A}" type="presParOf" srcId="{C3381EE5-4CC3-442C-A7B4-4E848D8C7FCA}" destId="{1C9B75AE-2FAC-4887-9A81-C65C29884D5E}" srcOrd="3" destOrd="0" presId="urn:microsoft.com/office/officeart/2005/8/layout/hList7"/>
    <dgm:cxn modelId="{867A0D60-C3AD-45D7-B015-7F5256729252}" type="presParOf" srcId="{891C4235-3C93-42D9-B8C9-4621932764C5}" destId="{6FAC99C0-9B71-4ED1-901D-05F5B13EF1FD}" srcOrd="3" destOrd="0" presId="urn:microsoft.com/office/officeart/2005/8/layout/hList7"/>
    <dgm:cxn modelId="{447BA14F-2EE0-4A99-B5DE-D7AC28FD19D7}" type="presParOf" srcId="{891C4235-3C93-42D9-B8C9-4621932764C5}" destId="{078A4600-2213-45D4-82F5-B44641ED90BF}" srcOrd="4" destOrd="0" presId="urn:microsoft.com/office/officeart/2005/8/layout/hList7"/>
    <dgm:cxn modelId="{DD45B367-5ABA-4CF0-908B-E8E0D4C5B8DF}" type="presParOf" srcId="{078A4600-2213-45D4-82F5-B44641ED90BF}" destId="{39CEFDBF-44A5-404B-A728-F96363C682FC}" srcOrd="0" destOrd="0" presId="urn:microsoft.com/office/officeart/2005/8/layout/hList7"/>
    <dgm:cxn modelId="{ADD3FA7A-7B44-4CD7-A429-C246D49AB076}" type="presParOf" srcId="{078A4600-2213-45D4-82F5-B44641ED90BF}" destId="{85407769-826D-49CB-8C53-01FFFA4B72F3}" srcOrd="1" destOrd="0" presId="urn:microsoft.com/office/officeart/2005/8/layout/hList7"/>
    <dgm:cxn modelId="{2C44F75F-9D20-4594-B806-C3C299F4842E}" type="presParOf" srcId="{078A4600-2213-45D4-82F5-B44641ED90BF}" destId="{37BF219C-C7E9-48AB-8989-A0109A941509}" srcOrd="2" destOrd="0" presId="urn:microsoft.com/office/officeart/2005/8/layout/hList7"/>
    <dgm:cxn modelId="{33C96ECE-1FB0-4B03-9009-8B18A697587C}" type="presParOf" srcId="{078A4600-2213-45D4-82F5-B44641ED90BF}" destId="{E3F7E699-C16C-4885-B222-9F9CC7591AD4}" srcOrd="3" destOrd="0" presId="urn:microsoft.com/office/officeart/2005/8/layout/hList7"/>
    <dgm:cxn modelId="{59A68517-976E-4A9B-BF50-2501861853B8}" type="presParOf" srcId="{891C4235-3C93-42D9-B8C9-4621932764C5}" destId="{902747C4-44B2-4E83-9ADC-A485F9B98709}" srcOrd="5" destOrd="0" presId="urn:microsoft.com/office/officeart/2005/8/layout/hList7"/>
    <dgm:cxn modelId="{AC4F6C28-2574-4B48-A2C3-D13CEBBF0344}" type="presParOf" srcId="{891C4235-3C93-42D9-B8C9-4621932764C5}" destId="{AEB2096F-1B10-4343-8043-DC33CAC61513}" srcOrd="6" destOrd="0" presId="urn:microsoft.com/office/officeart/2005/8/layout/hList7"/>
    <dgm:cxn modelId="{BB8B035B-CA94-47FA-918E-245B0579F3C6}" type="presParOf" srcId="{AEB2096F-1B10-4343-8043-DC33CAC61513}" destId="{BE8FD9DD-88B5-4CE8-B493-3D6100042016}" srcOrd="0" destOrd="0" presId="urn:microsoft.com/office/officeart/2005/8/layout/hList7"/>
    <dgm:cxn modelId="{CF00C66D-26E4-427B-9B68-DA2C96A93524}" type="presParOf" srcId="{AEB2096F-1B10-4343-8043-DC33CAC61513}" destId="{680E4C01-C065-457A-93DD-7F45309E52F9}" srcOrd="1" destOrd="0" presId="urn:microsoft.com/office/officeart/2005/8/layout/hList7"/>
    <dgm:cxn modelId="{2B505B8B-7278-4C0E-9C6E-5018401DFC6A}" type="presParOf" srcId="{AEB2096F-1B10-4343-8043-DC33CAC61513}" destId="{AF1CA48B-C95C-4321-8A4A-F08FBED4EA0A}" srcOrd="2" destOrd="0" presId="urn:microsoft.com/office/officeart/2005/8/layout/hList7"/>
    <dgm:cxn modelId="{3C734D32-F59D-4548-9A73-682E40328874}" type="presParOf" srcId="{AEB2096F-1B10-4343-8043-DC33CAC61513}" destId="{1023F8A7-156A-4719-A29A-0AB649B7D944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3691A4-9AEE-4EBD-A871-C28D6361191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498193-493A-4640-AF1F-AF41CB1CB395}">
      <dgm:prSet phldrT="[Text]"/>
      <dgm:spPr/>
      <dgm:t>
        <a:bodyPr/>
        <a:lstStyle/>
        <a:p>
          <a:r>
            <a:rPr lang="en-ZA" b="1" i="1" dirty="0"/>
            <a:t>Malware </a:t>
          </a:r>
          <a:endParaRPr lang="en-US" i="1" dirty="0"/>
        </a:p>
      </dgm:t>
    </dgm:pt>
    <dgm:pt modelId="{99BDE136-A602-46AA-89B7-8B4888938646}" type="parTrans" cxnId="{DCDD4B90-25DC-4714-AA72-C98922355C7B}">
      <dgm:prSet/>
      <dgm:spPr/>
      <dgm:t>
        <a:bodyPr/>
        <a:lstStyle/>
        <a:p>
          <a:endParaRPr lang="en-US"/>
        </a:p>
      </dgm:t>
    </dgm:pt>
    <dgm:pt modelId="{44D39417-7177-4AB4-85F6-1B6BFE21C920}" type="sibTrans" cxnId="{DCDD4B90-25DC-4714-AA72-C98922355C7B}">
      <dgm:prSet/>
      <dgm:spPr/>
      <dgm:t>
        <a:bodyPr/>
        <a:lstStyle/>
        <a:p>
          <a:endParaRPr lang="en-US"/>
        </a:p>
      </dgm:t>
    </dgm:pt>
    <dgm:pt modelId="{1F8974E8-DE00-4691-8001-306094B2C2ED}">
      <dgm:prSet phldrT="[Text]"/>
      <dgm:spPr/>
      <dgm:t>
        <a:bodyPr/>
        <a:lstStyle/>
        <a:p>
          <a:r>
            <a:rPr lang="en-ZA" b="1" dirty="0" err="1"/>
            <a:t>Rekenaar-wurm</a:t>
          </a:r>
          <a:endParaRPr lang="en-US" dirty="0"/>
        </a:p>
      </dgm:t>
    </dgm:pt>
    <dgm:pt modelId="{5A131D2A-F19B-4F3A-B5C3-6ABD873814EF}" type="parTrans" cxnId="{D5DF2024-DD72-45A1-A8B6-9225C1CAD536}">
      <dgm:prSet/>
      <dgm:spPr/>
      <dgm:t>
        <a:bodyPr/>
        <a:lstStyle/>
        <a:p>
          <a:endParaRPr lang="en-US"/>
        </a:p>
      </dgm:t>
    </dgm:pt>
    <dgm:pt modelId="{8FB0DF38-C698-4A92-8531-212432A3CE59}" type="sibTrans" cxnId="{D5DF2024-DD72-45A1-A8B6-9225C1CAD536}">
      <dgm:prSet/>
      <dgm:spPr/>
      <dgm:t>
        <a:bodyPr/>
        <a:lstStyle/>
        <a:p>
          <a:endParaRPr lang="en-US"/>
        </a:p>
      </dgm:t>
    </dgm:pt>
    <dgm:pt modelId="{DA55E773-ED76-4A15-9E32-F01C5F0CC545}">
      <dgm:prSet phldrT="[Text]"/>
      <dgm:spPr/>
      <dgm:t>
        <a:bodyPr/>
        <a:lstStyle/>
        <a:p>
          <a:r>
            <a:rPr lang="en-ZA" b="1" dirty="0" err="1"/>
            <a:t>Trojane</a:t>
          </a:r>
          <a:r>
            <a:rPr lang="en-ZA" b="1" dirty="0"/>
            <a:t> </a:t>
          </a:r>
          <a:endParaRPr lang="en-US" dirty="0"/>
        </a:p>
      </dgm:t>
    </dgm:pt>
    <dgm:pt modelId="{AD7844B3-CDE7-48AB-8365-3599E85776B4}" type="parTrans" cxnId="{FB97B93A-550D-44DD-8ADF-7C566C3F2E70}">
      <dgm:prSet/>
      <dgm:spPr/>
      <dgm:t>
        <a:bodyPr/>
        <a:lstStyle/>
        <a:p>
          <a:endParaRPr lang="en-US"/>
        </a:p>
      </dgm:t>
    </dgm:pt>
    <dgm:pt modelId="{E51448B4-264B-437B-8E1A-B187277C3A51}" type="sibTrans" cxnId="{FB97B93A-550D-44DD-8ADF-7C566C3F2E70}">
      <dgm:prSet/>
      <dgm:spPr/>
      <dgm:t>
        <a:bodyPr/>
        <a:lstStyle/>
        <a:p>
          <a:endParaRPr lang="en-US"/>
        </a:p>
      </dgm:t>
    </dgm:pt>
    <dgm:pt modelId="{F4D522A3-69B4-45BB-97DE-45AA8E62B550}">
      <dgm:prSet phldrT="[Text]"/>
      <dgm:spPr/>
      <dgm:t>
        <a:bodyPr/>
        <a:lstStyle/>
        <a:p>
          <a:r>
            <a:rPr lang="en-ZA" b="1" dirty="0" err="1"/>
            <a:t>Uitvissings-bedrog</a:t>
          </a:r>
          <a:r>
            <a:rPr lang="en-ZA" dirty="0"/>
            <a:t> </a:t>
          </a:r>
          <a:endParaRPr lang="en-US" dirty="0"/>
        </a:p>
      </dgm:t>
    </dgm:pt>
    <dgm:pt modelId="{93914AE5-A563-492F-9139-D94DE291C573}" type="parTrans" cxnId="{D768AC5E-0CD7-4A2F-B740-EAADBEABB768}">
      <dgm:prSet/>
      <dgm:spPr/>
      <dgm:t>
        <a:bodyPr/>
        <a:lstStyle/>
        <a:p>
          <a:endParaRPr lang="en-US"/>
        </a:p>
      </dgm:t>
    </dgm:pt>
    <dgm:pt modelId="{348BAD25-F1E1-45EE-A342-9016BDBC0B11}" type="sibTrans" cxnId="{D768AC5E-0CD7-4A2F-B740-EAADBEABB768}">
      <dgm:prSet/>
      <dgm:spPr/>
      <dgm:t>
        <a:bodyPr/>
        <a:lstStyle/>
        <a:p>
          <a:endParaRPr lang="en-US"/>
        </a:p>
      </dgm:t>
    </dgm:pt>
    <dgm:pt modelId="{EAE15EF1-2442-4420-A320-78A282931AD2}">
      <dgm:prSet phldrT="[Text]"/>
      <dgm:spPr/>
      <dgm:t>
        <a:bodyPr/>
        <a:lstStyle/>
        <a:p>
          <a:r>
            <a:rPr lang="en-ZA" b="1" i="1" dirty="0"/>
            <a:t>Pharming</a:t>
          </a:r>
          <a:r>
            <a:rPr lang="en-ZA" i="1" dirty="0"/>
            <a:t> </a:t>
          </a:r>
          <a:endParaRPr lang="en-US" i="1" dirty="0"/>
        </a:p>
      </dgm:t>
    </dgm:pt>
    <dgm:pt modelId="{8E1A015C-7075-4B8A-8583-6EC05DB11AEC}" type="parTrans" cxnId="{BB07B3AE-FA17-46D0-AB74-AD91C9CA14A8}">
      <dgm:prSet/>
      <dgm:spPr/>
      <dgm:t>
        <a:bodyPr/>
        <a:lstStyle/>
        <a:p>
          <a:endParaRPr lang="en-US"/>
        </a:p>
      </dgm:t>
    </dgm:pt>
    <dgm:pt modelId="{482B7393-6F29-4800-BF6E-6BE71FDBB27E}" type="sibTrans" cxnId="{BB07B3AE-FA17-46D0-AB74-AD91C9CA14A8}">
      <dgm:prSet/>
      <dgm:spPr/>
      <dgm:t>
        <a:bodyPr/>
        <a:lstStyle/>
        <a:p>
          <a:endParaRPr lang="en-US"/>
        </a:p>
      </dgm:t>
    </dgm:pt>
    <dgm:pt modelId="{B2399A6A-BD7A-40EC-9863-C8B0496580D1}">
      <dgm:prSet/>
      <dgm:spPr/>
      <dgm:t>
        <a:bodyPr/>
        <a:lstStyle/>
        <a:p>
          <a:r>
            <a:rPr lang="en-ZA" b="1"/>
            <a:t>E-pos- </a:t>
          </a:r>
          <a:br>
            <a:rPr lang="en-ZA" b="1" dirty="0"/>
          </a:br>
          <a:r>
            <a:rPr lang="en-ZA" b="1" i="1" dirty="0"/>
            <a:t>spoofing</a:t>
          </a:r>
          <a:r>
            <a:rPr lang="en-ZA" i="1" dirty="0"/>
            <a:t> </a:t>
          </a:r>
          <a:endParaRPr lang="en-US" i="1" dirty="0"/>
        </a:p>
      </dgm:t>
    </dgm:pt>
    <dgm:pt modelId="{6CA3D1E4-7497-420B-8696-680178134180}" type="parTrans" cxnId="{75F7D809-13D9-49DE-B72E-69CE19B70AE2}">
      <dgm:prSet/>
      <dgm:spPr/>
      <dgm:t>
        <a:bodyPr/>
        <a:lstStyle/>
        <a:p>
          <a:endParaRPr lang="en-US"/>
        </a:p>
      </dgm:t>
    </dgm:pt>
    <dgm:pt modelId="{8CB99D4D-5AF2-4888-B901-30DD54D6926B}" type="sibTrans" cxnId="{75F7D809-13D9-49DE-B72E-69CE19B70AE2}">
      <dgm:prSet/>
      <dgm:spPr/>
      <dgm:t>
        <a:bodyPr/>
        <a:lstStyle/>
        <a:p>
          <a:endParaRPr lang="en-US"/>
        </a:p>
      </dgm:t>
    </dgm:pt>
    <dgm:pt modelId="{04BD2FD2-5487-490B-ABBB-74571C1D7555}">
      <dgm:prSet/>
      <dgm:spPr/>
      <dgm:t>
        <a:bodyPr/>
        <a:lstStyle/>
        <a:p>
          <a:r>
            <a:rPr lang="en-ZA" b="1" i="1" dirty="0"/>
            <a:t>Hoaxes</a:t>
          </a:r>
          <a:r>
            <a:rPr lang="en-ZA" b="1" dirty="0"/>
            <a:t> </a:t>
          </a:r>
          <a:r>
            <a:rPr lang="en-ZA" b="1" dirty="0" err="1"/>
            <a:t>en</a:t>
          </a:r>
          <a:r>
            <a:rPr lang="en-ZA" b="1" dirty="0"/>
            <a:t> </a:t>
          </a:r>
          <a:r>
            <a:rPr lang="en-ZA" b="1" dirty="0" err="1"/>
            <a:t>bedrogskemas</a:t>
          </a:r>
          <a:endParaRPr lang="en-US" dirty="0"/>
        </a:p>
      </dgm:t>
    </dgm:pt>
    <dgm:pt modelId="{444728D5-B755-4FDF-89D3-DD4EF5BD1876}" type="parTrans" cxnId="{DB1ED00E-56C8-4B48-9896-686961329EC4}">
      <dgm:prSet/>
      <dgm:spPr/>
      <dgm:t>
        <a:bodyPr/>
        <a:lstStyle/>
        <a:p>
          <a:endParaRPr lang="en-US"/>
        </a:p>
      </dgm:t>
    </dgm:pt>
    <dgm:pt modelId="{0F0A71F7-60D5-4DAA-83E3-5AEF663926CE}" type="sibTrans" cxnId="{DB1ED00E-56C8-4B48-9896-686961329EC4}">
      <dgm:prSet/>
      <dgm:spPr/>
      <dgm:t>
        <a:bodyPr/>
        <a:lstStyle/>
        <a:p>
          <a:endParaRPr lang="en-US"/>
        </a:p>
      </dgm:t>
    </dgm:pt>
    <dgm:pt modelId="{134C2B01-61C9-4049-919F-FE9F8BAC04ED}">
      <dgm:prSet/>
      <dgm:spPr/>
      <dgm:t>
        <a:bodyPr/>
        <a:lstStyle/>
        <a:p>
          <a:r>
            <a:rPr lang="en-ZA" b="1" i="1" dirty="0"/>
            <a:t>Spam </a:t>
          </a:r>
          <a:endParaRPr lang="en-US" i="1" dirty="0"/>
        </a:p>
      </dgm:t>
    </dgm:pt>
    <dgm:pt modelId="{F8037920-2524-4206-B697-E2B2AEFED36C}" type="parTrans" cxnId="{695512CB-21F8-4FD4-A808-725012241A15}">
      <dgm:prSet/>
      <dgm:spPr/>
      <dgm:t>
        <a:bodyPr/>
        <a:lstStyle/>
        <a:p>
          <a:endParaRPr lang="en-US"/>
        </a:p>
      </dgm:t>
    </dgm:pt>
    <dgm:pt modelId="{1489225F-3218-4D45-8AB2-3211F9363623}" type="sibTrans" cxnId="{695512CB-21F8-4FD4-A808-725012241A15}">
      <dgm:prSet/>
      <dgm:spPr/>
      <dgm:t>
        <a:bodyPr/>
        <a:lstStyle/>
        <a:p>
          <a:endParaRPr lang="en-US"/>
        </a:p>
      </dgm:t>
    </dgm:pt>
    <dgm:pt modelId="{2D3BC130-34E6-4CCC-A19A-8815AB1EA8E3}">
      <dgm:prSet/>
      <dgm:spPr/>
      <dgm:t>
        <a:bodyPr/>
        <a:lstStyle/>
        <a:p>
          <a:r>
            <a:rPr lang="en-ZA" b="1"/>
            <a:t>Virus</a:t>
          </a:r>
          <a:endParaRPr lang="en-US"/>
        </a:p>
      </dgm:t>
    </dgm:pt>
    <dgm:pt modelId="{ED55EDC1-6F6B-4DFC-A450-B71D728C9669}" type="parTrans" cxnId="{69D344A3-90A7-4745-8591-C8F23FCAEE63}">
      <dgm:prSet/>
      <dgm:spPr/>
      <dgm:t>
        <a:bodyPr/>
        <a:lstStyle/>
        <a:p>
          <a:endParaRPr lang="en-US"/>
        </a:p>
      </dgm:t>
    </dgm:pt>
    <dgm:pt modelId="{3399EAC7-5645-4D00-BEA3-E1EB84AF5415}" type="sibTrans" cxnId="{69D344A3-90A7-4745-8591-C8F23FCAEE63}">
      <dgm:prSet/>
      <dgm:spPr/>
      <dgm:t>
        <a:bodyPr/>
        <a:lstStyle/>
        <a:p>
          <a:endParaRPr lang="en-US"/>
        </a:p>
      </dgm:t>
    </dgm:pt>
    <dgm:pt modelId="{1BE90CB4-7581-434A-A5EF-DFA28C08EAE3}" type="pres">
      <dgm:prSet presAssocID="{A93691A4-9AEE-4EBD-A871-C28D6361191A}" presName="diagram" presStyleCnt="0">
        <dgm:presLayoutVars>
          <dgm:dir/>
          <dgm:resizeHandles val="exact"/>
        </dgm:presLayoutVars>
      </dgm:prSet>
      <dgm:spPr/>
    </dgm:pt>
    <dgm:pt modelId="{0FC90E67-E4F0-4FDD-B69F-0501292BA805}" type="pres">
      <dgm:prSet presAssocID="{D1498193-493A-4640-AF1F-AF41CB1CB395}" presName="node" presStyleLbl="node1" presStyleIdx="0" presStyleCnt="9">
        <dgm:presLayoutVars>
          <dgm:bulletEnabled val="1"/>
        </dgm:presLayoutVars>
      </dgm:prSet>
      <dgm:spPr/>
    </dgm:pt>
    <dgm:pt modelId="{0DE590F6-9B44-4772-BB78-0C71E1D44B8D}" type="pres">
      <dgm:prSet presAssocID="{44D39417-7177-4AB4-85F6-1B6BFE21C920}" presName="sibTrans" presStyleCnt="0"/>
      <dgm:spPr/>
    </dgm:pt>
    <dgm:pt modelId="{2F0682EE-8963-435A-8EAD-EF33E1D6F0F4}" type="pres">
      <dgm:prSet presAssocID="{2D3BC130-34E6-4CCC-A19A-8815AB1EA8E3}" presName="node" presStyleLbl="node1" presStyleIdx="1" presStyleCnt="9">
        <dgm:presLayoutVars>
          <dgm:bulletEnabled val="1"/>
        </dgm:presLayoutVars>
      </dgm:prSet>
      <dgm:spPr/>
    </dgm:pt>
    <dgm:pt modelId="{7C5CC84F-E6DD-4E84-9E6E-C4FEDE89CE98}" type="pres">
      <dgm:prSet presAssocID="{3399EAC7-5645-4D00-BEA3-E1EB84AF5415}" presName="sibTrans" presStyleCnt="0"/>
      <dgm:spPr/>
    </dgm:pt>
    <dgm:pt modelId="{8A0C2DF4-4D0D-4C89-BBFB-2C15EEA2B048}" type="pres">
      <dgm:prSet presAssocID="{1F8974E8-DE00-4691-8001-306094B2C2ED}" presName="node" presStyleLbl="node1" presStyleIdx="2" presStyleCnt="9">
        <dgm:presLayoutVars>
          <dgm:bulletEnabled val="1"/>
        </dgm:presLayoutVars>
      </dgm:prSet>
      <dgm:spPr/>
    </dgm:pt>
    <dgm:pt modelId="{43963E65-5B49-4CAE-B4CD-886C17E3EA76}" type="pres">
      <dgm:prSet presAssocID="{8FB0DF38-C698-4A92-8531-212432A3CE59}" presName="sibTrans" presStyleCnt="0"/>
      <dgm:spPr/>
    </dgm:pt>
    <dgm:pt modelId="{38FBA70F-6FAE-4F8D-ABE0-B9C7F7E69E9A}" type="pres">
      <dgm:prSet presAssocID="{DA55E773-ED76-4A15-9E32-F01C5F0CC545}" presName="node" presStyleLbl="node1" presStyleIdx="3" presStyleCnt="9">
        <dgm:presLayoutVars>
          <dgm:bulletEnabled val="1"/>
        </dgm:presLayoutVars>
      </dgm:prSet>
      <dgm:spPr/>
    </dgm:pt>
    <dgm:pt modelId="{37533CAD-35F8-42D1-A512-12DC0924DBFC}" type="pres">
      <dgm:prSet presAssocID="{E51448B4-264B-437B-8E1A-B187277C3A51}" presName="sibTrans" presStyleCnt="0"/>
      <dgm:spPr/>
    </dgm:pt>
    <dgm:pt modelId="{2B06D828-270E-43B4-AD95-51D6636D87DF}" type="pres">
      <dgm:prSet presAssocID="{F4D522A3-69B4-45BB-97DE-45AA8E62B550}" presName="node" presStyleLbl="node1" presStyleIdx="4" presStyleCnt="9">
        <dgm:presLayoutVars>
          <dgm:bulletEnabled val="1"/>
        </dgm:presLayoutVars>
      </dgm:prSet>
      <dgm:spPr/>
    </dgm:pt>
    <dgm:pt modelId="{9D3DE68A-9C75-4261-96E9-EC6CC759E1A5}" type="pres">
      <dgm:prSet presAssocID="{348BAD25-F1E1-45EE-A342-9016BDBC0B11}" presName="sibTrans" presStyleCnt="0"/>
      <dgm:spPr/>
    </dgm:pt>
    <dgm:pt modelId="{A367C665-D0AA-49BE-92AD-E88801B22444}" type="pres">
      <dgm:prSet presAssocID="{EAE15EF1-2442-4420-A320-78A282931AD2}" presName="node" presStyleLbl="node1" presStyleIdx="5" presStyleCnt="9">
        <dgm:presLayoutVars>
          <dgm:bulletEnabled val="1"/>
        </dgm:presLayoutVars>
      </dgm:prSet>
      <dgm:spPr/>
    </dgm:pt>
    <dgm:pt modelId="{F087E511-962C-4E99-BD58-497BB940C2FB}" type="pres">
      <dgm:prSet presAssocID="{482B7393-6F29-4800-BF6E-6BE71FDBB27E}" presName="sibTrans" presStyleCnt="0"/>
      <dgm:spPr/>
    </dgm:pt>
    <dgm:pt modelId="{475F8525-3A19-447D-BAFC-8FFAF60C6ED6}" type="pres">
      <dgm:prSet presAssocID="{B2399A6A-BD7A-40EC-9863-C8B0496580D1}" presName="node" presStyleLbl="node1" presStyleIdx="6" presStyleCnt="9">
        <dgm:presLayoutVars>
          <dgm:bulletEnabled val="1"/>
        </dgm:presLayoutVars>
      </dgm:prSet>
      <dgm:spPr/>
    </dgm:pt>
    <dgm:pt modelId="{B9B26070-3386-4DED-90DE-9D71ACEF93C6}" type="pres">
      <dgm:prSet presAssocID="{8CB99D4D-5AF2-4888-B901-30DD54D6926B}" presName="sibTrans" presStyleCnt="0"/>
      <dgm:spPr/>
    </dgm:pt>
    <dgm:pt modelId="{FD29780D-8D1F-476F-9B1A-69DC28C218AD}" type="pres">
      <dgm:prSet presAssocID="{04BD2FD2-5487-490B-ABBB-74571C1D7555}" presName="node" presStyleLbl="node1" presStyleIdx="7" presStyleCnt="9">
        <dgm:presLayoutVars>
          <dgm:bulletEnabled val="1"/>
        </dgm:presLayoutVars>
      </dgm:prSet>
      <dgm:spPr/>
    </dgm:pt>
    <dgm:pt modelId="{F51BA820-A612-45EF-8BD7-88A88D9B3E58}" type="pres">
      <dgm:prSet presAssocID="{0F0A71F7-60D5-4DAA-83E3-5AEF663926CE}" presName="sibTrans" presStyleCnt="0"/>
      <dgm:spPr/>
    </dgm:pt>
    <dgm:pt modelId="{11C90A4E-AE4A-4B89-A9EB-897A049396A9}" type="pres">
      <dgm:prSet presAssocID="{134C2B01-61C9-4049-919F-FE9F8BAC04ED}" presName="node" presStyleLbl="node1" presStyleIdx="8" presStyleCnt="9">
        <dgm:presLayoutVars>
          <dgm:bulletEnabled val="1"/>
        </dgm:presLayoutVars>
      </dgm:prSet>
      <dgm:spPr/>
    </dgm:pt>
  </dgm:ptLst>
  <dgm:cxnLst>
    <dgm:cxn modelId="{0836403F-3484-4605-9ABD-92441BD4F361}" type="presOf" srcId="{134C2B01-61C9-4049-919F-FE9F8BAC04ED}" destId="{11C90A4E-AE4A-4B89-A9EB-897A049396A9}" srcOrd="0" destOrd="0" presId="urn:microsoft.com/office/officeart/2005/8/layout/default"/>
    <dgm:cxn modelId="{FB97B93A-550D-44DD-8ADF-7C566C3F2E70}" srcId="{A93691A4-9AEE-4EBD-A871-C28D6361191A}" destId="{DA55E773-ED76-4A15-9E32-F01C5F0CC545}" srcOrd="3" destOrd="0" parTransId="{AD7844B3-CDE7-48AB-8365-3599E85776B4}" sibTransId="{E51448B4-264B-437B-8E1A-B187277C3A51}"/>
    <dgm:cxn modelId="{DB0025C7-522E-4223-8465-E220C43411A6}" type="presOf" srcId="{A93691A4-9AEE-4EBD-A871-C28D6361191A}" destId="{1BE90CB4-7581-434A-A5EF-DFA28C08EAE3}" srcOrd="0" destOrd="0" presId="urn:microsoft.com/office/officeart/2005/8/layout/default"/>
    <dgm:cxn modelId="{A613046C-2A91-4A06-9FED-8FA216050B29}" type="presOf" srcId="{1F8974E8-DE00-4691-8001-306094B2C2ED}" destId="{8A0C2DF4-4D0D-4C89-BBFB-2C15EEA2B048}" srcOrd="0" destOrd="0" presId="urn:microsoft.com/office/officeart/2005/8/layout/default"/>
    <dgm:cxn modelId="{695512CB-21F8-4FD4-A808-725012241A15}" srcId="{A93691A4-9AEE-4EBD-A871-C28D6361191A}" destId="{134C2B01-61C9-4049-919F-FE9F8BAC04ED}" srcOrd="8" destOrd="0" parTransId="{F8037920-2524-4206-B697-E2B2AEFED36C}" sibTransId="{1489225F-3218-4D45-8AB2-3211F9363623}"/>
    <dgm:cxn modelId="{06992CE1-BD80-45CF-8528-1BF686736ADB}" type="presOf" srcId="{D1498193-493A-4640-AF1F-AF41CB1CB395}" destId="{0FC90E67-E4F0-4FDD-B69F-0501292BA805}" srcOrd="0" destOrd="0" presId="urn:microsoft.com/office/officeart/2005/8/layout/default"/>
    <dgm:cxn modelId="{75F7D809-13D9-49DE-B72E-69CE19B70AE2}" srcId="{A93691A4-9AEE-4EBD-A871-C28D6361191A}" destId="{B2399A6A-BD7A-40EC-9863-C8B0496580D1}" srcOrd="6" destOrd="0" parTransId="{6CA3D1E4-7497-420B-8696-680178134180}" sibTransId="{8CB99D4D-5AF2-4888-B901-30DD54D6926B}"/>
    <dgm:cxn modelId="{86FB0102-4989-4422-A67C-7BACD2273CD6}" type="presOf" srcId="{DA55E773-ED76-4A15-9E32-F01C5F0CC545}" destId="{38FBA70F-6FAE-4F8D-ABE0-B9C7F7E69E9A}" srcOrd="0" destOrd="0" presId="urn:microsoft.com/office/officeart/2005/8/layout/default"/>
    <dgm:cxn modelId="{D5DF2024-DD72-45A1-A8B6-9225C1CAD536}" srcId="{A93691A4-9AEE-4EBD-A871-C28D6361191A}" destId="{1F8974E8-DE00-4691-8001-306094B2C2ED}" srcOrd="2" destOrd="0" parTransId="{5A131D2A-F19B-4F3A-B5C3-6ABD873814EF}" sibTransId="{8FB0DF38-C698-4A92-8531-212432A3CE59}"/>
    <dgm:cxn modelId="{DCDD4B90-25DC-4714-AA72-C98922355C7B}" srcId="{A93691A4-9AEE-4EBD-A871-C28D6361191A}" destId="{D1498193-493A-4640-AF1F-AF41CB1CB395}" srcOrd="0" destOrd="0" parTransId="{99BDE136-A602-46AA-89B7-8B4888938646}" sibTransId="{44D39417-7177-4AB4-85F6-1B6BFE21C920}"/>
    <dgm:cxn modelId="{BB07B3AE-FA17-46D0-AB74-AD91C9CA14A8}" srcId="{A93691A4-9AEE-4EBD-A871-C28D6361191A}" destId="{EAE15EF1-2442-4420-A320-78A282931AD2}" srcOrd="5" destOrd="0" parTransId="{8E1A015C-7075-4B8A-8583-6EC05DB11AEC}" sibTransId="{482B7393-6F29-4800-BF6E-6BE71FDBB27E}"/>
    <dgm:cxn modelId="{319E962C-2E9A-41B7-97F2-40DE93F0AB38}" type="presOf" srcId="{EAE15EF1-2442-4420-A320-78A282931AD2}" destId="{A367C665-D0AA-49BE-92AD-E88801B22444}" srcOrd="0" destOrd="0" presId="urn:microsoft.com/office/officeart/2005/8/layout/default"/>
    <dgm:cxn modelId="{0032D6AC-DFAB-4170-9353-2ABB809AEE0D}" type="presOf" srcId="{F4D522A3-69B4-45BB-97DE-45AA8E62B550}" destId="{2B06D828-270E-43B4-AD95-51D6636D87DF}" srcOrd="0" destOrd="0" presId="urn:microsoft.com/office/officeart/2005/8/layout/default"/>
    <dgm:cxn modelId="{DB1ED00E-56C8-4B48-9896-686961329EC4}" srcId="{A93691A4-9AEE-4EBD-A871-C28D6361191A}" destId="{04BD2FD2-5487-490B-ABBB-74571C1D7555}" srcOrd="7" destOrd="0" parTransId="{444728D5-B755-4FDF-89D3-DD4EF5BD1876}" sibTransId="{0F0A71F7-60D5-4DAA-83E3-5AEF663926CE}"/>
    <dgm:cxn modelId="{69D344A3-90A7-4745-8591-C8F23FCAEE63}" srcId="{A93691A4-9AEE-4EBD-A871-C28D6361191A}" destId="{2D3BC130-34E6-4CCC-A19A-8815AB1EA8E3}" srcOrd="1" destOrd="0" parTransId="{ED55EDC1-6F6B-4DFC-A450-B71D728C9669}" sibTransId="{3399EAC7-5645-4D00-BEA3-E1EB84AF5415}"/>
    <dgm:cxn modelId="{F014F8DC-5727-4B41-9036-86A8810A0492}" type="presOf" srcId="{2D3BC130-34E6-4CCC-A19A-8815AB1EA8E3}" destId="{2F0682EE-8963-435A-8EAD-EF33E1D6F0F4}" srcOrd="0" destOrd="0" presId="urn:microsoft.com/office/officeart/2005/8/layout/default"/>
    <dgm:cxn modelId="{D768AC5E-0CD7-4A2F-B740-EAADBEABB768}" srcId="{A93691A4-9AEE-4EBD-A871-C28D6361191A}" destId="{F4D522A3-69B4-45BB-97DE-45AA8E62B550}" srcOrd="4" destOrd="0" parTransId="{93914AE5-A563-492F-9139-D94DE291C573}" sibTransId="{348BAD25-F1E1-45EE-A342-9016BDBC0B11}"/>
    <dgm:cxn modelId="{A18A7DFB-265E-4907-B0C1-390BFF6A101C}" type="presOf" srcId="{B2399A6A-BD7A-40EC-9863-C8B0496580D1}" destId="{475F8525-3A19-447D-BAFC-8FFAF60C6ED6}" srcOrd="0" destOrd="0" presId="urn:microsoft.com/office/officeart/2005/8/layout/default"/>
    <dgm:cxn modelId="{7673043D-A704-43DE-A775-52CF9E6B841B}" type="presOf" srcId="{04BD2FD2-5487-490B-ABBB-74571C1D7555}" destId="{FD29780D-8D1F-476F-9B1A-69DC28C218AD}" srcOrd="0" destOrd="0" presId="urn:microsoft.com/office/officeart/2005/8/layout/default"/>
    <dgm:cxn modelId="{E4CA911B-B5B0-4CC6-B60C-59C1303AE16E}" type="presParOf" srcId="{1BE90CB4-7581-434A-A5EF-DFA28C08EAE3}" destId="{0FC90E67-E4F0-4FDD-B69F-0501292BA805}" srcOrd="0" destOrd="0" presId="urn:microsoft.com/office/officeart/2005/8/layout/default"/>
    <dgm:cxn modelId="{BAD29F91-D3D3-41D2-BFA1-B2531659F0FC}" type="presParOf" srcId="{1BE90CB4-7581-434A-A5EF-DFA28C08EAE3}" destId="{0DE590F6-9B44-4772-BB78-0C71E1D44B8D}" srcOrd="1" destOrd="0" presId="urn:microsoft.com/office/officeart/2005/8/layout/default"/>
    <dgm:cxn modelId="{8D174CFF-18F4-4FDD-9F9C-383BA40E0C1C}" type="presParOf" srcId="{1BE90CB4-7581-434A-A5EF-DFA28C08EAE3}" destId="{2F0682EE-8963-435A-8EAD-EF33E1D6F0F4}" srcOrd="2" destOrd="0" presId="urn:microsoft.com/office/officeart/2005/8/layout/default"/>
    <dgm:cxn modelId="{840B894B-7B7C-4C0A-93C9-DB205790F909}" type="presParOf" srcId="{1BE90CB4-7581-434A-A5EF-DFA28C08EAE3}" destId="{7C5CC84F-E6DD-4E84-9E6E-C4FEDE89CE98}" srcOrd="3" destOrd="0" presId="urn:microsoft.com/office/officeart/2005/8/layout/default"/>
    <dgm:cxn modelId="{881A7716-B831-44F5-AA1B-DA3F82034E4F}" type="presParOf" srcId="{1BE90CB4-7581-434A-A5EF-DFA28C08EAE3}" destId="{8A0C2DF4-4D0D-4C89-BBFB-2C15EEA2B048}" srcOrd="4" destOrd="0" presId="urn:microsoft.com/office/officeart/2005/8/layout/default"/>
    <dgm:cxn modelId="{AE5C6C16-3758-44C0-9B20-EA6138D7239F}" type="presParOf" srcId="{1BE90CB4-7581-434A-A5EF-DFA28C08EAE3}" destId="{43963E65-5B49-4CAE-B4CD-886C17E3EA76}" srcOrd="5" destOrd="0" presId="urn:microsoft.com/office/officeart/2005/8/layout/default"/>
    <dgm:cxn modelId="{2ACBE4E5-810D-4A58-BAFB-26FB3FA9A799}" type="presParOf" srcId="{1BE90CB4-7581-434A-A5EF-DFA28C08EAE3}" destId="{38FBA70F-6FAE-4F8D-ABE0-B9C7F7E69E9A}" srcOrd="6" destOrd="0" presId="urn:microsoft.com/office/officeart/2005/8/layout/default"/>
    <dgm:cxn modelId="{8DFA28D6-45A2-425F-8FF4-F1B3EA003AAC}" type="presParOf" srcId="{1BE90CB4-7581-434A-A5EF-DFA28C08EAE3}" destId="{37533CAD-35F8-42D1-A512-12DC0924DBFC}" srcOrd="7" destOrd="0" presId="urn:microsoft.com/office/officeart/2005/8/layout/default"/>
    <dgm:cxn modelId="{C7ABEA90-1BE8-4A02-A9EC-8D7CA49B4618}" type="presParOf" srcId="{1BE90CB4-7581-434A-A5EF-DFA28C08EAE3}" destId="{2B06D828-270E-43B4-AD95-51D6636D87DF}" srcOrd="8" destOrd="0" presId="urn:microsoft.com/office/officeart/2005/8/layout/default"/>
    <dgm:cxn modelId="{4371A44E-79D3-437B-A124-B2C52D4CC003}" type="presParOf" srcId="{1BE90CB4-7581-434A-A5EF-DFA28C08EAE3}" destId="{9D3DE68A-9C75-4261-96E9-EC6CC759E1A5}" srcOrd="9" destOrd="0" presId="urn:microsoft.com/office/officeart/2005/8/layout/default"/>
    <dgm:cxn modelId="{2D773B5F-3276-4D4C-8747-ADEE6B9AE9B5}" type="presParOf" srcId="{1BE90CB4-7581-434A-A5EF-DFA28C08EAE3}" destId="{A367C665-D0AA-49BE-92AD-E88801B22444}" srcOrd="10" destOrd="0" presId="urn:microsoft.com/office/officeart/2005/8/layout/default"/>
    <dgm:cxn modelId="{FD94D4F5-8640-400B-B017-AF890AA8C6AA}" type="presParOf" srcId="{1BE90CB4-7581-434A-A5EF-DFA28C08EAE3}" destId="{F087E511-962C-4E99-BD58-497BB940C2FB}" srcOrd="11" destOrd="0" presId="urn:microsoft.com/office/officeart/2005/8/layout/default"/>
    <dgm:cxn modelId="{BEDE51C2-2F5D-41E5-911D-49E81521F129}" type="presParOf" srcId="{1BE90CB4-7581-434A-A5EF-DFA28C08EAE3}" destId="{475F8525-3A19-447D-BAFC-8FFAF60C6ED6}" srcOrd="12" destOrd="0" presId="urn:microsoft.com/office/officeart/2005/8/layout/default"/>
    <dgm:cxn modelId="{33A5D0A8-986D-474C-982B-6687D3ECA539}" type="presParOf" srcId="{1BE90CB4-7581-434A-A5EF-DFA28C08EAE3}" destId="{B9B26070-3386-4DED-90DE-9D71ACEF93C6}" srcOrd="13" destOrd="0" presId="urn:microsoft.com/office/officeart/2005/8/layout/default"/>
    <dgm:cxn modelId="{1E5598D2-2987-4F63-84F5-FB86067BBF50}" type="presParOf" srcId="{1BE90CB4-7581-434A-A5EF-DFA28C08EAE3}" destId="{FD29780D-8D1F-476F-9B1A-69DC28C218AD}" srcOrd="14" destOrd="0" presId="urn:microsoft.com/office/officeart/2005/8/layout/default"/>
    <dgm:cxn modelId="{839BE017-2421-47CB-B1FE-8FE8835F2410}" type="presParOf" srcId="{1BE90CB4-7581-434A-A5EF-DFA28C08EAE3}" destId="{F51BA820-A612-45EF-8BD7-88A88D9B3E58}" srcOrd="15" destOrd="0" presId="urn:microsoft.com/office/officeart/2005/8/layout/default"/>
    <dgm:cxn modelId="{66157CBB-6519-46E8-80E0-37994A1EE44A}" type="presParOf" srcId="{1BE90CB4-7581-434A-A5EF-DFA28C08EAE3}" destId="{11C90A4E-AE4A-4B89-A9EB-897A049396A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725E4-FA65-4BF1-A2CB-2FDAD24CD65C}">
      <dsp:nvSpPr>
        <dsp:cNvPr id="0" name=""/>
        <dsp:cNvSpPr/>
      </dsp:nvSpPr>
      <dsp:spPr>
        <a:xfrm>
          <a:off x="1804" y="0"/>
          <a:ext cx="1891796" cy="32918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e-pos  </a:t>
          </a:r>
          <a:r>
            <a:rPr lang="en-ZA" sz="2300" kern="1200" dirty="0" err="1"/>
            <a:t>aanhegsels</a:t>
          </a:r>
          <a:endParaRPr lang="en-ZA" sz="2300" kern="1200" dirty="0"/>
        </a:p>
      </dsp:txBody>
      <dsp:txXfrm>
        <a:off x="1804" y="1316739"/>
        <a:ext cx="1891796" cy="1316739"/>
      </dsp:txXfrm>
    </dsp:sp>
    <dsp:sp modelId="{008C1554-8104-4FE0-9480-187644AFD804}">
      <dsp:nvSpPr>
        <dsp:cNvPr id="0" name=""/>
        <dsp:cNvSpPr/>
      </dsp:nvSpPr>
      <dsp:spPr>
        <a:xfrm>
          <a:off x="399610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97D74-B0A1-42BC-9C8D-E97EF1378734}">
      <dsp:nvSpPr>
        <dsp:cNvPr id="0" name=""/>
        <dsp:cNvSpPr/>
      </dsp:nvSpPr>
      <dsp:spPr>
        <a:xfrm>
          <a:off x="1970238" y="0"/>
          <a:ext cx="1891796" cy="32918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aflaai </a:t>
          </a:r>
          <a:r>
            <a:rPr lang="en-ZA" sz="2300" kern="1200" dirty="0"/>
            <a:t>van die Internet</a:t>
          </a:r>
        </a:p>
      </dsp:txBody>
      <dsp:txXfrm>
        <a:off x="1970238" y="1316739"/>
        <a:ext cx="1891796" cy="1316739"/>
      </dsp:txXfrm>
    </dsp:sp>
    <dsp:sp modelId="{1C9B75AE-2FAC-4887-9A81-C65C29884D5E}">
      <dsp:nvSpPr>
        <dsp:cNvPr id="0" name=""/>
        <dsp:cNvSpPr/>
      </dsp:nvSpPr>
      <dsp:spPr>
        <a:xfrm>
          <a:off x="2348161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EFDBF-44A5-404B-A728-F96363C682FC}">
      <dsp:nvSpPr>
        <dsp:cNvPr id="0" name=""/>
        <dsp:cNvSpPr/>
      </dsp:nvSpPr>
      <dsp:spPr>
        <a:xfrm>
          <a:off x="3898905" y="0"/>
          <a:ext cx="1891796" cy="32918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>
              <a:solidFill>
                <a:schemeClr val="bg1"/>
              </a:solidFill>
            </a:rPr>
            <a:t>lêers </a:t>
          </a:r>
          <a:r>
            <a:rPr lang="en-ZA" sz="2300" kern="1200" dirty="0">
              <a:solidFill>
                <a:schemeClr val="bg1"/>
              </a:solidFill>
            </a:rPr>
            <a:t>wat op die </a:t>
          </a:r>
          <a:r>
            <a:rPr lang="en-ZA" sz="2300" kern="1200" dirty="0" err="1">
              <a:solidFill>
                <a:schemeClr val="bg1"/>
              </a:solidFill>
            </a:rPr>
            <a:t>netwerk</a:t>
          </a:r>
          <a:r>
            <a:rPr lang="en-ZA" sz="2300" kern="1200" dirty="0">
              <a:solidFill>
                <a:schemeClr val="bg1"/>
              </a:solidFill>
            </a:rPr>
            <a:t> </a:t>
          </a:r>
          <a:r>
            <a:rPr lang="en-ZA" sz="2300" kern="1200" dirty="0" err="1">
              <a:solidFill>
                <a:schemeClr val="bg1"/>
              </a:solidFill>
            </a:rPr>
            <a:t>gedeel</a:t>
          </a:r>
          <a:r>
            <a:rPr lang="en-ZA" sz="2300" kern="1200" dirty="0">
              <a:solidFill>
                <a:schemeClr val="bg1"/>
              </a:solidFill>
            </a:rPr>
            <a:t> word</a:t>
          </a:r>
        </a:p>
      </dsp:txBody>
      <dsp:txXfrm>
        <a:off x="3898905" y="1316739"/>
        <a:ext cx="1891796" cy="1316739"/>
      </dsp:txXfrm>
    </dsp:sp>
    <dsp:sp modelId="{E3F7E699-C16C-4885-B222-9F9CC7591AD4}">
      <dsp:nvSpPr>
        <dsp:cNvPr id="0" name=""/>
        <dsp:cNvSpPr/>
      </dsp:nvSpPr>
      <dsp:spPr>
        <a:xfrm>
          <a:off x="4296711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FD9DD-88B5-4CE8-B493-3D6100042016}">
      <dsp:nvSpPr>
        <dsp:cNvPr id="0" name=""/>
        <dsp:cNvSpPr/>
      </dsp:nvSpPr>
      <dsp:spPr>
        <a:xfrm>
          <a:off x="5847456" y="0"/>
          <a:ext cx="1891796" cy="32918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>
              <a:solidFill>
                <a:schemeClr val="bg1"/>
              </a:solidFill>
            </a:rPr>
            <a:t>lêers </a:t>
          </a:r>
          <a:r>
            <a:rPr lang="en-US" sz="2300" kern="1200" dirty="0"/>
            <a:t>op </a:t>
          </a:r>
          <a:r>
            <a:rPr lang="en-US" sz="2300" kern="1200" dirty="0" err="1"/>
            <a:t>draagbare</a:t>
          </a:r>
          <a:r>
            <a:rPr lang="en-US" sz="2300" kern="1200" dirty="0"/>
            <a:t> media </a:t>
          </a:r>
        </a:p>
      </dsp:txBody>
      <dsp:txXfrm>
        <a:off x="5847456" y="1316739"/>
        <a:ext cx="1891796" cy="1316739"/>
      </dsp:txXfrm>
    </dsp:sp>
    <dsp:sp modelId="{1023F8A7-156A-4719-A29A-0AB649B7D944}">
      <dsp:nvSpPr>
        <dsp:cNvPr id="0" name=""/>
        <dsp:cNvSpPr/>
      </dsp:nvSpPr>
      <dsp:spPr>
        <a:xfrm>
          <a:off x="6245262" y="197510"/>
          <a:ext cx="1096185" cy="1096185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CCD5E-B490-4520-8A5F-A3D0393FA1B9}">
      <dsp:nvSpPr>
        <dsp:cNvPr id="0" name=""/>
        <dsp:cNvSpPr/>
      </dsp:nvSpPr>
      <dsp:spPr>
        <a:xfrm>
          <a:off x="309642" y="2633478"/>
          <a:ext cx="7121773" cy="493777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90E67-E4F0-4FDD-B69F-0501292BA805}">
      <dsp:nvSpPr>
        <dsp:cNvPr id="0" name=""/>
        <dsp:cNvSpPr/>
      </dsp:nvSpPr>
      <dsp:spPr>
        <a:xfrm>
          <a:off x="236783" y="1139"/>
          <a:ext cx="1673420" cy="10040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i="1" kern="1200" dirty="0"/>
            <a:t>Malware </a:t>
          </a:r>
          <a:endParaRPr lang="en-US" sz="1900" i="1" kern="1200" dirty="0"/>
        </a:p>
      </dsp:txBody>
      <dsp:txXfrm>
        <a:off x="236783" y="1139"/>
        <a:ext cx="1673420" cy="1004052"/>
      </dsp:txXfrm>
    </dsp:sp>
    <dsp:sp modelId="{2F0682EE-8963-435A-8EAD-EF33E1D6F0F4}">
      <dsp:nvSpPr>
        <dsp:cNvPr id="0" name=""/>
        <dsp:cNvSpPr/>
      </dsp:nvSpPr>
      <dsp:spPr>
        <a:xfrm>
          <a:off x="2077546" y="1139"/>
          <a:ext cx="1673420" cy="10040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Virus</a:t>
          </a:r>
          <a:endParaRPr lang="en-US" sz="1900" kern="1200"/>
        </a:p>
      </dsp:txBody>
      <dsp:txXfrm>
        <a:off x="2077546" y="1139"/>
        <a:ext cx="1673420" cy="1004052"/>
      </dsp:txXfrm>
    </dsp:sp>
    <dsp:sp modelId="{8A0C2DF4-4D0D-4C89-BBFB-2C15EEA2B048}">
      <dsp:nvSpPr>
        <dsp:cNvPr id="0" name=""/>
        <dsp:cNvSpPr/>
      </dsp:nvSpPr>
      <dsp:spPr>
        <a:xfrm>
          <a:off x="3918308" y="1139"/>
          <a:ext cx="1673420" cy="10040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 err="1"/>
            <a:t>Rekenaar-wurm</a:t>
          </a:r>
          <a:endParaRPr lang="en-US" sz="1900" kern="1200" dirty="0"/>
        </a:p>
      </dsp:txBody>
      <dsp:txXfrm>
        <a:off x="3918308" y="1139"/>
        <a:ext cx="1673420" cy="1004052"/>
      </dsp:txXfrm>
    </dsp:sp>
    <dsp:sp modelId="{38FBA70F-6FAE-4F8D-ABE0-B9C7F7E69E9A}">
      <dsp:nvSpPr>
        <dsp:cNvPr id="0" name=""/>
        <dsp:cNvSpPr/>
      </dsp:nvSpPr>
      <dsp:spPr>
        <a:xfrm>
          <a:off x="236783" y="1172534"/>
          <a:ext cx="1673420" cy="10040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 err="1"/>
            <a:t>Trojane</a:t>
          </a:r>
          <a:r>
            <a:rPr lang="en-ZA" sz="1900" b="1" kern="1200" dirty="0"/>
            <a:t> </a:t>
          </a:r>
          <a:endParaRPr lang="en-US" sz="1900" kern="1200" dirty="0"/>
        </a:p>
      </dsp:txBody>
      <dsp:txXfrm>
        <a:off x="236783" y="1172534"/>
        <a:ext cx="1673420" cy="1004052"/>
      </dsp:txXfrm>
    </dsp:sp>
    <dsp:sp modelId="{2B06D828-270E-43B4-AD95-51D6636D87DF}">
      <dsp:nvSpPr>
        <dsp:cNvPr id="0" name=""/>
        <dsp:cNvSpPr/>
      </dsp:nvSpPr>
      <dsp:spPr>
        <a:xfrm>
          <a:off x="2077546" y="1172534"/>
          <a:ext cx="1673420" cy="10040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 err="1"/>
            <a:t>Uitvissings-bedrog</a:t>
          </a:r>
          <a:r>
            <a:rPr lang="en-ZA" sz="1900" kern="1200" dirty="0"/>
            <a:t> </a:t>
          </a:r>
          <a:endParaRPr lang="en-US" sz="1900" kern="1200" dirty="0"/>
        </a:p>
      </dsp:txBody>
      <dsp:txXfrm>
        <a:off x="2077546" y="1172534"/>
        <a:ext cx="1673420" cy="1004052"/>
      </dsp:txXfrm>
    </dsp:sp>
    <dsp:sp modelId="{A367C665-D0AA-49BE-92AD-E88801B22444}">
      <dsp:nvSpPr>
        <dsp:cNvPr id="0" name=""/>
        <dsp:cNvSpPr/>
      </dsp:nvSpPr>
      <dsp:spPr>
        <a:xfrm>
          <a:off x="3918308" y="1172534"/>
          <a:ext cx="1673420" cy="10040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i="1" kern="1200" dirty="0"/>
            <a:t>Pharming</a:t>
          </a:r>
          <a:r>
            <a:rPr lang="en-ZA" sz="1900" i="1" kern="1200" dirty="0"/>
            <a:t> </a:t>
          </a:r>
          <a:endParaRPr lang="en-US" sz="1900" i="1" kern="1200" dirty="0"/>
        </a:p>
      </dsp:txBody>
      <dsp:txXfrm>
        <a:off x="3918308" y="1172534"/>
        <a:ext cx="1673420" cy="1004052"/>
      </dsp:txXfrm>
    </dsp:sp>
    <dsp:sp modelId="{475F8525-3A19-447D-BAFC-8FFAF60C6ED6}">
      <dsp:nvSpPr>
        <dsp:cNvPr id="0" name=""/>
        <dsp:cNvSpPr/>
      </dsp:nvSpPr>
      <dsp:spPr>
        <a:xfrm>
          <a:off x="236783" y="2343928"/>
          <a:ext cx="1673420" cy="10040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E-pos- </a:t>
          </a:r>
          <a:br>
            <a:rPr lang="en-ZA" sz="1900" b="1" kern="1200" dirty="0"/>
          </a:br>
          <a:r>
            <a:rPr lang="en-ZA" sz="1900" b="1" i="1" kern="1200" dirty="0"/>
            <a:t>spoofing</a:t>
          </a:r>
          <a:r>
            <a:rPr lang="en-ZA" sz="1900" i="1" kern="1200" dirty="0"/>
            <a:t> </a:t>
          </a:r>
          <a:endParaRPr lang="en-US" sz="1900" i="1" kern="1200" dirty="0"/>
        </a:p>
      </dsp:txBody>
      <dsp:txXfrm>
        <a:off x="236783" y="2343928"/>
        <a:ext cx="1673420" cy="1004052"/>
      </dsp:txXfrm>
    </dsp:sp>
    <dsp:sp modelId="{FD29780D-8D1F-476F-9B1A-69DC28C218AD}">
      <dsp:nvSpPr>
        <dsp:cNvPr id="0" name=""/>
        <dsp:cNvSpPr/>
      </dsp:nvSpPr>
      <dsp:spPr>
        <a:xfrm>
          <a:off x="2077546" y="2343928"/>
          <a:ext cx="1673420" cy="10040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i="1" kern="1200" dirty="0"/>
            <a:t>Hoaxes</a:t>
          </a:r>
          <a:r>
            <a:rPr lang="en-ZA" sz="1900" b="1" kern="1200" dirty="0"/>
            <a:t> </a:t>
          </a:r>
          <a:r>
            <a:rPr lang="en-ZA" sz="1900" b="1" kern="1200" dirty="0" err="1"/>
            <a:t>en</a:t>
          </a:r>
          <a:r>
            <a:rPr lang="en-ZA" sz="1900" b="1" kern="1200" dirty="0"/>
            <a:t> </a:t>
          </a:r>
          <a:r>
            <a:rPr lang="en-ZA" sz="1900" b="1" kern="1200" dirty="0" err="1"/>
            <a:t>bedrogskemas</a:t>
          </a:r>
          <a:endParaRPr lang="en-US" sz="1900" kern="1200" dirty="0"/>
        </a:p>
      </dsp:txBody>
      <dsp:txXfrm>
        <a:off x="2077546" y="2343928"/>
        <a:ext cx="1673420" cy="1004052"/>
      </dsp:txXfrm>
    </dsp:sp>
    <dsp:sp modelId="{11C90A4E-AE4A-4B89-A9EB-897A049396A9}">
      <dsp:nvSpPr>
        <dsp:cNvPr id="0" name=""/>
        <dsp:cNvSpPr/>
      </dsp:nvSpPr>
      <dsp:spPr>
        <a:xfrm>
          <a:off x="3918308" y="2343928"/>
          <a:ext cx="1673420" cy="10040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i="1" kern="1200" dirty="0"/>
            <a:t>Spam </a:t>
          </a:r>
          <a:endParaRPr lang="en-US" sz="1900" i="1" kern="1200" dirty="0"/>
        </a:p>
      </dsp:txBody>
      <dsp:txXfrm>
        <a:off x="3918308" y="2343928"/>
        <a:ext cx="1673420" cy="1004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2002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0553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32755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2750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83048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47942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78891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55511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00009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8507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12143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2203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65307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1732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8065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38027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56346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99642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36270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2320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57230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9436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9499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1395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76173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194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6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5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4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98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7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7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17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5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0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5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4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28.xml"/><Relationship Id="rId3" Type="http://schemas.openxmlformats.org/officeDocument/2006/relationships/slide" Target="slide10.xml"/><Relationship Id="rId7" Type="http://schemas.openxmlformats.org/officeDocument/2006/relationships/slide" Target="slide17.xml"/><Relationship Id="rId12" Type="http://schemas.openxmlformats.org/officeDocument/2006/relationships/slide" Target="slide2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11" Type="http://schemas.openxmlformats.org/officeDocument/2006/relationships/slide" Target="slide24.xml"/><Relationship Id="rId5" Type="http://schemas.openxmlformats.org/officeDocument/2006/relationships/slide" Target="slide12.xml"/><Relationship Id="rId10" Type="http://schemas.openxmlformats.org/officeDocument/2006/relationships/slide" Target="slide22.xml"/><Relationship Id="rId4" Type="http://schemas.openxmlformats.org/officeDocument/2006/relationships/slide" Target="slide11.xml"/><Relationship Id="rId9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187624" y="1340769"/>
            <a:ext cx="6840760" cy="2016224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GB" sz="4800" dirty="0">
                <a:solidFill>
                  <a:schemeClr val="tx1"/>
                </a:solidFill>
              </a:rPr>
              <a:t>Module 2.5 </a:t>
            </a:r>
            <a:br>
              <a:rPr lang="en-GB" sz="4800" dirty="0">
                <a:solidFill>
                  <a:schemeClr val="tx1"/>
                </a:solidFill>
              </a:rPr>
            </a:br>
            <a:r>
              <a:rPr lang="en-GB" sz="4800" dirty="0" err="1">
                <a:solidFill>
                  <a:schemeClr val="tx1"/>
                </a:solidFill>
              </a:rPr>
              <a:t>Veilige</a:t>
            </a:r>
            <a:r>
              <a:rPr lang="en-GB" sz="4800" dirty="0">
                <a:solidFill>
                  <a:schemeClr val="tx1"/>
                </a:solidFill>
              </a:rPr>
              <a:t> gebruik van die internet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031" y="4369416"/>
            <a:ext cx="1513820" cy="215137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41784"/>
            <a:ext cx="822960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 err="1"/>
              <a:t>Inhoud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90" y="1628800"/>
            <a:ext cx="5943034" cy="4853136"/>
          </a:xfrm>
        </p:spPr>
        <p:txBody>
          <a:bodyPr>
            <a:normAutofit fontScale="55000" lnSpcReduction="20000"/>
          </a:bodyPr>
          <a:lstStyle/>
          <a:p>
            <a:pPr marL="360000" indent="-360000"/>
            <a:r>
              <a:rPr lang="en-ZA" sz="4500" dirty="0" err="1">
                <a:hlinkClick r:id="rId2" action="ppaction://hlinksldjump"/>
              </a:rPr>
              <a:t>Virusse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3" action="ppaction://hlinksldjump"/>
              </a:rPr>
              <a:t>Rekenaarwurms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4" action="ppaction://hlinksldjump"/>
              </a:rPr>
              <a:t>Trojane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5" action="ppaction://hlinksldjump"/>
              </a:rPr>
              <a:t>Spam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6" action="ppaction://hlinksldjump"/>
              </a:rPr>
              <a:t>Hoaxes </a:t>
            </a:r>
            <a:r>
              <a:rPr lang="en-ZA" sz="4500" dirty="0" err="1">
                <a:hlinkClick r:id="rId6" action="ppaction://hlinksldjump"/>
              </a:rPr>
              <a:t>en</a:t>
            </a:r>
            <a:r>
              <a:rPr lang="en-ZA" sz="4500" dirty="0">
                <a:hlinkClick r:id="rId6" action="ppaction://hlinksldjump"/>
              </a:rPr>
              <a:t> </a:t>
            </a:r>
            <a:r>
              <a:rPr lang="en-ZA" sz="4500" dirty="0" err="1">
                <a:hlinkClick r:id="rId6" action="ppaction://hlinksldjump"/>
              </a:rPr>
              <a:t>bedrogskemas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7" action="ppaction://hlinksldjump"/>
              </a:rPr>
              <a:t>Uitvissingsbedrog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8" action="ppaction://hlinksldjump"/>
              </a:rPr>
              <a:t>Pharming</a:t>
            </a:r>
            <a:endParaRPr lang="en-ZA" sz="4500" dirty="0"/>
          </a:p>
          <a:p>
            <a:pPr marL="360000" indent="-360000"/>
            <a:r>
              <a:rPr lang="en-US" sz="4500" dirty="0">
                <a:hlinkClick r:id="rId9" action="ppaction://hlinksldjump"/>
              </a:rPr>
              <a:t>E-</a:t>
            </a:r>
            <a:r>
              <a:rPr lang="en-US" sz="4500" dirty="0" err="1">
                <a:hlinkClick r:id="rId9" action="ppaction://hlinksldjump"/>
              </a:rPr>
              <a:t>pos</a:t>
            </a:r>
            <a:r>
              <a:rPr lang="en-US" sz="4500" dirty="0">
                <a:hlinkClick r:id="rId9" action="ppaction://hlinksldjump"/>
              </a:rPr>
              <a:t>-spoofing</a:t>
            </a:r>
            <a:endParaRPr lang="en-US" sz="4500" dirty="0"/>
          </a:p>
          <a:p>
            <a:pPr marL="360000" indent="-360000"/>
            <a:r>
              <a:rPr lang="en-US" sz="4500" dirty="0" err="1">
                <a:hlinkClick r:id="rId10" action="ppaction://hlinksldjump"/>
              </a:rPr>
              <a:t>Aktiwiteit</a:t>
            </a:r>
            <a:r>
              <a:rPr lang="en-US" sz="4500" dirty="0">
                <a:hlinkClick r:id="rId10" action="ppaction://hlinksldjump"/>
              </a:rPr>
              <a:t> 1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11" action="ppaction://hlinksldjump"/>
              </a:rPr>
              <a:t>Riglyne</a:t>
            </a:r>
            <a:r>
              <a:rPr lang="en-ZA" sz="4500" dirty="0">
                <a:hlinkClick r:id="rId11" action="ppaction://hlinksldjump"/>
              </a:rPr>
              <a:t> om die internet </a:t>
            </a:r>
            <a:r>
              <a:rPr lang="en-ZA" sz="4500" dirty="0" err="1">
                <a:hlinkClick r:id="rId11" action="ppaction://hlinksldjump"/>
              </a:rPr>
              <a:t>veilig</a:t>
            </a:r>
            <a:r>
              <a:rPr lang="en-ZA" sz="4500" dirty="0">
                <a:hlinkClick r:id="rId11" action="ppaction://hlinksldjump"/>
              </a:rPr>
              <a:t> </a:t>
            </a:r>
            <a:r>
              <a:rPr lang="en-ZA" sz="4500" dirty="0" err="1">
                <a:hlinkClick r:id="rId11" action="ppaction://hlinksldjump"/>
              </a:rPr>
              <a:t>te</a:t>
            </a:r>
            <a:r>
              <a:rPr lang="en-ZA" sz="4500" dirty="0">
                <a:hlinkClick r:id="rId11" action="ppaction://hlinksldjump"/>
              </a:rPr>
              <a:t> gebruik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12" action="ppaction://hlinksldjump"/>
              </a:rPr>
              <a:t>Toets</a:t>
            </a:r>
            <a:r>
              <a:rPr lang="en-ZA" sz="4500" dirty="0">
                <a:hlinkClick r:id="rId12" action="ppaction://hlinksldjump"/>
              </a:rPr>
              <a:t> </a:t>
            </a:r>
            <a:r>
              <a:rPr lang="en-ZA" sz="4500" dirty="0" err="1">
                <a:hlinkClick r:id="rId12" action="ppaction://hlinksldjump"/>
              </a:rPr>
              <a:t>en</a:t>
            </a:r>
            <a:r>
              <a:rPr lang="en-ZA" sz="4500" dirty="0">
                <a:hlinkClick r:id="rId12" action="ppaction://hlinksldjump"/>
              </a:rPr>
              <a:t> </a:t>
            </a:r>
            <a:r>
              <a:rPr lang="en-ZA" sz="4500" dirty="0" err="1">
                <a:hlinkClick r:id="rId12" action="ppaction://hlinksldjump"/>
              </a:rPr>
              <a:t>verbeter</a:t>
            </a:r>
            <a:endParaRPr lang="en-ZA" sz="4500" dirty="0"/>
          </a:p>
          <a:p>
            <a:pPr marL="360000" indent="-360000"/>
            <a:r>
              <a:rPr lang="en-ZA" sz="4500" dirty="0" err="1">
                <a:hlinkClick r:id="rId13" action="ppaction://hlinksldjump"/>
              </a:rPr>
              <a:t>Skriftelike</a:t>
            </a:r>
            <a:r>
              <a:rPr lang="en-ZA" sz="4500" dirty="0">
                <a:hlinkClick r:id="rId13" action="ppaction://hlinksldjump"/>
              </a:rPr>
              <a:t> module-</a:t>
            </a:r>
            <a:r>
              <a:rPr lang="en-ZA" sz="4500" dirty="0" err="1">
                <a:hlinkClick r:id="rId13" action="ppaction://hlinksldjump"/>
              </a:rPr>
              <a:t>aktiwiteit</a:t>
            </a:r>
            <a:r>
              <a:rPr lang="en-ZA" sz="2800" dirty="0">
                <a:hlinkClick r:id="rId13" action="ppaction://hlinksldjump"/>
              </a:rPr>
              <a:t> </a:t>
            </a:r>
            <a:endParaRPr lang="en-Z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571472" y="2204906"/>
            <a:ext cx="800105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Programme wat die </a:t>
            </a:r>
            <a:r>
              <a:rPr lang="en-ZA" sz="2400" b="0" dirty="0" err="1"/>
              <a:t>normale</a:t>
            </a:r>
            <a:r>
              <a:rPr lang="en-ZA" sz="2400" b="0" dirty="0"/>
              <a:t> </a:t>
            </a:r>
            <a:r>
              <a:rPr lang="en-ZA" sz="2400" b="0" dirty="0" err="1"/>
              <a:t>werking</a:t>
            </a:r>
            <a:r>
              <a:rPr lang="en-ZA" sz="2400" b="0" dirty="0"/>
              <a:t> </a:t>
            </a:r>
            <a:r>
              <a:rPr lang="en-ZA" sz="2400" b="0"/>
              <a:t>van ’n </a:t>
            </a:r>
            <a:r>
              <a:rPr lang="en-ZA" sz="2400" b="0" dirty="0" err="1"/>
              <a:t>rekenaar</a:t>
            </a:r>
            <a:r>
              <a:rPr lang="en-ZA" sz="2400" b="0" dirty="0"/>
              <a:t> </a:t>
            </a:r>
            <a:r>
              <a:rPr lang="en-ZA" sz="2400" b="0" dirty="0" err="1"/>
              <a:t>belemmer</a:t>
            </a:r>
            <a:endParaRPr lang="en-ZA" sz="2400" b="0" dirty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Word op </a:t>
            </a:r>
            <a:r>
              <a:rPr lang="en-ZA" sz="2400" dirty="0" err="1"/>
              <a:t>rekenaar</a:t>
            </a:r>
            <a:r>
              <a:rPr lang="en-ZA" sz="2400" dirty="0"/>
              <a:t> </a:t>
            </a:r>
            <a:r>
              <a:rPr lang="en-ZA" sz="2400" dirty="0" err="1"/>
              <a:t>gelaai</a:t>
            </a:r>
            <a:r>
              <a:rPr lang="en-ZA" sz="2400" dirty="0"/>
              <a:t> </a:t>
            </a:r>
            <a:r>
              <a:rPr lang="en-ZA" sz="2400" dirty="0" err="1"/>
              <a:t>sonder</a:t>
            </a:r>
            <a:r>
              <a:rPr lang="en-ZA" sz="2400" dirty="0"/>
              <a:t> die </a:t>
            </a:r>
            <a:r>
              <a:rPr lang="en-ZA" sz="2400" dirty="0" err="1"/>
              <a:t>medewete</a:t>
            </a:r>
            <a:r>
              <a:rPr lang="en-ZA" sz="2400" dirty="0"/>
              <a:t> of </a:t>
            </a:r>
            <a:r>
              <a:rPr lang="en-ZA" sz="2400" dirty="0" err="1"/>
              <a:t>toestemming</a:t>
            </a:r>
            <a:r>
              <a:rPr lang="en-ZA" sz="2400" dirty="0"/>
              <a:t> van </a:t>
            </a:r>
            <a:r>
              <a:rPr lang="en-ZA" sz="2400" dirty="0" err="1"/>
              <a:t>gebruiker</a:t>
            </a:r>
            <a:endParaRPr lang="en-ZA" sz="2400" dirty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Ontwerp</a:t>
            </a:r>
            <a:r>
              <a:rPr lang="en-ZA" sz="2400" dirty="0"/>
              <a:t> om </a:t>
            </a:r>
            <a:r>
              <a:rPr lang="en-ZA" sz="2400" dirty="0" err="1"/>
              <a:t>sekuriteitsgapings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skep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uit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buit</a:t>
            </a:r>
            <a:r>
              <a:rPr lang="en-ZA" sz="2400" dirty="0"/>
              <a:t> 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Probeer</a:t>
            </a:r>
            <a:r>
              <a:rPr lang="en-US" sz="2400" dirty="0"/>
              <a:t> om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reproduseer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ander</a:t>
            </a:r>
            <a:r>
              <a:rPr lang="en-US" sz="2400" dirty="0"/>
              <a:t> </a:t>
            </a:r>
            <a:r>
              <a:rPr lang="en-US" sz="2400" dirty="0" err="1"/>
              <a:t>rekenaars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versprei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Val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hardeware</a:t>
            </a:r>
            <a:r>
              <a:rPr lang="en-US" sz="2400" dirty="0"/>
              <a:t> </a:t>
            </a:r>
            <a:r>
              <a:rPr lang="en-US" sz="2400" dirty="0" err="1"/>
              <a:t>aan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– maar die </a:t>
            </a:r>
            <a:r>
              <a:rPr lang="en-US" sz="2400" dirty="0" err="1"/>
              <a:t>sagteware</a:t>
            </a:r>
            <a:r>
              <a:rPr lang="en-US" sz="2400" dirty="0"/>
              <a:t> wat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 dirty="0" err="1"/>
              <a:t>bestuur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beheer</a:t>
            </a:r>
            <a:r>
              <a:rPr lang="en-US" sz="2400" dirty="0"/>
              <a:t> 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Hoe </a:t>
            </a:r>
            <a:r>
              <a:rPr lang="en-ZA" sz="2800" b="0" err="1"/>
              <a:t>versprei</a:t>
            </a:r>
            <a:r>
              <a:rPr lang="en-ZA" sz="2800" b="0"/>
              <a:t> ’n </a:t>
            </a:r>
            <a:r>
              <a:rPr lang="en-ZA" sz="2800" b="0" dirty="0"/>
              <a:t>virus?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88989477"/>
              </p:ext>
            </p:extLst>
          </p:nvPr>
        </p:nvGraphicFramePr>
        <p:xfrm>
          <a:off x="535753" y="2708920"/>
          <a:ext cx="7741058" cy="329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/>
          <p:cNvSpPr/>
          <p:nvPr/>
        </p:nvSpPr>
        <p:spPr>
          <a:xfrm>
            <a:off x="357158" y="6091476"/>
            <a:ext cx="821537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Meeste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virusse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aktiveer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as </a:t>
            </a:r>
            <a:r>
              <a:rPr lang="en-ZA" sz="2000" b="1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mens</a:t>
            </a:r>
            <a:r>
              <a:rPr lang="en-ZA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’n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geïnfekteerde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lêer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oopmaak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of </a:t>
            </a:r>
            <a:r>
              <a:rPr lang="en-ZA" sz="2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uitvoer</a:t>
            </a: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Action Button: Home 2">
            <a:hlinkClick r:id="rId8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522568" y="2060848"/>
            <a:ext cx="2177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Geïnfekteerde… </a:t>
            </a:r>
            <a:r>
              <a:rPr lang="en-US" sz="2400" b="1" dirty="0">
                <a:solidFill>
                  <a:srgbClr val="FF0000"/>
                </a:solidFill>
              </a:rPr>
              <a:t>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Hoe </a:t>
            </a:r>
            <a:r>
              <a:rPr lang="en-ZA" sz="2800" dirty="0" err="1"/>
              <a:t>weet</a:t>
            </a:r>
            <a:r>
              <a:rPr lang="en-ZA" sz="2800" dirty="0"/>
              <a:t> </a:t>
            </a:r>
            <a:r>
              <a:rPr lang="en-ZA" sz="2800" dirty="0" err="1"/>
              <a:t>ek</a:t>
            </a:r>
            <a:r>
              <a:rPr lang="en-ZA" sz="2800" dirty="0"/>
              <a:t> </a:t>
            </a:r>
            <a:r>
              <a:rPr lang="en-ZA" sz="2800"/>
              <a:t>of my rekenaar ’n </a:t>
            </a:r>
            <a:r>
              <a:rPr lang="en-ZA" sz="2800" dirty="0"/>
              <a:t>virus het</a:t>
            </a:r>
            <a:r>
              <a:rPr lang="en-ZA" sz="2800" b="0" dirty="0"/>
              <a:t>?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Rectangle 8"/>
          <p:cNvSpPr/>
          <p:nvPr/>
        </p:nvSpPr>
        <p:spPr>
          <a:xfrm>
            <a:off x="571472" y="2269076"/>
            <a:ext cx="800105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Lêers</a:t>
            </a:r>
            <a:r>
              <a:rPr lang="en-ZA" sz="2400" dirty="0"/>
              <a:t> begin </a:t>
            </a:r>
            <a:r>
              <a:rPr lang="en-ZA" sz="2400" dirty="0" err="1"/>
              <a:t>skielik</a:t>
            </a:r>
            <a:r>
              <a:rPr lang="en-ZA" sz="2400" dirty="0"/>
              <a:t> </a:t>
            </a:r>
            <a:r>
              <a:rPr lang="en-ZA" sz="2400" dirty="0" err="1"/>
              <a:t>verdwyn</a:t>
            </a:r>
            <a:endParaRPr lang="en-ZA" sz="2400" b="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Die </a:t>
            </a:r>
            <a:r>
              <a:rPr lang="en-ZA" sz="2400" dirty="0" err="1"/>
              <a:t>rekenaar</a:t>
            </a:r>
            <a:r>
              <a:rPr lang="en-ZA" sz="2400" dirty="0"/>
              <a:t> word </a:t>
            </a:r>
            <a:r>
              <a:rPr lang="en-ZA" sz="2400" dirty="0" err="1"/>
              <a:t>baie</a:t>
            </a:r>
            <a:r>
              <a:rPr lang="en-ZA" sz="2400" dirty="0"/>
              <a:t> </a:t>
            </a:r>
            <a:r>
              <a:rPr lang="en-ZA" sz="2400" dirty="0" err="1"/>
              <a:t>stadiger</a:t>
            </a:r>
            <a:endParaRPr lang="en-ZA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Programme </a:t>
            </a:r>
            <a:r>
              <a:rPr lang="en-ZA" sz="2400" dirty="0" err="1"/>
              <a:t>werk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  <a:r>
              <a:rPr lang="en-ZA" sz="2400" dirty="0" err="1"/>
              <a:t>meer</a:t>
            </a:r>
            <a:r>
              <a:rPr lang="en-ZA" sz="2400" dirty="0"/>
              <a:t> </a:t>
            </a:r>
            <a:r>
              <a:rPr lang="en-ZA" sz="2400" dirty="0" err="1"/>
              <a:t>reg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Beskikbare</a:t>
            </a:r>
            <a:r>
              <a:rPr lang="en-ZA" sz="2400" dirty="0"/>
              <a:t> </a:t>
            </a:r>
            <a:r>
              <a:rPr lang="en-ZA" sz="2400" dirty="0" err="1"/>
              <a:t>spasie</a:t>
            </a:r>
            <a:r>
              <a:rPr lang="en-ZA" sz="2400" dirty="0"/>
              <a:t> op die </a:t>
            </a:r>
            <a:r>
              <a:rPr lang="en-ZA" sz="2400" dirty="0" err="1"/>
              <a:t>hardeskyf</a:t>
            </a:r>
            <a:r>
              <a:rPr lang="en-ZA" sz="2400" dirty="0"/>
              <a:t> </a:t>
            </a:r>
            <a:r>
              <a:rPr lang="en-ZA" sz="2400" dirty="0" err="1"/>
              <a:t>verminder</a:t>
            </a:r>
            <a:r>
              <a:rPr lang="en-ZA" sz="2400" dirty="0"/>
              <a:t> </a:t>
            </a:r>
            <a:r>
              <a:rPr lang="en-ZA" sz="2400" dirty="0" err="1"/>
              <a:t>skielik</a:t>
            </a:r>
            <a:r>
              <a:rPr lang="en-ZA" sz="2400" dirty="0"/>
              <a:t> </a:t>
            </a:r>
            <a:r>
              <a:rPr lang="en-ZA" sz="2400" dirty="0" err="1"/>
              <a:t>drasties</a:t>
            </a:r>
            <a:endParaRPr lang="en-ZA" sz="2400" dirty="0"/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Foutboodskappe</a:t>
            </a:r>
            <a:r>
              <a:rPr lang="en-ZA" sz="2400" dirty="0"/>
              <a:t> </a:t>
            </a:r>
            <a:r>
              <a:rPr lang="en-ZA" sz="2400" dirty="0" err="1"/>
              <a:t>verskyn</a:t>
            </a:r>
            <a:r>
              <a:rPr lang="en-ZA" sz="2400" dirty="0"/>
              <a:t> wat nog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  <a:r>
              <a:rPr lang="en-ZA" sz="2400" dirty="0" err="1"/>
              <a:t>voorheen</a:t>
            </a:r>
            <a:r>
              <a:rPr lang="en-ZA" sz="2400" dirty="0"/>
              <a:t> </a:t>
            </a:r>
            <a:r>
              <a:rPr lang="en-ZA" sz="2400" dirty="0" err="1"/>
              <a:t>gesien</a:t>
            </a:r>
            <a:r>
              <a:rPr lang="en-ZA" sz="2400" dirty="0"/>
              <a:t> is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Rekenaar</a:t>
            </a:r>
            <a:r>
              <a:rPr lang="en-ZA" sz="2400" dirty="0"/>
              <a:t> </a:t>
            </a:r>
            <a:r>
              <a:rPr lang="en-ZA" sz="2400" dirty="0" err="1"/>
              <a:t>laai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  <a:r>
              <a:rPr lang="en-ZA" sz="2400" dirty="0" err="1"/>
              <a:t>meer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 err="1"/>
              <a:t>Antivirussagteware</a:t>
            </a:r>
            <a:r>
              <a:rPr lang="en-ZA" sz="2400" dirty="0"/>
              <a:t> </a:t>
            </a:r>
            <a:r>
              <a:rPr lang="en-ZA" sz="2400" dirty="0" err="1"/>
              <a:t>sê</a:t>
            </a:r>
            <a:r>
              <a:rPr lang="en-ZA" sz="2400" dirty="0"/>
              <a:t> </a:t>
            </a:r>
            <a:r>
              <a:rPr lang="en-ZA" sz="2400" dirty="0" err="1"/>
              <a:t>daar</a:t>
            </a:r>
            <a:r>
              <a:rPr lang="en-ZA" sz="2400" dirty="0"/>
              <a:t> </a:t>
            </a:r>
            <a:r>
              <a:rPr lang="en-ZA" sz="2400"/>
              <a:t>is ’n </a:t>
            </a:r>
            <a:r>
              <a:rPr lang="en-ZA" sz="2400" dirty="0" err="1"/>
              <a:t>bedreiging</a:t>
            </a:r>
            <a:r>
              <a:rPr lang="en-ZA" sz="2400" dirty="0"/>
              <a:t> </a:t>
            </a:r>
            <a:r>
              <a:rPr lang="en-ZA" sz="2400"/>
              <a:t>of ’n </a:t>
            </a:r>
            <a:r>
              <a:rPr lang="en-ZA" sz="2400" dirty="0"/>
              <a:t>virus</a:t>
            </a:r>
            <a:endParaRPr lang="en-ZA" sz="24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Voorkoming</a:t>
            </a:r>
            <a:r>
              <a:rPr lang="en-ZA" sz="2800" b="0" dirty="0"/>
              <a:t> van </a:t>
            </a:r>
            <a:r>
              <a:rPr lang="en-ZA" sz="2800" b="0" dirty="0" err="1"/>
              <a:t>virusse</a:t>
            </a:r>
            <a:endParaRPr lang="en-ZA" sz="2800" b="0" dirty="0"/>
          </a:p>
        </p:txBody>
      </p:sp>
      <p:sp>
        <p:nvSpPr>
          <p:cNvPr id="17" name="Rectangle 16"/>
          <p:cNvSpPr/>
          <p:nvPr/>
        </p:nvSpPr>
        <p:spPr>
          <a:xfrm>
            <a:off x="471156" y="2052709"/>
            <a:ext cx="6508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 err="1">
                <a:latin typeface="+mn-lt"/>
              </a:rPr>
              <a:t>Antivirussagteware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kan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opgestel</a:t>
            </a:r>
            <a:r>
              <a:rPr lang="en-ZA" sz="2800" dirty="0">
                <a:latin typeface="+mn-lt"/>
              </a:rPr>
              <a:t> word om: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552" y="2564904"/>
            <a:ext cx="763284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0" indent="288000">
              <a:spcAft>
                <a:spcPts val="600"/>
              </a:spcAft>
              <a:buFont typeface="Arial" pitchFamily="34" charset="0"/>
              <a:buChar char="•"/>
            </a:pPr>
            <a:r>
              <a:rPr lang="en-ZA" sz="2400" b="0">
                <a:latin typeface="+mn-lt"/>
              </a:rPr>
              <a:t>mens te waarsku as daar ’n </a:t>
            </a:r>
            <a:r>
              <a:rPr lang="en-ZA" sz="2400" dirty="0"/>
              <a:t>virus op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rekenaar</a:t>
            </a:r>
            <a:r>
              <a:rPr lang="en-ZA" sz="2400" dirty="0"/>
              <a:t> is </a:t>
            </a:r>
            <a:endParaRPr lang="en-ZA" sz="2400" b="0" dirty="0">
              <a:latin typeface="+mn-lt"/>
            </a:endParaRPr>
          </a:p>
          <a:p>
            <a:pPr marL="216000" lvl="0" indent="288000">
              <a:spcAft>
                <a:spcPts val="600"/>
              </a:spcAft>
              <a:buFont typeface="Arial" pitchFamily="34" charset="0"/>
              <a:buChar char="•"/>
            </a:pPr>
            <a:r>
              <a:rPr lang="en-ZA" sz="2400" b="0">
                <a:latin typeface="+mn-lt"/>
              </a:rPr>
              <a:t>enige </a:t>
            </a:r>
            <a:r>
              <a:rPr lang="en-ZA" sz="2400" b="0" dirty="0">
                <a:latin typeface="+mn-lt"/>
              </a:rPr>
              <a:t>virus wat </a:t>
            </a:r>
            <a:r>
              <a:rPr lang="en-ZA" sz="2400" b="0" dirty="0" err="1">
                <a:latin typeface="+mn-lt"/>
              </a:rPr>
              <a:t>dit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dirty="0" err="1"/>
              <a:t>identifiseer</a:t>
            </a:r>
            <a:r>
              <a:rPr lang="en-ZA" sz="2400" dirty="0"/>
              <a:t> </a:t>
            </a:r>
            <a:r>
              <a:rPr lang="en-ZA" sz="2400" err="1"/>
              <a:t>outomaties</a:t>
            </a:r>
            <a:r>
              <a:rPr lang="en-ZA" sz="2400"/>
              <a:t> uit te vee </a:t>
            </a:r>
            <a:endParaRPr lang="en-ZA" sz="2400" b="0" dirty="0">
              <a:latin typeface="+mn-lt"/>
            </a:endParaRPr>
          </a:p>
          <a:p>
            <a:pPr marL="216000" lvl="0" indent="288000">
              <a:buFont typeface="Arial" pitchFamily="34" charset="0"/>
              <a:buChar char="•"/>
            </a:pPr>
            <a:r>
              <a:rPr lang="en-ZA" sz="2400"/>
              <a:t>’n virus te kwarantyn</a:t>
            </a:r>
            <a:endParaRPr lang="en-ZA" sz="2400" b="0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506" y="3789040"/>
            <a:ext cx="3556305" cy="2608374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118716"/>
            <a:ext cx="3384376" cy="22786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Voorkoming</a:t>
            </a:r>
            <a:r>
              <a:rPr lang="en-ZA" sz="2800" dirty="0"/>
              <a:t> van </a:t>
            </a:r>
            <a:r>
              <a:rPr lang="en-ZA" sz="2800" dirty="0" err="1"/>
              <a:t>virusse</a:t>
            </a:r>
            <a:endParaRPr lang="en-ZA" sz="2800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57200" y="2071678"/>
            <a:ext cx="27380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b="0" err="1">
                <a:latin typeface="+mn-lt"/>
              </a:rPr>
              <a:t>Voorkom</a:t>
            </a:r>
            <a:r>
              <a:rPr lang="en-ZA" sz="2800" b="0">
                <a:latin typeface="+mn-lt"/>
              </a:rPr>
              <a:t> virusse:</a:t>
            </a:r>
            <a:endParaRPr lang="en-ZA" sz="28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0034" y="2714620"/>
            <a:ext cx="5601099" cy="3431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b="0" err="1">
                <a:latin typeface="+mn-lt"/>
              </a:rPr>
              <a:t>Installeer</a:t>
            </a:r>
            <a:r>
              <a:rPr lang="en-ZA" sz="2400" b="0">
                <a:latin typeface="+mn-lt"/>
              </a:rPr>
              <a:t> ’n </a:t>
            </a:r>
            <a:r>
              <a:rPr lang="en-ZA" sz="2400" b="0" dirty="0" err="1">
                <a:latin typeface="+mn-lt"/>
              </a:rPr>
              <a:t>antivirusprogram</a:t>
            </a:r>
            <a:endParaRPr lang="en-ZA" sz="2400" b="0" dirty="0">
              <a:latin typeface="+mn-lt"/>
            </a:endParaRP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Hou</a:t>
            </a:r>
            <a:r>
              <a:rPr lang="en-ZA" sz="2400" dirty="0"/>
              <a:t>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antivirussagteware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br>
              <a:rPr lang="en-ZA" sz="2400" dirty="0"/>
            </a:br>
            <a:r>
              <a:rPr lang="en-ZA" sz="2400" dirty="0"/>
              <a:t>–</a:t>
            </a:r>
            <a:r>
              <a:rPr lang="en-ZA" sz="2400" dirty="0" err="1"/>
              <a:t>definisies</a:t>
            </a:r>
            <a:r>
              <a:rPr lang="en-ZA" sz="2400" dirty="0"/>
              <a:t> (</a:t>
            </a:r>
            <a:r>
              <a:rPr lang="en-ZA" sz="2400" i="1" dirty="0"/>
              <a:t>signatures</a:t>
            </a:r>
            <a:r>
              <a:rPr lang="en-ZA" sz="2400" dirty="0"/>
              <a:t>) op datum </a:t>
            </a: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Deursoek</a:t>
            </a:r>
            <a:r>
              <a:rPr lang="en-ZA" sz="2400" dirty="0"/>
              <a:t> </a:t>
            </a:r>
            <a:r>
              <a:rPr lang="en-ZA" sz="2400" dirty="0" err="1"/>
              <a:t>lêers</a:t>
            </a:r>
            <a:r>
              <a:rPr lang="en-ZA" sz="2400" dirty="0"/>
              <a:t> wat op </a:t>
            </a:r>
            <a:r>
              <a:rPr lang="en-ZA" sz="2400" dirty="0" err="1"/>
              <a:t>draagbare</a:t>
            </a:r>
            <a:r>
              <a:rPr lang="en-ZA" sz="2400" dirty="0"/>
              <a:t> media</a:t>
            </a:r>
            <a:br>
              <a:rPr lang="en-ZA" sz="2400" dirty="0"/>
            </a:br>
            <a:r>
              <a:rPr lang="en-ZA" sz="2400" dirty="0"/>
              <a:t> (</a:t>
            </a:r>
            <a:r>
              <a:rPr lang="en-ZA" sz="2400" dirty="0" err="1"/>
              <a:t>bv</a:t>
            </a:r>
            <a:r>
              <a:rPr lang="en-ZA" sz="2400"/>
              <a:t>. </a:t>
            </a:r>
            <a:r>
              <a:rPr lang="en-ZA" sz="2400" i="1"/>
              <a:t>flash</a:t>
            </a:r>
            <a:r>
              <a:rPr lang="en-ZA" sz="2400"/>
              <a:t>-skywe) </a:t>
            </a:r>
            <a:r>
              <a:rPr lang="en-ZA" sz="2400" dirty="0" err="1"/>
              <a:t>gestoor</a:t>
            </a:r>
            <a:r>
              <a:rPr lang="en-ZA" sz="2400" dirty="0"/>
              <a:t> is, </a:t>
            </a:r>
            <a:r>
              <a:rPr lang="en-ZA" sz="2400" dirty="0" err="1"/>
              <a:t>voor</a:t>
            </a:r>
            <a:r>
              <a:rPr lang="en-ZA" sz="2400" dirty="0"/>
              <a:t> gebruik</a:t>
            </a: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Deursoek</a:t>
            </a:r>
            <a:r>
              <a:rPr lang="en-ZA" sz="2400"/>
              <a:t> e-posaanhangsels en </a:t>
            </a:r>
            <a:r>
              <a:rPr lang="en-ZA" sz="2400" dirty="0" err="1"/>
              <a:t>lêers</a:t>
            </a:r>
            <a:r>
              <a:rPr lang="en-ZA" sz="2400" dirty="0"/>
              <a:t> wat </a:t>
            </a:r>
            <a:r>
              <a:rPr lang="en-ZA" sz="2400" dirty="0" err="1"/>
              <a:t>afgelaai</a:t>
            </a:r>
            <a:r>
              <a:rPr lang="en-ZA" sz="2400" dirty="0"/>
              <a:t> is </a:t>
            </a:r>
            <a:r>
              <a:rPr lang="en-ZA" sz="2400" dirty="0" err="1"/>
              <a:t>voordat</a:t>
            </a:r>
            <a:r>
              <a:rPr lang="en-ZA" sz="2400" dirty="0"/>
              <a:t>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dit</a:t>
            </a:r>
            <a:r>
              <a:rPr lang="en-ZA" sz="2400" dirty="0"/>
              <a:t> </a:t>
            </a:r>
            <a:r>
              <a:rPr lang="en-ZA" sz="2400" dirty="0" err="1"/>
              <a:t>oopmaak</a:t>
            </a:r>
            <a:endParaRPr lang="en-ZA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133" y="2184452"/>
            <a:ext cx="2496866" cy="38068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Voorkoming</a:t>
            </a:r>
            <a:r>
              <a:rPr lang="en-ZA" sz="2800" dirty="0"/>
              <a:t> van </a:t>
            </a:r>
            <a:r>
              <a:rPr lang="en-ZA" sz="2800" dirty="0" err="1"/>
              <a:t>virusse</a:t>
            </a:r>
            <a:endParaRPr lang="en-ZA" sz="2800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61545" y="2071678"/>
            <a:ext cx="5345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 err="1"/>
              <a:t>Voorkoming</a:t>
            </a:r>
            <a:r>
              <a:rPr lang="en-ZA" sz="2800" dirty="0"/>
              <a:t> van </a:t>
            </a:r>
            <a:r>
              <a:rPr lang="en-ZA" sz="2800" dirty="0" err="1"/>
              <a:t>virusse</a:t>
            </a:r>
            <a:r>
              <a:rPr lang="en-ZA" sz="2800" b="0" dirty="0">
                <a:latin typeface="+mn-lt"/>
              </a:rPr>
              <a:t> (</a:t>
            </a:r>
            <a:r>
              <a:rPr lang="en-ZA" sz="2800" dirty="0" err="1"/>
              <a:t>vervolg</a:t>
            </a:r>
            <a:r>
              <a:rPr lang="en-ZA" sz="2800" b="0" dirty="0">
                <a:latin typeface="+mn-lt"/>
              </a:rPr>
              <a:t>):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34" y="2630689"/>
            <a:ext cx="7600358" cy="256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stel</a:t>
            </a:r>
            <a:r>
              <a:rPr lang="en-ZA" sz="2400" dirty="0"/>
              <a:t> </a:t>
            </a:r>
            <a:r>
              <a:rPr lang="en-ZA" sz="2400" err="1"/>
              <a:t>jou</a:t>
            </a:r>
            <a:r>
              <a:rPr lang="en-ZA" sz="2400"/>
              <a:t> </a:t>
            </a:r>
            <a:r>
              <a:rPr lang="en-ZA" sz="2400" b="0">
                <a:latin typeface="+mn-lt"/>
              </a:rPr>
              <a:t>antivirussagteware </a:t>
            </a:r>
            <a:r>
              <a:rPr lang="en-ZA" sz="2400" b="0" dirty="0">
                <a:latin typeface="+mn-lt"/>
              </a:rPr>
              <a:t>in om </a:t>
            </a:r>
            <a:r>
              <a:rPr lang="en-ZA" sz="2400" b="0" dirty="0" err="1">
                <a:latin typeface="+mn-lt"/>
              </a:rPr>
              <a:t>inkomende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en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uitgaande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pos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deur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err="1">
                <a:latin typeface="+mn-lt"/>
              </a:rPr>
              <a:t>te</a:t>
            </a:r>
            <a:r>
              <a:rPr lang="en-ZA" sz="2400" b="0">
                <a:latin typeface="+mn-lt"/>
              </a:rPr>
              <a:t> soek</a:t>
            </a:r>
            <a:endParaRPr lang="en-ZA" sz="2400" b="0" dirty="0">
              <a:latin typeface="+mn-lt"/>
            </a:endParaRP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Vermy</a:t>
            </a:r>
            <a:r>
              <a:rPr lang="en-ZA" sz="2400" dirty="0"/>
              <a:t> </a:t>
            </a:r>
            <a:r>
              <a:rPr lang="en-ZA" sz="2400" dirty="0" err="1"/>
              <a:t>geroofde</a:t>
            </a:r>
            <a:r>
              <a:rPr lang="en-ZA" sz="2400" dirty="0"/>
              <a:t> </a:t>
            </a:r>
            <a:r>
              <a:rPr lang="en-ZA" sz="2400" dirty="0" err="1"/>
              <a:t>sagteware</a:t>
            </a:r>
            <a:r>
              <a:rPr lang="en-ZA" sz="2400" dirty="0"/>
              <a:t> – </a:t>
            </a:r>
            <a:r>
              <a:rPr lang="en-ZA" sz="2400" i="1" dirty="0"/>
              <a:t>malware</a:t>
            </a:r>
            <a:r>
              <a:rPr lang="en-ZA" sz="2400" dirty="0"/>
              <a:t> is </a:t>
            </a:r>
            <a:r>
              <a:rPr lang="en-ZA" sz="2400" dirty="0" err="1"/>
              <a:t>dikwels</a:t>
            </a:r>
            <a:r>
              <a:rPr lang="en-ZA" sz="2400" dirty="0"/>
              <a:t> in </a:t>
            </a:r>
            <a:r>
              <a:rPr lang="en-ZA" sz="2400" dirty="0" err="1"/>
              <a:t>sulke</a:t>
            </a:r>
            <a:r>
              <a:rPr lang="en-ZA" sz="2400" dirty="0"/>
              <a:t> </a:t>
            </a:r>
            <a:r>
              <a:rPr lang="en-ZA" sz="2400" dirty="0" err="1"/>
              <a:t>sagteware</a:t>
            </a:r>
            <a:r>
              <a:rPr lang="en-ZA" sz="2400" dirty="0"/>
              <a:t> </a:t>
            </a:r>
            <a:r>
              <a:rPr lang="en-ZA" sz="2400" dirty="0" err="1"/>
              <a:t>verpak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programme </a:t>
            </a:r>
            <a:r>
              <a:rPr lang="en-ZA" sz="2400" dirty="0" err="1"/>
              <a:t>uitvoer</a:t>
            </a:r>
            <a:r>
              <a:rPr lang="en-ZA" sz="2400" dirty="0"/>
              <a:t> wat </a:t>
            </a:r>
            <a:r>
              <a:rPr lang="en-ZA" sz="2400" err="1"/>
              <a:t>nie</a:t>
            </a:r>
            <a:r>
              <a:rPr lang="en-ZA" sz="2400"/>
              <a:t> vanaf </a:t>
            </a:r>
            <a:r>
              <a:rPr lang="en-ZA" sz="2400" dirty="0" err="1"/>
              <a:t>betroubare</a:t>
            </a:r>
            <a:r>
              <a:rPr lang="en-ZA" sz="2400" dirty="0"/>
              <a:t> </a:t>
            </a:r>
            <a:r>
              <a:rPr lang="en-ZA" sz="2400" dirty="0" err="1"/>
              <a:t>bronne</a:t>
            </a:r>
            <a:r>
              <a:rPr lang="en-ZA" sz="2400" dirty="0"/>
              <a:t> </a:t>
            </a:r>
            <a:r>
              <a:rPr lang="en-ZA" sz="2400" dirty="0" err="1"/>
              <a:t>kom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  <a:endParaRPr lang="en-ZA" sz="2400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Virusse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Voorkoming</a:t>
            </a:r>
            <a:r>
              <a:rPr lang="en-ZA" sz="2800" dirty="0"/>
              <a:t> van </a:t>
            </a:r>
            <a:r>
              <a:rPr lang="en-ZA" sz="2800" dirty="0" err="1"/>
              <a:t>virusse</a:t>
            </a:r>
            <a:endParaRPr lang="en-ZA" sz="2800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53022" y="2071678"/>
            <a:ext cx="5251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 err="1"/>
              <a:t>Voorkoming</a:t>
            </a:r>
            <a:r>
              <a:rPr lang="en-ZA" sz="2800" dirty="0"/>
              <a:t> van </a:t>
            </a:r>
            <a:r>
              <a:rPr lang="en-ZA" sz="2800" dirty="0" err="1"/>
              <a:t>virusse</a:t>
            </a:r>
            <a:r>
              <a:rPr lang="en-ZA" sz="2800" dirty="0"/>
              <a:t> (</a:t>
            </a:r>
            <a:r>
              <a:rPr lang="en-ZA" sz="2800" dirty="0" err="1"/>
              <a:t>vervolg</a:t>
            </a:r>
            <a:r>
              <a:rPr lang="en-ZA" sz="2800" dirty="0"/>
              <a:t>):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409" y="2605996"/>
            <a:ext cx="6495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 err="1"/>
              <a:t>Skakel</a:t>
            </a:r>
            <a:r>
              <a:rPr lang="en-ZA" sz="2400" dirty="0"/>
              <a:t> die </a:t>
            </a:r>
            <a:r>
              <a:rPr lang="en-ZA" sz="2400" i="1" dirty="0" err="1"/>
              <a:t>autorun</a:t>
            </a:r>
            <a:r>
              <a:rPr lang="en-ZA" sz="2400" dirty="0" err="1"/>
              <a:t>-opsie</a:t>
            </a:r>
            <a:r>
              <a:rPr lang="en-ZA" sz="2400" dirty="0"/>
              <a:t> van </a:t>
            </a:r>
            <a:r>
              <a:rPr lang="en-ZA" sz="2400" i="1" dirty="0"/>
              <a:t>flash</a:t>
            </a:r>
            <a:r>
              <a:rPr lang="en-ZA" sz="2400" dirty="0"/>
              <a:t>-</a:t>
            </a:r>
            <a:r>
              <a:rPr lang="en-ZA" sz="2400" dirty="0" err="1"/>
              <a:t>skywe</a:t>
            </a:r>
            <a:r>
              <a:rPr lang="en-ZA" sz="2400" dirty="0"/>
              <a:t> </a:t>
            </a:r>
            <a:r>
              <a:rPr lang="en-ZA" sz="2400" dirty="0" err="1"/>
              <a:t>af</a:t>
            </a:r>
            <a:endParaRPr lang="en-ZA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68" y="3148462"/>
            <a:ext cx="4757639" cy="3304873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576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Rekenaarwurms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1613829" y="1563395"/>
            <a:ext cx="5802070" cy="15696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>
                <a:latin typeface="+mn-lt"/>
              </a:rPr>
              <a:t>Malware wat in </a:t>
            </a:r>
            <a:r>
              <a:rPr lang="en-ZA" sz="2400" b="0" dirty="0" err="1">
                <a:latin typeface="+mn-lt"/>
              </a:rPr>
              <a:t>staat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>
                <a:latin typeface="+mn-lt"/>
              </a:rPr>
              <a:t>is om hulself oor ’n </a:t>
            </a:r>
            <a:r>
              <a:rPr lang="en-ZA" sz="2400" b="0" dirty="0" err="1">
                <a:latin typeface="+mn-lt"/>
              </a:rPr>
              <a:t>netwerk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te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versprei</a:t>
            </a:r>
            <a:r>
              <a:rPr lang="en-ZA" sz="2400" b="0">
                <a:latin typeface="+mn-lt"/>
              </a:rPr>
              <a:t>, gewoonlik </a:t>
            </a:r>
            <a:r>
              <a:rPr lang="en-ZA" sz="2400" b="0" dirty="0" err="1">
                <a:latin typeface="+mn-lt"/>
              </a:rPr>
              <a:t>deur</a:t>
            </a:r>
            <a:r>
              <a:rPr lang="en-ZA" sz="2400" b="0" dirty="0">
                <a:latin typeface="+mn-lt"/>
              </a:rPr>
              <a:t> e-</a:t>
            </a:r>
            <a:r>
              <a:rPr lang="en-ZA" sz="2400" b="0" dirty="0" err="1">
                <a:latin typeface="+mn-lt"/>
              </a:rPr>
              <a:t>pos</a:t>
            </a:r>
            <a:r>
              <a:rPr lang="en-ZA" sz="2400" b="0" dirty="0">
                <a:latin typeface="+mn-lt"/>
              </a:rPr>
              <a:t>, </a:t>
            </a:r>
            <a:r>
              <a:rPr lang="en-ZA" sz="2400" b="0" dirty="0" err="1">
                <a:latin typeface="+mn-lt"/>
              </a:rPr>
              <a:t>sonder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err="1">
                <a:latin typeface="+mn-lt"/>
              </a:rPr>
              <a:t>dat</a:t>
            </a:r>
            <a:r>
              <a:rPr lang="en-ZA" sz="2400" b="0">
                <a:latin typeface="+mn-lt"/>
              </a:rPr>
              <a:t> mens ’n </a:t>
            </a:r>
            <a:r>
              <a:rPr lang="en-ZA" sz="2400" b="0" dirty="0" err="1">
                <a:latin typeface="+mn-lt"/>
              </a:rPr>
              <a:t>geïnfekteerde</a:t>
            </a:r>
            <a:r>
              <a:rPr lang="en-ZA" sz="2400" b="0" dirty="0">
                <a:latin typeface="+mn-lt"/>
              </a:rPr>
              <a:t> program </a:t>
            </a:r>
            <a:r>
              <a:rPr lang="en-ZA" sz="2400" b="0" dirty="0" err="1">
                <a:latin typeface="+mn-lt"/>
              </a:rPr>
              <a:t>laat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uitvoer</a:t>
            </a:r>
            <a:endParaRPr lang="en-ZA" sz="2400" b="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114" y="3168463"/>
            <a:ext cx="8358246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Kan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homself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baie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kere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reproduseer</a:t>
            </a:r>
            <a:r>
              <a:rPr lang="en-ZA" sz="2400" b="0" dirty="0">
                <a:latin typeface="+mn-lt"/>
              </a:rPr>
              <a:t>  – </a:t>
            </a:r>
            <a:r>
              <a:rPr lang="en-ZA" sz="2400" b="0" dirty="0" err="1">
                <a:latin typeface="+mn-lt"/>
              </a:rPr>
              <a:t>rekenaar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kan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honderde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wurms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uitstuur</a:t>
            </a:r>
            <a:r>
              <a:rPr lang="en-ZA" sz="2400" b="0" dirty="0">
                <a:latin typeface="+mn-lt"/>
              </a:rPr>
              <a:t> met </a:t>
            </a:r>
            <a:r>
              <a:rPr lang="en-ZA" sz="2400" b="0" err="1">
                <a:latin typeface="+mn-lt"/>
              </a:rPr>
              <a:t>verwoestende</a:t>
            </a:r>
            <a:r>
              <a:rPr lang="en-ZA" sz="2400" b="0">
                <a:latin typeface="+mn-lt"/>
              </a:rPr>
              <a:t> resultate</a:t>
            </a:r>
            <a:endParaRPr lang="en-ZA" sz="2400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/>
              <a:t>Kan veroorsaak dat rekenaar baie stadig werk, en selfs </a:t>
            </a:r>
            <a:r>
              <a:rPr lang="en-ZA" sz="2400" i="1"/>
              <a:t>crash</a:t>
            </a:r>
            <a:endParaRPr lang="en-ZA" sz="2400" b="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536476" y="4792242"/>
            <a:ext cx="7956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Voorkoming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 err="1"/>
              <a:t>Installeer</a:t>
            </a:r>
            <a:r>
              <a:rPr lang="en-US" sz="2400" dirty="0"/>
              <a:t> </a:t>
            </a:r>
            <a:r>
              <a:rPr lang="en-US" sz="2400" err="1"/>
              <a:t>antivirussagteware</a:t>
            </a:r>
            <a:r>
              <a:rPr lang="en-US" sz="2400"/>
              <a:t> (</a:t>
            </a:r>
            <a:r>
              <a:rPr lang="en-US" sz="2400" dirty="0" err="1"/>
              <a:t>hou</a:t>
            </a:r>
            <a:r>
              <a:rPr lang="en-US" sz="2400" dirty="0"/>
              <a:t>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/>
              <a:t>op datum)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moenie</a:t>
            </a:r>
            <a:r>
              <a:rPr lang="en-US" sz="2400" dirty="0"/>
              <a:t> e-</a:t>
            </a:r>
            <a:r>
              <a:rPr lang="en-US" sz="2400" dirty="0" err="1"/>
              <a:t>pos</a:t>
            </a:r>
            <a:r>
              <a:rPr lang="en-US" sz="2400" dirty="0"/>
              <a:t> wat </a:t>
            </a:r>
            <a:r>
              <a:rPr lang="en-US" sz="2400" dirty="0" err="1"/>
              <a:t>jy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herken</a:t>
            </a:r>
            <a:r>
              <a:rPr lang="en-US" sz="2400" dirty="0"/>
              <a:t> of </a:t>
            </a:r>
            <a:r>
              <a:rPr lang="en-US" sz="2400" dirty="0" err="1"/>
              <a:t>verdagte</a:t>
            </a:r>
            <a:r>
              <a:rPr lang="en-US" sz="2400" dirty="0"/>
              <a:t> e-</a:t>
            </a:r>
            <a:r>
              <a:rPr lang="en-US" sz="2400" dirty="0" err="1"/>
              <a:t>pos</a:t>
            </a:r>
            <a:r>
              <a:rPr lang="en-US" sz="2400" dirty="0"/>
              <a:t> </a:t>
            </a:r>
            <a:r>
              <a:rPr lang="en-US" sz="2400" dirty="0" err="1"/>
              <a:t>oopmaak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Trojane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457200" y="1765573"/>
            <a:ext cx="81439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Skadelike</a:t>
            </a:r>
            <a:r>
              <a:rPr lang="en-ZA" sz="2400" dirty="0"/>
              <a:t> program wat as a </a:t>
            </a:r>
            <a:r>
              <a:rPr lang="en-ZA" sz="2400" dirty="0" err="1"/>
              <a:t>nuttige</a:t>
            </a:r>
            <a:r>
              <a:rPr lang="en-ZA" sz="2400" dirty="0"/>
              <a:t> </a:t>
            </a:r>
            <a:r>
              <a:rPr lang="en-ZA" sz="2400" dirty="0" err="1"/>
              <a:t>toepassing</a:t>
            </a:r>
            <a:r>
              <a:rPr lang="en-ZA" sz="2400" dirty="0"/>
              <a:t> </a:t>
            </a:r>
            <a:r>
              <a:rPr lang="en-ZA" sz="2400" dirty="0" err="1"/>
              <a:t>vermom</a:t>
            </a:r>
            <a:r>
              <a:rPr lang="en-ZA" sz="2400" dirty="0"/>
              <a:t> is</a:t>
            </a:r>
            <a:endParaRPr lang="en-ZA" sz="2400" b="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Lyk</a:t>
            </a:r>
            <a:r>
              <a:rPr lang="en-US" sz="2400" dirty="0"/>
              <a:t> </a:t>
            </a:r>
            <a:r>
              <a:rPr lang="en-US" sz="2400" dirty="0" err="1"/>
              <a:t>soos</a:t>
            </a:r>
            <a:r>
              <a:rPr lang="en-US" sz="2400" dirty="0"/>
              <a:t> </a:t>
            </a:r>
            <a:r>
              <a:rPr lang="en-US" sz="2400" dirty="0" err="1"/>
              <a:t>betroubare</a:t>
            </a:r>
            <a:r>
              <a:rPr lang="en-US" sz="2400" dirty="0"/>
              <a:t> </a:t>
            </a:r>
            <a:r>
              <a:rPr lang="en-US" sz="2400" dirty="0" err="1"/>
              <a:t>sagteware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Vee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lêers</a:t>
            </a:r>
            <a:r>
              <a:rPr lang="en-US" sz="2400" b="0" dirty="0">
                <a:latin typeface="+mn-lt"/>
              </a:rPr>
              <a:t> op </a:t>
            </a:r>
            <a:r>
              <a:rPr lang="en-US" sz="2400" b="0" dirty="0" err="1">
                <a:latin typeface="+mn-lt"/>
              </a:rPr>
              <a:t>jou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rekenaar</a:t>
            </a:r>
            <a:r>
              <a:rPr lang="en-US" sz="2400" b="0">
                <a:latin typeface="+mn-lt"/>
              </a:rPr>
              <a:t> uit, of deursoek </a:t>
            </a:r>
            <a:r>
              <a:rPr lang="en-US" sz="2400" b="0" dirty="0" err="1">
                <a:latin typeface="+mn-lt"/>
              </a:rPr>
              <a:t>dit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vir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persoonlike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inligting</a:t>
            </a:r>
            <a:r>
              <a:rPr lang="en-US" sz="2400" b="0">
                <a:latin typeface="+mn-lt"/>
              </a:rPr>
              <a:t> om na </a:t>
            </a:r>
            <a:r>
              <a:rPr lang="en-US" sz="2400" dirty="0"/>
              <a:t>die </a:t>
            </a:r>
            <a:r>
              <a:rPr lang="en-US" sz="2400" dirty="0" err="1"/>
              <a:t>persoon</a:t>
            </a:r>
            <a:r>
              <a:rPr lang="en-US" sz="2400" dirty="0"/>
              <a:t> wat </a:t>
            </a:r>
            <a:r>
              <a:rPr lang="en-US" sz="2400"/>
              <a:t>die Trojaan </a:t>
            </a:r>
            <a:r>
              <a:rPr lang="en-US" sz="2400" dirty="0" err="1"/>
              <a:t>geskep</a:t>
            </a:r>
            <a:r>
              <a:rPr lang="en-US" sz="2400" dirty="0"/>
              <a:t> het </a:t>
            </a:r>
            <a:r>
              <a:rPr lang="en-US" sz="2400" dirty="0" err="1"/>
              <a:t>terug</a:t>
            </a:r>
            <a:r>
              <a:rPr lang="en-US" sz="2400" dirty="0"/>
              <a:t> </a:t>
            </a:r>
            <a:r>
              <a:rPr lang="en-US" sz="2400" err="1"/>
              <a:t>te</a:t>
            </a:r>
            <a:r>
              <a:rPr lang="en-US" sz="2400"/>
              <a:t> stuur</a:t>
            </a:r>
            <a:endParaRPr lang="en-ZA" sz="2400" b="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 rot="20881636">
            <a:off x="1245283" y="3702081"/>
            <a:ext cx="3503973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</a:rPr>
              <a:t>Games.exe</a:t>
            </a:r>
          </a:p>
        </p:txBody>
      </p:sp>
      <p:sp>
        <p:nvSpPr>
          <p:cNvPr id="10" name="Rectangle 9"/>
          <p:cNvSpPr/>
          <p:nvPr/>
        </p:nvSpPr>
        <p:spPr>
          <a:xfrm rot="21395906">
            <a:off x="2643972" y="4285306"/>
            <a:ext cx="3415807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Runme.exe</a:t>
            </a:r>
          </a:p>
        </p:txBody>
      </p:sp>
      <p:sp>
        <p:nvSpPr>
          <p:cNvPr id="11" name="Rectangle 10"/>
          <p:cNvSpPr/>
          <p:nvPr/>
        </p:nvSpPr>
        <p:spPr>
          <a:xfrm rot="195912">
            <a:off x="5178561" y="3702081"/>
            <a:ext cx="1811201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*.exe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683568" y="5305053"/>
            <a:ext cx="7776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Voorkoming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dirty="0" err="1"/>
              <a:t>Moenie</a:t>
            </a:r>
            <a:r>
              <a:rPr lang="en-US" sz="2400" dirty="0"/>
              <a:t> </a:t>
            </a:r>
            <a:r>
              <a:rPr lang="en-US" sz="2400" dirty="0" err="1"/>
              <a:t>aanhegsels</a:t>
            </a:r>
            <a:r>
              <a:rPr lang="en-US" sz="2400" dirty="0"/>
              <a:t> </a:t>
            </a:r>
            <a:r>
              <a:rPr lang="en-US" sz="2400" dirty="0" err="1"/>
              <a:t>oopmaak</a:t>
            </a:r>
            <a:r>
              <a:rPr lang="en-US" sz="2400" dirty="0"/>
              <a:t> of </a:t>
            </a:r>
            <a:r>
              <a:rPr lang="en-US" sz="2400" dirty="0" err="1"/>
              <a:t>programme</a:t>
            </a:r>
            <a:r>
              <a:rPr lang="en-US" sz="2400" dirty="0"/>
              <a:t> </a:t>
            </a:r>
            <a:r>
              <a:rPr lang="en-US" sz="2400" dirty="0" err="1"/>
              <a:t>laat</a:t>
            </a:r>
            <a:r>
              <a:rPr lang="en-US" sz="2400" dirty="0"/>
              <a:t> </a:t>
            </a:r>
            <a:r>
              <a:rPr lang="en-US" sz="2400" err="1"/>
              <a:t>uitvoer</a:t>
            </a:r>
            <a:r>
              <a:rPr lang="en-US" sz="2400"/>
              <a:t> tensy </a:t>
            </a:r>
            <a:r>
              <a:rPr lang="en-US" sz="2400" dirty="0"/>
              <a:t>as </a:t>
            </a:r>
            <a:r>
              <a:rPr lang="en-US" sz="2400" dirty="0" err="1"/>
              <a:t>jy</a:t>
            </a:r>
            <a:r>
              <a:rPr lang="en-US" sz="2400" dirty="0"/>
              <a:t> </a:t>
            </a:r>
            <a:r>
              <a:rPr lang="en-US" sz="2400" dirty="0" err="1"/>
              <a:t>baie</a:t>
            </a:r>
            <a:r>
              <a:rPr lang="en-US" sz="2400" dirty="0"/>
              <a:t> </a:t>
            </a:r>
            <a:r>
              <a:rPr lang="en-US" sz="2400" dirty="0" err="1"/>
              <a:t>seker</a:t>
            </a:r>
            <a:r>
              <a:rPr lang="en-US" sz="2400" dirty="0"/>
              <a:t> is </a:t>
            </a:r>
            <a:r>
              <a:rPr lang="en-US" sz="2400" dirty="0" err="1"/>
              <a:t>dat</a:t>
            </a:r>
            <a:r>
              <a:rPr lang="en-US" sz="2400" dirty="0"/>
              <a:t>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 err="1"/>
              <a:t>veilig</a:t>
            </a:r>
            <a:r>
              <a:rPr lang="en-US" sz="2400"/>
              <a:t> is om te doen nie</a:t>
            </a:r>
            <a:r>
              <a:rPr lang="en-US" sz="2400" dirty="0"/>
              <a:t>. </a:t>
            </a:r>
          </a:p>
          <a:p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Spam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500034" y="1624435"/>
            <a:ext cx="8143932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2400"/>
              <a:t>E-posadvertensies </a:t>
            </a:r>
            <a:r>
              <a:rPr lang="en-ZA" sz="2400" dirty="0"/>
              <a:t>wat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  <a:r>
              <a:rPr lang="en-ZA" sz="2400" dirty="0" err="1"/>
              <a:t>versoek</a:t>
            </a:r>
            <a:r>
              <a:rPr lang="en-ZA" sz="2400" dirty="0"/>
              <a:t> </a:t>
            </a:r>
            <a:r>
              <a:rPr lang="en-ZA" sz="2400"/>
              <a:t>het nie – </a:t>
            </a:r>
            <a:r>
              <a:rPr lang="en-ZA" sz="2400" b="1">
                <a:solidFill>
                  <a:srgbClr val="FF0000"/>
                </a:solidFill>
                <a:latin typeface="+mn-lt"/>
              </a:rPr>
              <a:t>‘</a:t>
            </a:r>
            <a:r>
              <a:rPr lang="en-ZA" sz="2400" b="1" dirty="0" err="1">
                <a:solidFill>
                  <a:srgbClr val="FF0000"/>
                </a:solidFill>
                <a:latin typeface="+mn-lt"/>
              </a:rPr>
              <a:t>gemorspos</a:t>
            </a:r>
            <a:r>
              <a:rPr lang="en-ZA" sz="2400" b="1" dirty="0">
                <a:solidFill>
                  <a:srgbClr val="FF0000"/>
                </a:solidFill>
                <a:latin typeface="+mn-lt"/>
              </a:rPr>
              <a:t>’</a:t>
            </a:r>
          </a:p>
        </p:txBody>
      </p:sp>
      <p:pic>
        <p:nvPicPr>
          <p:cNvPr id="12" name="Picture 11" descr="spam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3162" y="3060613"/>
            <a:ext cx="4143404" cy="3286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Spam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Wenke</a:t>
            </a:r>
            <a:r>
              <a:rPr lang="en-ZA" sz="2800" b="0" dirty="0"/>
              <a:t> hoe om spam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hanteer</a:t>
            </a:r>
            <a:endParaRPr lang="en-ZA" sz="2800" b="0" dirty="0"/>
          </a:p>
        </p:txBody>
      </p:sp>
      <p:sp>
        <p:nvSpPr>
          <p:cNvPr id="11" name="Rectangle 10"/>
          <p:cNvSpPr/>
          <p:nvPr/>
        </p:nvSpPr>
        <p:spPr>
          <a:xfrm>
            <a:off x="467544" y="2324487"/>
            <a:ext cx="4464496" cy="3434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Wees </a:t>
            </a:r>
            <a:r>
              <a:rPr lang="en-ZA" sz="2400" b="0" dirty="0" err="1"/>
              <a:t>versigtig</a:t>
            </a:r>
            <a:r>
              <a:rPr lang="en-ZA" sz="2400" b="0" dirty="0"/>
              <a:t> </a:t>
            </a:r>
            <a:r>
              <a:rPr lang="en-ZA" sz="2400" b="0" dirty="0" err="1"/>
              <a:t>vir</a:t>
            </a:r>
            <a:r>
              <a:rPr lang="en-ZA" sz="2400" b="0" dirty="0"/>
              <a:t> </a:t>
            </a:r>
            <a:r>
              <a:rPr lang="en-ZA" sz="2400" b="0" dirty="0" err="1"/>
              <a:t>wie</a:t>
            </a:r>
            <a:r>
              <a:rPr lang="en-ZA" sz="2400" b="0" dirty="0"/>
              <a:t> </a:t>
            </a:r>
            <a:r>
              <a:rPr lang="en-ZA" sz="2400" b="0" dirty="0" err="1"/>
              <a:t>jy</a:t>
            </a:r>
            <a:r>
              <a:rPr lang="en-ZA" sz="2400" b="0" dirty="0"/>
              <a:t> </a:t>
            </a:r>
            <a:r>
              <a:rPr lang="en-ZA" sz="2400" b="0" dirty="0" err="1"/>
              <a:t>jou</a:t>
            </a:r>
            <a:br>
              <a:rPr lang="en-ZA" sz="2400" b="0"/>
            </a:br>
            <a:r>
              <a:rPr lang="en-ZA" sz="2400" b="0"/>
              <a:t>e-posadres </a:t>
            </a:r>
            <a:r>
              <a:rPr lang="en-ZA" sz="2400" b="0" dirty="0"/>
              <a:t>gee</a:t>
            </a:r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Vind</a:t>
            </a:r>
            <a:r>
              <a:rPr lang="en-US" sz="2400" dirty="0"/>
              <a:t> </a:t>
            </a:r>
            <a:r>
              <a:rPr lang="en-US" sz="2400" dirty="0" err="1"/>
              <a:t>uit</a:t>
            </a:r>
            <a:r>
              <a:rPr lang="en-US" sz="2400" dirty="0"/>
              <a:t> of </a:t>
            </a:r>
            <a:r>
              <a:rPr lang="en-US" sz="2400" err="1"/>
              <a:t>jou</a:t>
            </a:r>
            <a:r>
              <a:rPr lang="en-US" sz="2400"/>
              <a:t> ISP </a:t>
            </a:r>
            <a:r>
              <a:rPr lang="en-US" sz="2400" dirty="0" err="1"/>
              <a:t>kan</a:t>
            </a:r>
            <a:r>
              <a:rPr lang="en-US" sz="2400" dirty="0"/>
              <a:t> help – </a:t>
            </a:r>
            <a:r>
              <a:rPr lang="en-US" sz="2400" err="1"/>
              <a:t>baie</a:t>
            </a:r>
            <a:r>
              <a:rPr lang="en-US" sz="2400"/>
              <a:t> ISP’s </a:t>
            </a:r>
            <a:r>
              <a:rPr lang="en-US" sz="2400" dirty="0" err="1"/>
              <a:t>onderskep</a:t>
            </a:r>
            <a:r>
              <a:rPr lang="en-US" sz="2400" dirty="0"/>
              <a:t> spam</a:t>
            </a: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 err="1"/>
              <a:t>Ondersoek</a:t>
            </a:r>
            <a:r>
              <a:rPr lang="en-US" sz="2400" b="0" dirty="0"/>
              <a:t> die </a:t>
            </a:r>
            <a:r>
              <a:rPr lang="en-US" sz="2400" b="0" dirty="0" err="1"/>
              <a:t>fasiliteite</a:t>
            </a:r>
            <a:r>
              <a:rPr lang="en-US" sz="2400" b="0" dirty="0"/>
              <a:t> van </a:t>
            </a:r>
            <a:r>
              <a:rPr lang="en-US" sz="2400" b="0" dirty="0" err="1"/>
              <a:t>jou</a:t>
            </a:r>
            <a:r>
              <a:rPr lang="en-US" sz="2400" b="0" dirty="0"/>
              <a:t> e-</a:t>
            </a:r>
            <a:r>
              <a:rPr lang="en-US" sz="2400" b="0" dirty="0" err="1"/>
              <a:t>posprogram</a:t>
            </a:r>
            <a:endParaRPr lang="en-US" sz="24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-1" b="-1"/>
          <a:stretch/>
        </p:blipFill>
        <p:spPr>
          <a:xfrm>
            <a:off x="5220072" y="2196710"/>
            <a:ext cx="3352457" cy="4040602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Spam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Wenke</a:t>
            </a:r>
            <a:r>
              <a:rPr lang="en-ZA" sz="2800" dirty="0"/>
              <a:t> hoe om </a:t>
            </a:r>
            <a:r>
              <a:rPr lang="en-ZA" sz="2800" i="1" dirty="0"/>
              <a:t>spam</a:t>
            </a:r>
            <a:r>
              <a:rPr lang="en-ZA" sz="2800" dirty="0"/>
              <a:t> </a:t>
            </a:r>
            <a:r>
              <a:rPr lang="en-ZA" sz="2800" dirty="0" err="1"/>
              <a:t>te</a:t>
            </a:r>
            <a:r>
              <a:rPr lang="en-ZA" sz="2800" dirty="0"/>
              <a:t> </a:t>
            </a:r>
            <a:r>
              <a:rPr lang="en-ZA" sz="2800" dirty="0" err="1"/>
              <a:t>hanteer</a:t>
            </a:r>
            <a:r>
              <a:rPr lang="en-ZA" sz="2800" dirty="0"/>
              <a:t> (</a:t>
            </a:r>
            <a:r>
              <a:rPr lang="en-ZA" sz="2800" dirty="0" err="1"/>
              <a:t>vervolg</a:t>
            </a:r>
            <a:r>
              <a:rPr lang="en-ZA" sz="2800" dirty="0"/>
              <a:t>)</a:t>
            </a:r>
            <a:endParaRPr lang="en-ZA" sz="2800" b="0" dirty="0"/>
          </a:p>
        </p:txBody>
      </p:sp>
      <p:sp>
        <p:nvSpPr>
          <p:cNvPr id="11" name="Rectangle 10"/>
          <p:cNvSpPr/>
          <p:nvPr/>
        </p:nvSpPr>
        <p:spPr>
          <a:xfrm>
            <a:off x="500034" y="1975863"/>
            <a:ext cx="8176422" cy="18261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Sommige</a:t>
            </a:r>
            <a:r>
              <a:rPr lang="en-US" sz="2400" dirty="0"/>
              <a:t> </a:t>
            </a:r>
            <a:r>
              <a:rPr lang="en-US" sz="2400" dirty="0" err="1"/>
              <a:t>antivirusprogramme</a:t>
            </a:r>
            <a:r>
              <a:rPr lang="en-US" sz="2400" dirty="0"/>
              <a:t> </a:t>
            </a:r>
            <a:r>
              <a:rPr lang="en-US" sz="2400" err="1"/>
              <a:t>sluit</a:t>
            </a:r>
            <a:r>
              <a:rPr lang="en-US" sz="2400"/>
              <a:t> anti-</a:t>
            </a:r>
            <a:r>
              <a:rPr lang="en-US" sz="2400" i="1"/>
              <a:t>spam-</a:t>
            </a:r>
            <a:r>
              <a:rPr lang="en-US" sz="2400"/>
              <a:t>sagteware </a:t>
            </a:r>
            <a:r>
              <a:rPr lang="en-US" sz="2400" dirty="0"/>
              <a:t>in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1" dirty="0"/>
              <a:t>Mailwasher</a:t>
            </a:r>
            <a:r>
              <a:rPr lang="en-US" sz="2400" b="0" dirty="0"/>
              <a:t>: </a:t>
            </a:r>
            <a:r>
              <a:rPr lang="en-US" sz="2400" b="0" dirty="0" err="1"/>
              <a:t>gespesialiseer</a:t>
            </a:r>
            <a:r>
              <a:rPr lang="en-US" sz="2400" b="0" dirty="0"/>
              <a:t> om </a:t>
            </a:r>
            <a:r>
              <a:rPr lang="en-US" sz="2400" b="0" i="1" dirty="0"/>
              <a:t>spam</a:t>
            </a:r>
            <a:r>
              <a:rPr lang="en-US" sz="2400" b="0" dirty="0"/>
              <a:t> </a:t>
            </a:r>
            <a:r>
              <a:rPr lang="en-US" sz="2400" b="0" dirty="0" err="1"/>
              <a:t>te</a:t>
            </a:r>
            <a:r>
              <a:rPr lang="en-US" sz="2400" b="0" dirty="0"/>
              <a:t> </a:t>
            </a:r>
            <a:r>
              <a:rPr lang="en-US" sz="2400" b="0" dirty="0" err="1"/>
              <a:t>onderskep</a:t>
            </a: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Moet </a:t>
            </a:r>
            <a:r>
              <a:rPr lang="en-US" sz="2400" dirty="0" err="1"/>
              <a:t>nooit</a:t>
            </a:r>
            <a:r>
              <a:rPr lang="en-US" sz="2400" dirty="0"/>
              <a:t> op </a:t>
            </a:r>
            <a:r>
              <a:rPr lang="en-US" sz="2400" i="1" dirty="0"/>
              <a:t>spam</a:t>
            </a:r>
            <a:r>
              <a:rPr lang="en-US" sz="2400" dirty="0"/>
              <a:t> </a:t>
            </a:r>
            <a:r>
              <a:rPr lang="en-US" sz="2400" err="1"/>
              <a:t>reageer</a:t>
            </a:r>
            <a:r>
              <a:rPr lang="en-US" sz="2400"/>
              <a:t> nie – dit </a:t>
            </a:r>
            <a:r>
              <a:rPr lang="en-US" sz="2400" err="1"/>
              <a:t>bevestig</a:t>
            </a:r>
            <a:r>
              <a:rPr lang="en-US" sz="2400"/>
              <a:t> ’n </a:t>
            </a:r>
            <a:r>
              <a:rPr lang="en-US" sz="2400" err="1"/>
              <a:t>geldige</a:t>
            </a:r>
            <a:r>
              <a:rPr lang="en-US" sz="2400"/>
              <a:t> </a:t>
            </a:r>
            <a:br>
              <a:rPr lang="en-US" sz="2400"/>
            </a:br>
            <a:r>
              <a:rPr lang="en-US" sz="2400"/>
              <a:t>e-posadres</a:t>
            </a:r>
            <a:r>
              <a:rPr lang="en-US" sz="2400" b="0"/>
              <a:t> </a:t>
            </a:r>
            <a:endParaRPr lang="en-ZA" sz="24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1" y="3847509"/>
            <a:ext cx="4810768" cy="259196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838" y="3720239"/>
            <a:ext cx="2165080" cy="283897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0468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Hoaxes</a:t>
            </a:r>
            <a:r>
              <a:rPr lang="en-ZA" sz="4000" dirty="0"/>
              <a:t> </a:t>
            </a:r>
            <a:r>
              <a:rPr lang="en-ZA" sz="4000" dirty="0" err="1"/>
              <a:t>en</a:t>
            </a:r>
            <a:r>
              <a:rPr lang="en-ZA" sz="4000" dirty="0"/>
              <a:t> </a:t>
            </a:r>
            <a:r>
              <a:rPr lang="en-ZA" sz="4000" dirty="0" err="1"/>
              <a:t>bedrogskemas</a:t>
            </a:r>
            <a:endParaRPr lang="en-ZA" sz="4000" dirty="0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15" name="Rectangle 14"/>
          <p:cNvSpPr/>
          <p:nvPr/>
        </p:nvSpPr>
        <p:spPr>
          <a:xfrm>
            <a:off x="1326753" y="1654190"/>
            <a:ext cx="6304784" cy="83099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>
                <a:latin typeface="+mn-lt"/>
              </a:rPr>
              <a:t>Internet </a:t>
            </a:r>
            <a:r>
              <a:rPr lang="en-ZA" sz="2400" b="0" i="1" dirty="0">
                <a:latin typeface="+mn-lt"/>
              </a:rPr>
              <a:t>hoax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>
                <a:latin typeface="+mn-lt"/>
              </a:rPr>
              <a:t>is ’n </a:t>
            </a:r>
            <a:r>
              <a:rPr lang="en-ZA" sz="2400" b="0" dirty="0">
                <a:latin typeface="+mn-lt"/>
              </a:rPr>
              <a:t>e-</a:t>
            </a:r>
            <a:r>
              <a:rPr lang="en-ZA" sz="2400" b="0" dirty="0" err="1">
                <a:latin typeface="+mn-lt"/>
              </a:rPr>
              <a:t>posboodskap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>
                <a:latin typeface="+mn-lt"/>
              </a:rPr>
              <a:t>of -artikel </a:t>
            </a:r>
            <a:r>
              <a:rPr lang="en-ZA" sz="2400" b="0" dirty="0">
                <a:latin typeface="+mn-lt"/>
              </a:rPr>
              <a:t>wat </a:t>
            </a:r>
            <a:r>
              <a:rPr lang="en-ZA" sz="2400" b="0" dirty="0" err="1">
                <a:latin typeface="+mn-lt"/>
              </a:rPr>
              <a:t>beoog</a:t>
            </a:r>
            <a:r>
              <a:rPr lang="en-ZA" sz="2400" b="0" dirty="0">
                <a:latin typeface="+mn-lt"/>
              </a:rPr>
              <a:t> om </a:t>
            </a:r>
            <a:r>
              <a:rPr lang="en-ZA" sz="2400" b="0" dirty="0" err="1">
                <a:latin typeface="+mn-lt"/>
              </a:rPr>
              <a:t>ander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te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bedrieg</a:t>
            </a:r>
            <a:r>
              <a:rPr lang="en-ZA" sz="2400" b="0" dirty="0">
                <a:latin typeface="+mn-lt"/>
              </a:rPr>
              <a:t> of in </a:t>
            </a:r>
            <a:r>
              <a:rPr lang="en-ZA" sz="2400" b="0" dirty="0" err="1">
                <a:latin typeface="+mn-lt"/>
              </a:rPr>
              <a:t>te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doen</a:t>
            </a:r>
            <a:r>
              <a:rPr lang="en-ZA" sz="2400" b="0" dirty="0">
                <a:latin typeface="+mn-lt"/>
              </a:rPr>
              <a:t> </a:t>
            </a:r>
          </a:p>
        </p:txBody>
      </p:sp>
      <p:pic>
        <p:nvPicPr>
          <p:cNvPr id="16" name="Picture 15" descr="hoaxes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8845" y="3079576"/>
            <a:ext cx="2664296" cy="2549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 descr="dodgy emai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3598" y="2928934"/>
            <a:ext cx="5104275" cy="3236370"/>
          </a:xfrm>
          <a:prstGeom prst="foldedCorner">
            <a:avLst/>
          </a:prstGeom>
          <a:ln>
            <a:solidFill>
              <a:schemeClr val="accent2"/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Hoaxes</a:t>
            </a:r>
            <a:r>
              <a:rPr lang="en-ZA" sz="4000" dirty="0"/>
              <a:t> </a:t>
            </a:r>
            <a:r>
              <a:rPr lang="en-ZA" dirty="0" err="1"/>
              <a:t>en</a:t>
            </a:r>
            <a:r>
              <a:rPr lang="en-ZA" dirty="0"/>
              <a:t> </a:t>
            </a:r>
            <a:r>
              <a:rPr lang="en-ZA" dirty="0" err="1"/>
              <a:t>bedrogskemas</a:t>
            </a:r>
            <a:endParaRPr lang="en-ZA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1428736"/>
            <a:ext cx="8001056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Hoe om </a:t>
            </a:r>
            <a:r>
              <a:rPr lang="en-ZA" sz="2800" b="0" dirty="0" err="1"/>
              <a:t>jou</a:t>
            </a:r>
            <a:r>
              <a:rPr lang="en-ZA" sz="2800" dirty="0" err="1"/>
              <a:t>self</a:t>
            </a:r>
            <a:r>
              <a:rPr lang="en-ZA" sz="2800" dirty="0"/>
              <a:t> </a:t>
            </a:r>
            <a:r>
              <a:rPr lang="en-ZA" sz="2800" dirty="0" err="1"/>
              <a:t>hierteen</a:t>
            </a:r>
            <a:r>
              <a:rPr lang="en-ZA" sz="2800" dirty="0"/>
              <a:t> </a:t>
            </a:r>
            <a:r>
              <a:rPr lang="en-ZA" sz="2800" dirty="0" err="1"/>
              <a:t>te</a:t>
            </a:r>
            <a:r>
              <a:rPr lang="en-ZA" sz="2800" dirty="0"/>
              <a:t> </a:t>
            </a:r>
            <a:r>
              <a:rPr lang="en-ZA" sz="2800" dirty="0" err="1"/>
              <a:t>beskerm</a:t>
            </a:r>
            <a:endParaRPr lang="en-ZA" sz="2800" b="0" dirty="0"/>
          </a:p>
        </p:txBody>
      </p:sp>
      <p:sp>
        <p:nvSpPr>
          <p:cNvPr id="8" name="Rectangle 7"/>
          <p:cNvSpPr/>
          <p:nvPr/>
        </p:nvSpPr>
        <p:spPr>
          <a:xfrm>
            <a:off x="494271" y="2276867"/>
            <a:ext cx="771530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Moet </a:t>
            </a:r>
            <a:r>
              <a:rPr lang="en-ZA" sz="2400" b="0" err="1"/>
              <a:t>nooit</a:t>
            </a:r>
            <a:r>
              <a:rPr lang="en-ZA" sz="2400" b="0"/>
              <a:t> inligting </a:t>
            </a:r>
            <a:r>
              <a:rPr lang="en-ZA" sz="2400" b="0" dirty="0" err="1"/>
              <a:t>sonder</a:t>
            </a:r>
            <a:r>
              <a:rPr lang="en-ZA" sz="2400" b="0" dirty="0"/>
              <a:t> </a:t>
            </a:r>
            <a:r>
              <a:rPr lang="en-ZA" sz="2400" b="0" dirty="0" err="1"/>
              <a:t>meer</a:t>
            </a:r>
            <a:r>
              <a:rPr lang="en-ZA" sz="2400" b="0" dirty="0"/>
              <a:t> </a:t>
            </a:r>
            <a:r>
              <a:rPr lang="en-ZA" sz="2400" b="0" dirty="0" err="1"/>
              <a:t>aanvaar</a:t>
            </a:r>
            <a:r>
              <a:rPr lang="en-ZA" sz="2400" b="0" dirty="0"/>
              <a:t> </a:t>
            </a:r>
            <a:r>
              <a:rPr lang="en-ZA" sz="2400" b="0" dirty="0" err="1"/>
              <a:t>nie</a:t>
            </a:r>
            <a:r>
              <a:rPr lang="en-ZA" sz="2400" b="0" dirty="0"/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Gaan</a:t>
            </a:r>
            <a:r>
              <a:rPr lang="en-ZA" sz="2400" dirty="0"/>
              <a:t> </a:t>
            </a:r>
            <a:r>
              <a:rPr lang="en-ZA" sz="2400" dirty="0" err="1"/>
              <a:t>altyd</a:t>
            </a:r>
            <a:r>
              <a:rPr lang="en-ZA" sz="2400" dirty="0"/>
              <a:t> die </a:t>
            </a:r>
            <a:r>
              <a:rPr lang="en-ZA" sz="2400" dirty="0" err="1"/>
              <a:t>bron</a:t>
            </a:r>
            <a:r>
              <a:rPr lang="en-ZA" sz="2400" dirty="0"/>
              <a:t> van </a:t>
            </a:r>
            <a:r>
              <a:rPr lang="en-ZA" sz="2400" dirty="0" err="1"/>
              <a:t>inligting</a:t>
            </a:r>
            <a:r>
              <a:rPr lang="en-ZA" sz="2400" dirty="0"/>
              <a:t> </a:t>
            </a:r>
            <a:r>
              <a:rPr lang="en-ZA" sz="2400" dirty="0" err="1"/>
              <a:t>na</a:t>
            </a:r>
            <a:r>
              <a:rPr lang="en-ZA" sz="2400" dirty="0"/>
              <a:t>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Dikwels</a:t>
            </a:r>
            <a:r>
              <a:rPr lang="en-ZA" sz="2400" dirty="0"/>
              <a:t> </a:t>
            </a:r>
            <a:r>
              <a:rPr lang="en-ZA" sz="2400"/>
              <a:t>net ’n </a:t>
            </a:r>
            <a:r>
              <a:rPr lang="en-ZA" sz="2400" dirty="0" err="1"/>
              <a:t>gerug</a:t>
            </a:r>
            <a:r>
              <a:rPr lang="en-ZA" sz="2400" dirty="0"/>
              <a:t> – </a:t>
            </a:r>
            <a:r>
              <a:rPr lang="en-ZA" sz="2400" dirty="0" err="1"/>
              <a:t>nie</a:t>
            </a:r>
            <a:r>
              <a:rPr lang="en-ZA" sz="2400" dirty="0"/>
              <a:t> op </a:t>
            </a:r>
            <a:r>
              <a:rPr lang="en-ZA" sz="2400" dirty="0" err="1"/>
              <a:t>feite</a:t>
            </a:r>
            <a:r>
              <a:rPr lang="en-ZA" sz="2400" dirty="0"/>
              <a:t> </a:t>
            </a:r>
            <a:r>
              <a:rPr lang="en-ZA" sz="2400" dirty="0" err="1"/>
              <a:t>gebaseer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Vee </a:t>
            </a:r>
            <a:r>
              <a:rPr lang="en-ZA" sz="2400" dirty="0" err="1"/>
              <a:t>dit</a:t>
            </a:r>
            <a:r>
              <a:rPr lang="en-ZA" sz="2400" dirty="0"/>
              <a:t> </a:t>
            </a:r>
            <a:r>
              <a:rPr lang="en-ZA" sz="2400" dirty="0" err="1"/>
              <a:t>uit</a:t>
            </a:r>
            <a:r>
              <a:rPr lang="en-ZA" sz="2400" dirty="0"/>
              <a:t> – </a:t>
            </a:r>
            <a:r>
              <a:rPr lang="en-ZA" sz="2400" dirty="0" err="1"/>
              <a:t>waarsku</a:t>
            </a:r>
            <a:r>
              <a:rPr lang="en-ZA" sz="2400" dirty="0"/>
              <a:t> die </a:t>
            </a:r>
            <a:r>
              <a:rPr lang="en-ZA" sz="2400" dirty="0" err="1"/>
              <a:t>persoon</a:t>
            </a:r>
            <a:r>
              <a:rPr lang="en-ZA" sz="2400" dirty="0"/>
              <a:t> wat </a:t>
            </a:r>
            <a:r>
              <a:rPr lang="en-ZA" sz="2400" dirty="0" err="1"/>
              <a:t>dit</a:t>
            </a:r>
            <a:r>
              <a:rPr lang="en-ZA" sz="2400" dirty="0"/>
              <a:t> </a:t>
            </a:r>
            <a:r>
              <a:rPr lang="en-ZA" sz="2400" dirty="0" err="1"/>
              <a:t>stuur</a:t>
            </a:r>
            <a:r>
              <a:rPr lang="en-ZA" sz="2400" dirty="0"/>
              <a:t> </a:t>
            </a:r>
            <a:r>
              <a:rPr lang="en-ZA" sz="2400" dirty="0" err="1"/>
              <a:t>daaroor</a:t>
            </a:r>
            <a:endParaRPr lang="en-ZA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/>
              <a:t>Pasop vir </a:t>
            </a:r>
            <a:r>
              <a:rPr lang="en-ZA" sz="2400" i="1"/>
              <a:t>hoaxes</a:t>
            </a:r>
            <a:r>
              <a:rPr lang="en-ZA" sz="2400"/>
              <a:t> </a:t>
            </a:r>
            <a:r>
              <a:rPr lang="en-ZA" sz="2400" dirty="0"/>
              <a:t>wat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aanmoedig</a:t>
            </a:r>
            <a:r>
              <a:rPr lang="en-ZA" sz="2400" dirty="0"/>
              <a:t> om </a:t>
            </a:r>
            <a:r>
              <a:rPr lang="en-ZA" sz="2400" dirty="0" err="1"/>
              <a:t>belangrike</a:t>
            </a:r>
            <a:r>
              <a:rPr lang="en-ZA" sz="2400" dirty="0"/>
              <a:t> </a:t>
            </a:r>
            <a:r>
              <a:rPr lang="en-ZA" sz="2400" dirty="0" err="1"/>
              <a:t>lêers</a:t>
            </a:r>
            <a:r>
              <a:rPr lang="en-ZA" sz="2400" dirty="0"/>
              <a:t> van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rekenaar</a:t>
            </a:r>
            <a:r>
              <a:rPr lang="en-ZA" sz="2400" dirty="0"/>
              <a:t> </a:t>
            </a:r>
            <a:r>
              <a:rPr lang="en-ZA" sz="2400" dirty="0" err="1"/>
              <a:t>af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vee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 err="1"/>
              <a:t>Baie</a:t>
            </a:r>
            <a:r>
              <a:rPr lang="en-ZA" sz="2400" dirty="0"/>
              <a:t> </a:t>
            </a:r>
            <a:r>
              <a:rPr lang="en-ZA" sz="2400" dirty="0" err="1"/>
              <a:t>webwerwe</a:t>
            </a:r>
            <a:r>
              <a:rPr lang="en-ZA" sz="2400" dirty="0"/>
              <a:t> </a:t>
            </a:r>
            <a:r>
              <a:rPr lang="en-ZA" sz="2400" dirty="0" err="1"/>
              <a:t>ondersoek</a:t>
            </a:r>
            <a:r>
              <a:rPr lang="en-ZA" sz="2400" dirty="0"/>
              <a:t> </a:t>
            </a:r>
            <a:r>
              <a:rPr lang="en-ZA" sz="2400" i="1" dirty="0"/>
              <a:t>hoaxes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publiseer</a:t>
            </a:r>
            <a:r>
              <a:rPr lang="en-ZA" sz="2400" dirty="0"/>
              <a:t> die </a:t>
            </a:r>
            <a:r>
              <a:rPr lang="en-ZA" sz="2400" err="1"/>
              <a:t>resultate</a:t>
            </a:r>
            <a:r>
              <a:rPr lang="en-ZA" sz="2400"/>
              <a:t> – </a:t>
            </a:r>
            <a:r>
              <a:rPr lang="en-ZA" sz="2400" dirty="0" err="1"/>
              <a:t>besoek</a:t>
            </a:r>
            <a:r>
              <a:rPr lang="en-ZA" sz="2400" dirty="0"/>
              <a:t> </a:t>
            </a:r>
            <a:r>
              <a:rPr lang="en-ZA" sz="2400" dirty="0" err="1"/>
              <a:t>hierdie</a:t>
            </a:r>
            <a:r>
              <a:rPr lang="en-ZA" sz="2400" dirty="0"/>
              <a:t> </a:t>
            </a:r>
            <a:r>
              <a:rPr lang="en-ZA" sz="2400" dirty="0" err="1"/>
              <a:t>webwerwe</a:t>
            </a:r>
            <a:r>
              <a:rPr lang="en-ZA" sz="2400" dirty="0"/>
              <a:t> om die </a:t>
            </a:r>
            <a:r>
              <a:rPr lang="en-ZA" sz="2400" dirty="0" err="1"/>
              <a:t>geloofwaardigheid</a:t>
            </a:r>
            <a:r>
              <a:rPr lang="en-ZA" sz="2400" dirty="0"/>
              <a:t> van </a:t>
            </a:r>
            <a:r>
              <a:rPr lang="en-ZA" sz="2400" dirty="0" err="1"/>
              <a:t>boodskappe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ondersoek</a:t>
            </a:r>
            <a:r>
              <a:rPr lang="en-ZA" sz="2400" dirty="0"/>
              <a:t> </a:t>
            </a:r>
            <a:endParaRPr lang="en-ZA" b="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 err="1"/>
              <a:t>Uitvissingsbedrog</a:t>
            </a:r>
            <a:endParaRPr lang="en-ZA" sz="4000" dirty="0"/>
          </a:p>
        </p:txBody>
      </p:sp>
      <p:sp>
        <p:nvSpPr>
          <p:cNvPr id="11" name="Rectangle 10"/>
          <p:cNvSpPr/>
          <p:nvPr/>
        </p:nvSpPr>
        <p:spPr>
          <a:xfrm>
            <a:off x="524962" y="2123632"/>
            <a:ext cx="39750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 err="1">
                <a:latin typeface="+mn-lt"/>
              </a:rPr>
              <a:t>Mislei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gebruikers</a:t>
            </a:r>
            <a:r>
              <a:rPr lang="en-ZA" sz="2800" b="0" dirty="0">
                <a:latin typeface="+mn-lt"/>
              </a:rPr>
              <a:t> om </a:t>
            </a:r>
            <a:r>
              <a:rPr lang="en-ZA" sz="2800" b="0" dirty="0" err="1">
                <a:latin typeface="+mn-lt"/>
              </a:rPr>
              <a:t>persoonlike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en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vertroulike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dirty="0" err="1"/>
              <a:t>besonderhede</a:t>
            </a:r>
            <a:r>
              <a:rPr lang="en-ZA" sz="2800" dirty="0"/>
              <a:t> </a:t>
            </a:r>
            <a:r>
              <a:rPr lang="en-ZA" sz="2800" dirty="0" err="1"/>
              <a:t>soos</a:t>
            </a:r>
            <a:r>
              <a:rPr lang="en-ZA" sz="2800" dirty="0"/>
              <a:t> </a:t>
            </a:r>
            <a:r>
              <a:rPr lang="en-ZA" sz="2800" b="0" dirty="0">
                <a:latin typeface="+mn-lt"/>
              </a:rPr>
              <a:t>PIN-</a:t>
            </a:r>
            <a:r>
              <a:rPr lang="en-ZA" sz="2800" b="0" dirty="0" err="1">
                <a:latin typeface="+mn-lt"/>
              </a:rPr>
              <a:t>nommers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en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wagwoorde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te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verklap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deur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voor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te</a:t>
            </a:r>
            <a:r>
              <a:rPr lang="en-ZA" sz="2800" b="0" dirty="0">
                <a:latin typeface="+mn-lt"/>
              </a:rPr>
              <a:t> gee </a:t>
            </a:r>
            <a:r>
              <a:rPr lang="en-ZA" sz="2800" b="0" dirty="0" err="1">
                <a:latin typeface="+mn-lt"/>
              </a:rPr>
              <a:t>dat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dit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>
                <a:latin typeface="+mn-lt"/>
              </a:rPr>
              <a:t>van ’n </a:t>
            </a:r>
            <a:r>
              <a:rPr lang="en-ZA" sz="2800" b="0" dirty="0" err="1">
                <a:latin typeface="+mn-lt"/>
              </a:rPr>
              <a:t>wettige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organi</a:t>
            </a:r>
            <a:r>
              <a:rPr lang="en-ZA" sz="2800" dirty="0" err="1"/>
              <a:t>sasie</a:t>
            </a:r>
            <a:r>
              <a:rPr lang="en-ZA" sz="2800" dirty="0"/>
              <a:t> (</a:t>
            </a:r>
            <a:r>
              <a:rPr lang="en-ZA" sz="2800" err="1"/>
              <a:t>dikwels</a:t>
            </a:r>
            <a:r>
              <a:rPr lang="en-ZA" sz="2800"/>
              <a:t> ’n </a:t>
            </a:r>
            <a:r>
              <a:rPr lang="en-ZA" sz="2800" dirty="0"/>
              <a:t>bank) </a:t>
            </a:r>
            <a:r>
              <a:rPr lang="en-ZA" sz="2800" dirty="0" err="1"/>
              <a:t>af</a:t>
            </a:r>
            <a:r>
              <a:rPr lang="en-ZA" sz="2800" dirty="0"/>
              <a:t> </a:t>
            </a:r>
            <a:r>
              <a:rPr lang="en-ZA" sz="2800" dirty="0" err="1"/>
              <a:t>kom</a:t>
            </a:r>
            <a:r>
              <a:rPr lang="en-ZA" sz="2800" dirty="0"/>
              <a:t>. </a:t>
            </a:r>
            <a:r>
              <a:rPr lang="en-ZA" sz="2800" dirty="0" err="1"/>
              <a:t>Gewoonlik</a:t>
            </a:r>
            <a:r>
              <a:rPr lang="en-ZA" sz="2800" dirty="0"/>
              <a:t> e-</a:t>
            </a:r>
            <a:r>
              <a:rPr lang="en-ZA" sz="2800" dirty="0" err="1"/>
              <a:t>posboodskappe</a:t>
            </a:r>
            <a:r>
              <a:rPr lang="en-ZA" sz="2800" b="0" dirty="0">
                <a:latin typeface="+mn-lt"/>
              </a:rPr>
              <a:t>. </a:t>
            </a:r>
          </a:p>
        </p:txBody>
      </p:sp>
      <p:pic>
        <p:nvPicPr>
          <p:cNvPr id="14" name="Picture 13" descr="phishing.bmp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0157" y="1916832"/>
            <a:ext cx="4071966" cy="3581020"/>
          </a:xfrm>
          <a:prstGeom prst="roundRect">
            <a:avLst>
              <a:gd name="adj" fmla="val 1488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 err="1"/>
              <a:t>Uitvissingsbedrog</a:t>
            </a:r>
            <a:endParaRPr lang="en-ZA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Wenke</a:t>
            </a:r>
            <a:r>
              <a:rPr lang="en-ZA" sz="2800" b="0" dirty="0"/>
              <a:t> om </a:t>
            </a:r>
            <a:r>
              <a:rPr lang="en-ZA" sz="2800" b="0" dirty="0" err="1"/>
              <a:t>uitvissingsbedrog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voorkom</a:t>
            </a:r>
            <a:endParaRPr lang="en-ZA" sz="2800" b="0" dirty="0"/>
          </a:p>
        </p:txBody>
      </p:sp>
      <p:sp>
        <p:nvSpPr>
          <p:cNvPr id="6" name="Rectangle 5"/>
          <p:cNvSpPr/>
          <p:nvPr/>
        </p:nvSpPr>
        <p:spPr>
          <a:xfrm>
            <a:off x="533411" y="2219265"/>
            <a:ext cx="792958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 err="1"/>
              <a:t>Moenie</a:t>
            </a:r>
            <a:r>
              <a:rPr lang="en-GB" sz="2400" dirty="0"/>
              <a:t> op e-</a:t>
            </a:r>
            <a:r>
              <a:rPr lang="en-GB" sz="2400" dirty="0" err="1"/>
              <a:t>posnavrae</a:t>
            </a:r>
            <a:r>
              <a:rPr lang="en-GB" sz="2400" dirty="0"/>
              <a:t> om </a:t>
            </a:r>
            <a:r>
              <a:rPr lang="en-GB" sz="2400" dirty="0" err="1"/>
              <a:t>bankbesonderhede</a:t>
            </a:r>
            <a:r>
              <a:rPr lang="en-GB" sz="2400" dirty="0"/>
              <a:t>, </a:t>
            </a:r>
            <a:r>
              <a:rPr lang="en-GB" sz="2400" err="1"/>
              <a:t>soos</a:t>
            </a:r>
            <a:r>
              <a:rPr lang="en-GB" sz="2400"/>
              <a:t> PIN’s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wagwoorde</a:t>
            </a:r>
            <a:r>
              <a:rPr lang="en-GB" sz="2400" dirty="0"/>
              <a:t>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bevestig</a:t>
            </a:r>
            <a:r>
              <a:rPr lang="en-GB" sz="2400" dirty="0"/>
              <a:t>, </a:t>
            </a:r>
            <a:r>
              <a:rPr lang="en-GB" sz="2400" dirty="0" err="1"/>
              <a:t>reageer</a:t>
            </a:r>
            <a:r>
              <a:rPr lang="en-GB" sz="2400" dirty="0"/>
              <a:t> </a:t>
            </a:r>
            <a:r>
              <a:rPr lang="en-GB" sz="2400" dirty="0" err="1"/>
              <a:t>nie</a:t>
            </a:r>
            <a:endParaRPr lang="en-GB" sz="240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 err="1">
                <a:latin typeface="+mn-lt"/>
              </a:rPr>
              <a:t>Tik</a:t>
            </a:r>
            <a:r>
              <a:rPr lang="en-GB" sz="2400" dirty="0">
                <a:latin typeface="+mn-lt"/>
              </a:rPr>
              <a:t> </a:t>
            </a:r>
            <a:r>
              <a:rPr lang="en-GB" sz="2400" dirty="0"/>
              <a:t>die </a:t>
            </a:r>
            <a:r>
              <a:rPr lang="en-GB" sz="2400" dirty="0">
                <a:latin typeface="+mn-lt"/>
              </a:rPr>
              <a:t>URL van </a:t>
            </a:r>
            <a:r>
              <a:rPr lang="en-GB" sz="2400" dirty="0" err="1">
                <a:latin typeface="+mn-lt"/>
              </a:rPr>
              <a:t>banke</a:t>
            </a:r>
            <a:r>
              <a:rPr lang="en-GB" sz="2400" dirty="0">
                <a:latin typeface="+mn-lt"/>
              </a:rPr>
              <a:t> </a:t>
            </a:r>
            <a:r>
              <a:rPr lang="en-GB" sz="2400" dirty="0" err="1">
                <a:latin typeface="+mn-lt"/>
              </a:rPr>
              <a:t>ens.</a:t>
            </a:r>
            <a:r>
              <a:rPr lang="en-GB" sz="2400" dirty="0">
                <a:latin typeface="+mn-lt"/>
              </a:rPr>
              <a:t> se </a:t>
            </a:r>
            <a:r>
              <a:rPr lang="en-GB" sz="2400" dirty="0" err="1">
                <a:latin typeface="+mn-lt"/>
              </a:rPr>
              <a:t>webtuistes</a:t>
            </a:r>
            <a:r>
              <a:rPr lang="en-GB" sz="2400" dirty="0">
                <a:latin typeface="+mn-lt"/>
              </a:rPr>
              <a:t> </a:t>
            </a:r>
            <a:r>
              <a:rPr lang="en-GB" sz="2400" dirty="0" err="1">
                <a:latin typeface="+mn-lt"/>
              </a:rPr>
              <a:t>direk</a:t>
            </a:r>
            <a:r>
              <a:rPr lang="en-GB" sz="2400" dirty="0">
                <a:latin typeface="+mn-lt"/>
              </a:rPr>
              <a:t> in die </a:t>
            </a:r>
            <a:r>
              <a:rPr lang="en-GB" sz="2400" dirty="0" err="1">
                <a:latin typeface="+mn-lt"/>
              </a:rPr>
              <a:t>adresbalkie</a:t>
            </a:r>
            <a:r>
              <a:rPr lang="en-GB" sz="2400" dirty="0">
                <a:latin typeface="+mn-lt"/>
              </a:rPr>
              <a:t> – </a:t>
            </a:r>
            <a:r>
              <a:rPr lang="en-GB" sz="2400" dirty="0" err="1">
                <a:latin typeface="+mn-lt"/>
              </a:rPr>
              <a:t>moenie</a:t>
            </a:r>
            <a:r>
              <a:rPr lang="en-GB" sz="2400" dirty="0">
                <a:latin typeface="+mn-lt"/>
              </a:rPr>
              <a:t> </a:t>
            </a:r>
            <a:r>
              <a:rPr lang="en-GB" sz="2400">
                <a:latin typeface="+mn-lt"/>
              </a:rPr>
              <a:t>op ’n </a:t>
            </a:r>
            <a:r>
              <a:rPr lang="en-GB" sz="2400" dirty="0" err="1">
                <a:latin typeface="+mn-lt"/>
              </a:rPr>
              <a:t>skakel</a:t>
            </a:r>
            <a:r>
              <a:rPr lang="en-GB" sz="2400" dirty="0">
                <a:latin typeface="+mn-lt"/>
              </a:rPr>
              <a:t> </a:t>
            </a:r>
            <a:r>
              <a:rPr lang="en-GB" sz="2400">
                <a:latin typeface="+mn-lt"/>
              </a:rPr>
              <a:t>in ’n </a:t>
            </a:r>
            <a:r>
              <a:rPr lang="en-GB" sz="2400" dirty="0">
                <a:latin typeface="+mn-lt"/>
              </a:rPr>
              <a:t>e-</a:t>
            </a:r>
            <a:r>
              <a:rPr lang="en-GB" sz="2400" dirty="0" err="1"/>
              <a:t>pos</a:t>
            </a:r>
            <a:r>
              <a:rPr lang="en-GB" sz="2400" dirty="0"/>
              <a:t> </a:t>
            </a:r>
            <a:r>
              <a:rPr lang="en-GB" sz="2400" dirty="0" err="1"/>
              <a:t>klik</a:t>
            </a:r>
            <a:r>
              <a:rPr lang="en-GB" sz="2400" dirty="0"/>
              <a:t> om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hierdie</a:t>
            </a:r>
            <a:r>
              <a:rPr lang="en-GB" sz="2400" dirty="0"/>
              <a:t> </a:t>
            </a:r>
            <a:r>
              <a:rPr lang="en-GB" sz="2400" dirty="0" err="1"/>
              <a:t>webwerwe</a:t>
            </a:r>
            <a:r>
              <a:rPr lang="en-GB" sz="2400" dirty="0"/>
              <a:t> toe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gaan</a:t>
            </a:r>
            <a:r>
              <a:rPr lang="en-GB" sz="2400" dirty="0"/>
              <a:t> </a:t>
            </a:r>
            <a:r>
              <a:rPr lang="en-GB" sz="2400" dirty="0" err="1"/>
              <a:t>nie</a:t>
            </a:r>
            <a:endParaRPr lang="en-GB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Maak</a:t>
            </a:r>
            <a:r>
              <a:rPr lang="en-GB" sz="2400" dirty="0"/>
              <a:t> </a:t>
            </a:r>
            <a:r>
              <a:rPr lang="en-GB" sz="2400" dirty="0" err="1"/>
              <a:t>seker</a:t>
            </a:r>
            <a:r>
              <a:rPr lang="en-GB" sz="2400" dirty="0"/>
              <a:t> </a:t>
            </a:r>
            <a:r>
              <a:rPr lang="en-GB" sz="2400" dirty="0" err="1"/>
              <a:t>dat</a:t>
            </a:r>
            <a:r>
              <a:rPr lang="en-GB" sz="2400" dirty="0"/>
              <a:t> die </a:t>
            </a:r>
            <a:r>
              <a:rPr lang="en-GB" sz="2400" dirty="0" err="1"/>
              <a:t>webwerf</a:t>
            </a:r>
            <a:r>
              <a:rPr lang="en-GB" sz="2400" dirty="0"/>
              <a:t> </a:t>
            </a:r>
            <a:r>
              <a:rPr lang="en-GB" sz="2400" dirty="0" err="1"/>
              <a:t>beveilig</a:t>
            </a:r>
            <a:r>
              <a:rPr lang="en-GB" sz="2400" dirty="0"/>
              <a:t> is</a:t>
            </a:r>
            <a:endParaRPr lang="en-ZA" sz="24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5930" y="4999589"/>
            <a:ext cx="81070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b="1" dirty="0" err="1"/>
              <a:t>Beveiligde</a:t>
            </a:r>
            <a:r>
              <a:rPr lang="en-ZA" sz="3200" b="1" dirty="0"/>
              <a:t> </a:t>
            </a:r>
            <a:r>
              <a:rPr lang="en-ZA" sz="3200" b="1" dirty="0" err="1"/>
              <a:t>webwerf</a:t>
            </a:r>
            <a:r>
              <a:rPr lang="en-ZA" sz="3200" b="1" dirty="0">
                <a:latin typeface="+mn-lt"/>
              </a:rPr>
              <a:t>: http</a:t>
            </a:r>
            <a:r>
              <a:rPr lang="en-ZA" sz="3200" b="1" dirty="0">
                <a:solidFill>
                  <a:srgbClr val="FF0000"/>
                </a:solidFill>
                <a:latin typeface="+mn-lt"/>
              </a:rPr>
              <a:t>s</a:t>
            </a:r>
            <a:r>
              <a:rPr lang="en-ZA" sz="3200" b="1" dirty="0">
                <a:latin typeface="+mn-lt"/>
              </a:rPr>
              <a:t>:// </a:t>
            </a:r>
            <a:r>
              <a:rPr lang="en-ZA" sz="3200" b="1" dirty="0" err="1">
                <a:latin typeface="+mn-lt"/>
              </a:rPr>
              <a:t>en</a:t>
            </a:r>
            <a:r>
              <a:rPr lang="en-ZA" sz="3200" b="1" dirty="0">
                <a:latin typeface="+mn-lt"/>
              </a:rPr>
              <a:t> </a:t>
            </a:r>
            <a:r>
              <a:rPr lang="en-ZA" sz="3200" b="1" dirty="0" err="1">
                <a:latin typeface="+mn-lt"/>
              </a:rPr>
              <a:t>nie</a:t>
            </a:r>
            <a:r>
              <a:rPr lang="en-ZA" sz="3200" b="1" dirty="0">
                <a:latin typeface="+mn-lt"/>
              </a:rPr>
              <a:t> http:// </a:t>
            </a:r>
            <a:r>
              <a:rPr lang="en-ZA" sz="3200" b="1" dirty="0" err="1">
                <a:latin typeface="+mn-lt"/>
              </a:rPr>
              <a:t>nie</a:t>
            </a:r>
            <a:r>
              <a:rPr lang="en-ZA" sz="3200" b="1" dirty="0">
                <a:latin typeface="+mn-lt"/>
              </a:rPr>
              <a:t> </a:t>
            </a:r>
          </a:p>
        </p:txBody>
      </p:sp>
      <p:pic>
        <p:nvPicPr>
          <p:cNvPr id="10" name="Picture 9" descr="secure site.png"/>
          <p:cNvPicPr>
            <a:picLocks noChangeAspect="1"/>
          </p:cNvPicPr>
          <p:nvPr/>
        </p:nvPicPr>
        <p:blipFill>
          <a:blip r:embed="rId3" cstate="print"/>
          <a:srcRect l="13472" t="24165" r="39625" b="27506"/>
          <a:stretch>
            <a:fillRect/>
          </a:stretch>
        </p:blipFill>
        <p:spPr>
          <a:xfrm>
            <a:off x="392877" y="5938077"/>
            <a:ext cx="8286808" cy="57150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Pharming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963" y="2348880"/>
            <a:ext cx="6762363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Gebruiker</a:t>
            </a:r>
            <a:r>
              <a:rPr lang="en-ZA" sz="2400" b="0" dirty="0"/>
              <a:t> </a:t>
            </a:r>
            <a:r>
              <a:rPr lang="en-ZA" sz="2400" dirty="0"/>
              <a:t>word </a:t>
            </a:r>
            <a:r>
              <a:rPr lang="en-ZA" sz="2400" dirty="0" err="1"/>
              <a:t>outomaties</a:t>
            </a:r>
            <a:r>
              <a:rPr lang="en-ZA" sz="2400" dirty="0"/>
              <a:t> </a:t>
            </a:r>
            <a:r>
              <a:rPr lang="en-ZA" sz="2400" err="1"/>
              <a:t>na</a:t>
            </a:r>
            <a:r>
              <a:rPr lang="en-ZA" sz="2400"/>
              <a:t> ’n </a:t>
            </a:r>
            <a:r>
              <a:rPr lang="en-ZA" sz="2400" dirty="0" err="1"/>
              <a:t>ander</a:t>
            </a:r>
            <a:r>
              <a:rPr lang="en-ZA" sz="2400" dirty="0"/>
              <a:t>  </a:t>
            </a:r>
            <a:r>
              <a:rPr lang="en-ZA" sz="2400"/>
              <a:t>(vervalste</a:t>
            </a:r>
            <a:r>
              <a:rPr lang="en-ZA" sz="2400" dirty="0"/>
              <a:t>) </a:t>
            </a:r>
            <a:r>
              <a:rPr lang="en-ZA" sz="2400" dirty="0" err="1"/>
              <a:t>webwerf</a:t>
            </a:r>
            <a:r>
              <a:rPr lang="en-ZA" sz="2400" dirty="0"/>
              <a:t> </a:t>
            </a:r>
            <a:r>
              <a:rPr lang="en-ZA" sz="2400" dirty="0" err="1"/>
              <a:t>geneem</a:t>
            </a:r>
            <a:r>
              <a:rPr lang="en-ZA" sz="2400" dirty="0"/>
              <a:t> </a:t>
            </a:r>
            <a:r>
              <a:rPr lang="en-ZA" sz="2400" dirty="0" err="1"/>
              <a:t>selfs</a:t>
            </a:r>
            <a:r>
              <a:rPr lang="en-ZA" sz="2400" dirty="0"/>
              <a:t> as </a:t>
            </a:r>
            <a:r>
              <a:rPr lang="en-ZA" sz="2400" dirty="0" err="1"/>
              <a:t>hy</a:t>
            </a:r>
            <a:r>
              <a:rPr lang="en-ZA" sz="2400" dirty="0"/>
              <a:t>/</a:t>
            </a:r>
            <a:r>
              <a:rPr lang="en-ZA" sz="2400" dirty="0" err="1"/>
              <a:t>sy</a:t>
            </a:r>
            <a:r>
              <a:rPr lang="en-ZA" sz="2400" dirty="0"/>
              <a:t> die </a:t>
            </a:r>
            <a:r>
              <a:rPr lang="en-ZA" sz="2400" dirty="0" err="1"/>
              <a:t>korrekte</a:t>
            </a:r>
            <a:r>
              <a:rPr lang="en-ZA" sz="2400" dirty="0"/>
              <a:t> </a:t>
            </a:r>
            <a:r>
              <a:rPr lang="en-ZA" sz="2400"/>
              <a:t>URL vir </a:t>
            </a:r>
            <a:r>
              <a:rPr lang="en-ZA" sz="2400" dirty="0"/>
              <a:t>die </a:t>
            </a:r>
            <a:r>
              <a:rPr lang="en-ZA" sz="2400" dirty="0" err="1"/>
              <a:t>amptelike</a:t>
            </a:r>
            <a:r>
              <a:rPr lang="en-ZA" sz="2400" dirty="0"/>
              <a:t> </a:t>
            </a:r>
            <a:r>
              <a:rPr lang="en-ZA" sz="2400" err="1"/>
              <a:t>webwerf</a:t>
            </a:r>
            <a:r>
              <a:rPr lang="en-ZA" sz="2400"/>
              <a:t> intik</a:t>
            </a:r>
            <a:endParaRPr lang="en-ZA" sz="2400" b="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Misdadigers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enige</a:t>
            </a:r>
            <a:r>
              <a:rPr lang="en-US" sz="2400" dirty="0"/>
              <a:t> data wat die </a:t>
            </a:r>
            <a:r>
              <a:rPr lang="en-US" sz="2400" dirty="0" err="1"/>
              <a:t>gebruiker</a:t>
            </a:r>
            <a:r>
              <a:rPr lang="en-US" sz="2400" dirty="0"/>
              <a:t> </a:t>
            </a:r>
            <a:r>
              <a:rPr lang="en-US" sz="2400" dirty="0" err="1"/>
              <a:t>intik</a:t>
            </a:r>
            <a:r>
              <a:rPr lang="en-US" sz="2400" dirty="0"/>
              <a:t> gebruik –  </a:t>
            </a:r>
            <a:r>
              <a:rPr lang="en-US" sz="2400" dirty="0" err="1"/>
              <a:t>gewoonlik</a:t>
            </a:r>
            <a:r>
              <a:rPr lang="en-US" sz="2400" dirty="0"/>
              <a:t> </a:t>
            </a:r>
            <a:r>
              <a:rPr lang="en-US" sz="2400" dirty="0" err="1"/>
              <a:t>wagwoorde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PIN’s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i="1" dirty="0"/>
              <a:t>Pharming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Wenke</a:t>
            </a:r>
            <a:r>
              <a:rPr lang="en-ZA" sz="2800" b="0" dirty="0"/>
              <a:t> om </a:t>
            </a:r>
            <a:r>
              <a:rPr lang="en-ZA" sz="2800" b="0" i="1" dirty="0"/>
              <a:t>pharming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voorkom</a:t>
            </a:r>
            <a:endParaRPr lang="en-ZA" sz="2800" b="0" i="1" dirty="0"/>
          </a:p>
        </p:txBody>
      </p:sp>
      <p:sp>
        <p:nvSpPr>
          <p:cNvPr id="7" name="Rectangle 6"/>
          <p:cNvSpPr/>
          <p:nvPr/>
        </p:nvSpPr>
        <p:spPr>
          <a:xfrm>
            <a:off x="-32" y="2348880"/>
            <a:ext cx="871543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Maak</a:t>
            </a:r>
            <a:r>
              <a:rPr lang="en-ZA" sz="2400" b="0" dirty="0"/>
              <a:t> </a:t>
            </a:r>
            <a:r>
              <a:rPr lang="en-ZA" sz="2400" b="0" dirty="0" err="1"/>
              <a:t>seker</a:t>
            </a:r>
            <a:r>
              <a:rPr lang="en-ZA" sz="2400" b="0" dirty="0"/>
              <a:t> </a:t>
            </a:r>
            <a:r>
              <a:rPr lang="en-ZA" sz="2400" b="0" dirty="0" err="1"/>
              <a:t>dat</a:t>
            </a:r>
            <a:r>
              <a:rPr lang="en-ZA" sz="2400" b="0" dirty="0"/>
              <a:t> </a:t>
            </a:r>
            <a:r>
              <a:rPr lang="en-ZA" sz="2400" b="0" err="1"/>
              <a:t>jy</a:t>
            </a:r>
            <a:r>
              <a:rPr lang="en-ZA" sz="2400" b="0"/>
              <a:t> die </a:t>
            </a:r>
            <a:r>
              <a:rPr lang="en-ZA" sz="2400" b="0" dirty="0" err="1"/>
              <a:t>nuutste</a:t>
            </a:r>
            <a:r>
              <a:rPr lang="en-ZA" sz="2400" b="0" dirty="0"/>
              <a:t> anti-</a:t>
            </a:r>
            <a:r>
              <a:rPr lang="en-ZA" sz="2400" b="0" i="1" dirty="0"/>
              <a:t>spyware</a:t>
            </a:r>
            <a:r>
              <a:rPr lang="en-ZA" sz="2400" b="0" dirty="0"/>
              <a:t>-</a:t>
            </a:r>
            <a:r>
              <a:rPr lang="en-ZA" sz="2400" b="0" dirty="0" err="1"/>
              <a:t>sagteware</a:t>
            </a:r>
            <a:r>
              <a:rPr lang="en-ZA" sz="2400" b="0" dirty="0"/>
              <a:t> </a:t>
            </a:r>
            <a:r>
              <a:rPr lang="en-ZA" sz="2400" b="0" dirty="0" err="1"/>
              <a:t>geïnstalleer</a:t>
            </a:r>
            <a:r>
              <a:rPr lang="en-ZA" sz="2400" b="0" dirty="0"/>
              <a:t> </a:t>
            </a:r>
            <a:r>
              <a:rPr lang="en-ZA" sz="2400" dirty="0"/>
              <a:t>het</a:t>
            </a:r>
            <a:endParaRPr lang="en-ZA" sz="2400" b="0" dirty="0"/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Baie</a:t>
            </a:r>
            <a:r>
              <a:rPr lang="en-ZA" sz="2400" dirty="0"/>
              <a:t> </a:t>
            </a:r>
            <a:r>
              <a:rPr lang="en-ZA" sz="2400" dirty="0" err="1"/>
              <a:t>webwerwe</a:t>
            </a:r>
            <a:r>
              <a:rPr lang="en-ZA" sz="2400" dirty="0"/>
              <a:t> wat </a:t>
            </a:r>
            <a:r>
              <a:rPr lang="en-ZA" sz="2400" dirty="0" err="1"/>
              <a:t>vir</a:t>
            </a:r>
            <a:r>
              <a:rPr lang="en-ZA" sz="2400" dirty="0"/>
              <a:t> </a:t>
            </a:r>
            <a:r>
              <a:rPr lang="en-ZA" sz="2400" dirty="0" err="1"/>
              <a:t>vertroulike</a:t>
            </a:r>
            <a:r>
              <a:rPr lang="en-ZA" sz="2400" dirty="0"/>
              <a:t> </a:t>
            </a:r>
            <a:r>
              <a:rPr lang="en-ZA" sz="2400" err="1"/>
              <a:t>inligting</a:t>
            </a:r>
            <a:r>
              <a:rPr lang="en-ZA" sz="2400"/>
              <a:t> vra, </a:t>
            </a:r>
            <a:r>
              <a:rPr lang="en-ZA" sz="2400" dirty="0" err="1"/>
              <a:t>sal</a:t>
            </a:r>
            <a:r>
              <a:rPr lang="en-ZA" sz="2400" dirty="0"/>
              <a:t>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waarsku</a:t>
            </a:r>
            <a:r>
              <a:rPr lang="en-ZA" sz="2400" dirty="0"/>
              <a:t> as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err="1"/>
              <a:t>na</a:t>
            </a:r>
            <a:r>
              <a:rPr lang="en-ZA" sz="2400"/>
              <a:t> ’n </a:t>
            </a:r>
            <a:r>
              <a:rPr lang="en-ZA" sz="2400" dirty="0" err="1"/>
              <a:t>ander</a:t>
            </a:r>
            <a:r>
              <a:rPr lang="en-ZA" sz="2400" dirty="0"/>
              <a:t> </a:t>
            </a:r>
            <a:r>
              <a:rPr lang="en-ZA" sz="2400" dirty="0" err="1"/>
              <a:t>werbwerf</a:t>
            </a:r>
            <a:r>
              <a:rPr lang="en-ZA" sz="2400" dirty="0"/>
              <a:t> </a:t>
            </a:r>
            <a:r>
              <a:rPr lang="en-ZA" sz="2400" dirty="0" err="1"/>
              <a:t>verwys</a:t>
            </a:r>
            <a:r>
              <a:rPr lang="en-ZA" sz="2400" dirty="0"/>
              <a:t> word – </a:t>
            </a:r>
            <a:r>
              <a:rPr lang="en-ZA" sz="2400" dirty="0" err="1"/>
              <a:t>moenie</a:t>
            </a:r>
            <a:r>
              <a:rPr lang="en-ZA" sz="2400" dirty="0"/>
              <a:t> die </a:t>
            </a:r>
            <a:r>
              <a:rPr lang="en-ZA" sz="2400" dirty="0" err="1"/>
              <a:t>waarskuwings</a:t>
            </a:r>
            <a:r>
              <a:rPr lang="en-ZA" sz="2400" dirty="0"/>
              <a:t> </a:t>
            </a:r>
            <a:r>
              <a:rPr lang="en-ZA" sz="2400" dirty="0" err="1"/>
              <a:t>ignoreer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ZA" sz="2400" dirty="0" err="1"/>
              <a:t>Maak</a:t>
            </a:r>
            <a:r>
              <a:rPr lang="en-ZA" sz="2400" dirty="0"/>
              <a:t> </a:t>
            </a:r>
            <a:r>
              <a:rPr lang="en-ZA" sz="2400" dirty="0" err="1"/>
              <a:t>seker</a:t>
            </a:r>
            <a:r>
              <a:rPr lang="en-ZA" sz="2400" dirty="0"/>
              <a:t> </a:t>
            </a:r>
            <a:r>
              <a:rPr lang="en-ZA" sz="2400" dirty="0" err="1"/>
              <a:t>dat</a:t>
            </a:r>
            <a:r>
              <a:rPr lang="en-ZA" sz="2400" dirty="0"/>
              <a:t> die </a:t>
            </a:r>
            <a:r>
              <a:rPr lang="en-ZA" sz="2400" dirty="0" err="1"/>
              <a:t>webwerf</a:t>
            </a:r>
            <a:r>
              <a:rPr lang="en-ZA" sz="2400" dirty="0"/>
              <a:t> wat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besoek</a:t>
            </a:r>
            <a:r>
              <a:rPr lang="en-ZA" sz="2400" dirty="0"/>
              <a:t> </a:t>
            </a:r>
            <a:r>
              <a:rPr lang="en-ZA" sz="2400" dirty="0" err="1"/>
              <a:t>beveilig</a:t>
            </a:r>
            <a:r>
              <a:rPr lang="en-ZA" sz="2400" dirty="0"/>
              <a:t> is</a:t>
            </a:r>
          </a:p>
          <a:p>
            <a:pPr lvl="2"/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90135" y="5182886"/>
            <a:ext cx="7286676" cy="12235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ZA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Spyware</a:t>
            </a: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: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programme met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slegte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bedoelings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</a:t>
            </a:r>
            <a:r>
              <a:rPr kumimoji="0" lang="en-ZA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malware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 wat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probeer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om die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manier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wat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jy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jou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rekenaar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gebruik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monitor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en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daarvan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boek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hou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/>
              <a:t>E-pos-</a:t>
            </a:r>
            <a:r>
              <a:rPr lang="en-US" i="1"/>
              <a:t>spoofing</a:t>
            </a:r>
            <a:endParaRPr lang="en-ZA" sz="4000" i="1" dirty="0"/>
          </a:p>
        </p:txBody>
      </p:sp>
      <p:sp>
        <p:nvSpPr>
          <p:cNvPr id="7" name="Rectangle 6"/>
          <p:cNvSpPr/>
          <p:nvPr/>
        </p:nvSpPr>
        <p:spPr>
          <a:xfrm>
            <a:off x="363914" y="1506299"/>
            <a:ext cx="803193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Die </a:t>
            </a:r>
            <a:r>
              <a:rPr lang="en-ZA" sz="2400" b="0" dirty="0" err="1"/>
              <a:t>verandering</a:t>
            </a:r>
            <a:r>
              <a:rPr lang="en-ZA" sz="2400" b="0" dirty="0"/>
              <a:t> van die </a:t>
            </a:r>
            <a:r>
              <a:rPr lang="en-ZA" sz="2400" b="0" dirty="0" err="1"/>
              <a:t>opskrif</a:t>
            </a:r>
            <a:r>
              <a:rPr lang="en-ZA" sz="2400" b="0" dirty="0"/>
              <a:t> </a:t>
            </a:r>
            <a:r>
              <a:rPr lang="en-ZA" sz="2400" b="0"/>
              <a:t>van ’n </a:t>
            </a:r>
            <a:r>
              <a:rPr lang="en-ZA" sz="2400" b="0" dirty="0"/>
              <a:t>e-</a:t>
            </a:r>
            <a:r>
              <a:rPr lang="en-ZA" sz="2400" b="0" dirty="0" err="1"/>
              <a:t>pos</a:t>
            </a:r>
            <a:r>
              <a:rPr lang="en-ZA" sz="2400" b="0" dirty="0"/>
              <a:t> (die </a:t>
            </a:r>
            <a:r>
              <a:rPr lang="en-ZA" sz="2400" b="0" dirty="0" err="1"/>
              <a:t>adresgedeelte</a:t>
            </a:r>
            <a:r>
              <a:rPr lang="en-ZA" sz="2400" b="0" dirty="0"/>
              <a:t> van die e-</a:t>
            </a:r>
            <a:r>
              <a:rPr lang="en-ZA" sz="2400" b="0" dirty="0" err="1"/>
              <a:t>pos</a:t>
            </a:r>
            <a:r>
              <a:rPr lang="en-ZA" sz="2400" b="0" dirty="0"/>
              <a:t>) </a:t>
            </a:r>
            <a:r>
              <a:rPr lang="en-ZA" sz="2400" b="0" dirty="0" err="1"/>
              <a:t>sodat</a:t>
            </a:r>
            <a:r>
              <a:rPr lang="en-ZA" sz="2400" b="0" dirty="0"/>
              <a:t> </a:t>
            </a:r>
            <a:r>
              <a:rPr lang="en-ZA" sz="2400" b="0" dirty="0" err="1"/>
              <a:t>dit</a:t>
            </a:r>
            <a:r>
              <a:rPr lang="en-ZA" sz="2400" b="0" dirty="0"/>
              <a:t> </a:t>
            </a:r>
            <a:r>
              <a:rPr lang="en-ZA" sz="2400" b="0" dirty="0" err="1"/>
              <a:t>ly</a:t>
            </a:r>
            <a:r>
              <a:rPr lang="en-ZA" sz="2400" dirty="0" err="1"/>
              <a:t>k</a:t>
            </a:r>
            <a:r>
              <a:rPr lang="en-ZA" sz="2400" dirty="0"/>
              <a:t> </a:t>
            </a:r>
            <a:r>
              <a:rPr lang="en-ZA" sz="2400" dirty="0" err="1"/>
              <a:t>asof</a:t>
            </a:r>
            <a:r>
              <a:rPr lang="en-ZA" sz="2400" dirty="0"/>
              <a:t> die </a:t>
            </a:r>
            <a:br>
              <a:rPr lang="en-ZA" sz="2400" dirty="0"/>
            </a:br>
            <a:r>
              <a:rPr lang="en-ZA" sz="2400" dirty="0"/>
              <a:t>e-</a:t>
            </a:r>
            <a:r>
              <a:rPr lang="en-ZA" sz="2400" dirty="0" err="1"/>
              <a:t>pos</a:t>
            </a:r>
            <a:r>
              <a:rPr lang="en-ZA" sz="2400" dirty="0"/>
              <a:t> </a:t>
            </a:r>
            <a:r>
              <a:rPr lang="en-ZA" sz="2400"/>
              <a:t>van ’n </a:t>
            </a:r>
            <a:r>
              <a:rPr lang="en-ZA" sz="2400" dirty="0" err="1"/>
              <a:t>ander</a:t>
            </a:r>
            <a:r>
              <a:rPr lang="en-ZA" sz="2400" dirty="0"/>
              <a:t> </a:t>
            </a:r>
            <a:r>
              <a:rPr lang="en-ZA" sz="2400" dirty="0" err="1"/>
              <a:t>bron</a:t>
            </a:r>
            <a:r>
              <a:rPr lang="en-ZA" sz="2400" dirty="0"/>
              <a:t> </a:t>
            </a:r>
            <a:r>
              <a:rPr lang="en-ZA" sz="2400" dirty="0" err="1"/>
              <a:t>af</a:t>
            </a:r>
            <a:r>
              <a:rPr lang="en-ZA" sz="2400" dirty="0"/>
              <a:t> </a:t>
            </a:r>
            <a:r>
              <a:rPr lang="en-ZA" sz="2400" dirty="0" err="1"/>
              <a:t>kom</a:t>
            </a:r>
            <a:endParaRPr lang="en-ZA" sz="2400" b="0" dirty="0"/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Word in </a:t>
            </a:r>
            <a:r>
              <a:rPr lang="en-ZA" sz="2400" i="1" dirty="0"/>
              <a:t>spam</a:t>
            </a:r>
            <a:r>
              <a:rPr lang="en-ZA" sz="2400" dirty="0"/>
              <a:t> </a:t>
            </a:r>
            <a:r>
              <a:rPr lang="en-ZA" sz="2400"/>
              <a:t>and uitvissings-e-posboodskappe </a:t>
            </a:r>
            <a:r>
              <a:rPr lang="en-ZA" sz="2400" dirty="0"/>
              <a:t>gebruik om die </a:t>
            </a:r>
            <a:r>
              <a:rPr lang="en-ZA" sz="2400" dirty="0" err="1"/>
              <a:t>bron</a:t>
            </a:r>
            <a:r>
              <a:rPr lang="en-ZA" sz="2400" dirty="0"/>
              <a:t> </a:t>
            </a:r>
            <a:r>
              <a:rPr lang="en-ZA" sz="2400" dirty="0" err="1"/>
              <a:t>daarvan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vermom</a:t>
            </a:r>
            <a:r>
              <a:rPr lang="en-ZA" sz="2400" dirty="0"/>
              <a:t>  – </a:t>
            </a:r>
            <a:r>
              <a:rPr lang="en-ZA" sz="2400" dirty="0" err="1"/>
              <a:t>laat</a:t>
            </a:r>
            <a:r>
              <a:rPr lang="en-ZA" sz="2400" dirty="0"/>
              <a:t> die </a:t>
            </a:r>
            <a:br>
              <a:rPr lang="en-ZA" sz="2400" dirty="0"/>
            </a:br>
            <a:r>
              <a:rPr lang="en-ZA" sz="2400" dirty="0"/>
              <a:t>e-</a:t>
            </a:r>
            <a:r>
              <a:rPr lang="en-ZA" sz="2400" dirty="0" err="1"/>
              <a:t>pos</a:t>
            </a:r>
            <a:r>
              <a:rPr lang="en-ZA" sz="2400" dirty="0"/>
              <a:t> </a:t>
            </a:r>
            <a:r>
              <a:rPr lang="en-ZA" sz="2400" dirty="0" err="1"/>
              <a:t>meer</a:t>
            </a:r>
            <a:r>
              <a:rPr lang="en-ZA" sz="2400" dirty="0"/>
              <a:t> </a:t>
            </a:r>
            <a:r>
              <a:rPr lang="en-ZA" sz="2400" dirty="0" err="1"/>
              <a:t>betroubaar</a:t>
            </a:r>
            <a:r>
              <a:rPr lang="en-ZA" sz="2400" dirty="0"/>
              <a:t> </a:t>
            </a:r>
            <a:r>
              <a:rPr lang="en-ZA" sz="2400" dirty="0" err="1"/>
              <a:t>lyk</a:t>
            </a:r>
            <a:endParaRPr lang="en-ZA" sz="2400" b="0" dirty="0"/>
          </a:p>
        </p:txBody>
      </p:sp>
      <p:sp>
        <p:nvSpPr>
          <p:cNvPr id="2" name="&quot;No&quot; Symbol 1"/>
          <p:cNvSpPr/>
          <p:nvPr/>
        </p:nvSpPr>
        <p:spPr>
          <a:xfrm>
            <a:off x="3110708" y="3933056"/>
            <a:ext cx="2613420" cy="2543510"/>
          </a:xfrm>
          <a:prstGeom prst="noSmoking">
            <a:avLst>
              <a:gd name="adj" fmla="val 681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3061280" y="4653136"/>
            <a:ext cx="2734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spoofing</a:t>
            </a:r>
          </a:p>
        </p:txBody>
      </p:sp>
    </p:spTree>
    <p:extLst>
      <p:ext uri="{BB962C8B-B14F-4D97-AF65-F5344CB8AC3E}">
        <p14:creationId xmlns:p14="http://schemas.microsoft.com/office/powerpoint/2010/main" val="340968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9818" y="2780928"/>
            <a:ext cx="7475220" cy="1102703"/>
          </a:xfrm>
        </p:spPr>
        <p:txBody>
          <a:bodyPr/>
          <a:lstStyle/>
          <a:p>
            <a:r>
              <a:rPr lang="en-US" dirty="0" err="1"/>
              <a:t>Aktiwiteit</a:t>
            </a:r>
            <a:r>
              <a:rPr lang="en-US" dirty="0"/>
              <a:t> 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 err="1"/>
              <a:t>Riglyne</a:t>
            </a:r>
            <a:r>
              <a:rPr lang="en-ZA" sz="3600" dirty="0"/>
              <a:t> om die internet </a:t>
            </a:r>
            <a:r>
              <a:rPr lang="en-ZA" sz="3600" dirty="0" err="1"/>
              <a:t>veilig</a:t>
            </a:r>
            <a:r>
              <a:rPr lang="en-ZA" sz="3600" dirty="0"/>
              <a:t> </a:t>
            </a:r>
            <a:r>
              <a:rPr lang="en-ZA" sz="3600" dirty="0" err="1"/>
              <a:t>te</a:t>
            </a:r>
            <a:r>
              <a:rPr lang="en-ZA" sz="3600" dirty="0"/>
              <a:t> gebruik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Algemene</a:t>
            </a:r>
            <a:r>
              <a:rPr lang="en-ZA" sz="2800" b="0" dirty="0"/>
              <a:t> </a:t>
            </a:r>
            <a:r>
              <a:rPr lang="en-ZA" sz="2800" b="0" dirty="0" err="1"/>
              <a:t>riglyne</a:t>
            </a:r>
            <a:r>
              <a:rPr lang="en-ZA" sz="2800" b="0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860644" y="2161181"/>
            <a:ext cx="7455772" cy="4571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Hou</a:t>
            </a:r>
            <a:r>
              <a:rPr lang="en-ZA" sz="2400" dirty="0"/>
              <a:t> </a:t>
            </a:r>
            <a:r>
              <a:rPr lang="en-ZA" sz="2400"/>
              <a:t>die bedryfstelsel </a:t>
            </a:r>
            <a:r>
              <a:rPr lang="en-ZA" sz="2400" dirty="0"/>
              <a:t>op datum </a:t>
            </a:r>
          </a:p>
          <a:p>
            <a:pPr marL="342900" lvl="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Hou</a:t>
            </a:r>
            <a:r>
              <a:rPr lang="en-ZA" sz="2400" dirty="0"/>
              <a:t> </a:t>
            </a:r>
            <a:r>
              <a:rPr lang="en-ZA" sz="2400" err="1"/>
              <a:t>antivirussagteware</a:t>
            </a:r>
            <a:r>
              <a:rPr lang="en-ZA" sz="2400"/>
              <a:t> se definisies </a:t>
            </a:r>
            <a:r>
              <a:rPr lang="en-ZA" sz="2400" dirty="0"/>
              <a:t>op datum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Wees </a:t>
            </a:r>
            <a:r>
              <a:rPr lang="en-ZA" sz="2400" dirty="0" err="1"/>
              <a:t>versigtig</a:t>
            </a:r>
            <a:r>
              <a:rPr lang="en-ZA" sz="2400" dirty="0"/>
              <a:t> </a:t>
            </a:r>
            <a:r>
              <a:rPr lang="en-ZA" sz="2400" dirty="0" err="1"/>
              <a:t>wanneer</a:t>
            </a:r>
            <a:r>
              <a:rPr lang="en-ZA" sz="2400" dirty="0"/>
              <a:t>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sagteware</a:t>
            </a:r>
            <a:r>
              <a:rPr lang="en-ZA" sz="2400" dirty="0"/>
              <a:t> </a:t>
            </a:r>
            <a:r>
              <a:rPr lang="en-ZA" sz="2400" dirty="0" err="1"/>
              <a:t>vanaf</a:t>
            </a:r>
            <a:r>
              <a:rPr lang="en-ZA" sz="2400" dirty="0"/>
              <a:t> die internet </a:t>
            </a:r>
            <a:r>
              <a:rPr lang="en-ZA" sz="2400" dirty="0" err="1"/>
              <a:t>installeer</a:t>
            </a:r>
            <a:r>
              <a:rPr lang="en-ZA" sz="2400" dirty="0"/>
              <a:t> 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op </a:t>
            </a:r>
            <a:r>
              <a:rPr lang="en-ZA" sz="2400" dirty="0" err="1"/>
              <a:t>skakels</a:t>
            </a:r>
            <a:r>
              <a:rPr lang="en-ZA" sz="2400" dirty="0"/>
              <a:t> in </a:t>
            </a:r>
            <a:r>
              <a:rPr lang="en-ZA" sz="2400" dirty="0" err="1"/>
              <a:t>opwipvensters</a:t>
            </a:r>
            <a:r>
              <a:rPr lang="en-ZA" sz="2400" dirty="0"/>
              <a:t> </a:t>
            </a:r>
            <a:r>
              <a:rPr lang="en-ZA" sz="2400" dirty="0" err="1"/>
              <a:t>klik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Wees </a:t>
            </a:r>
            <a:r>
              <a:rPr lang="en-ZA" sz="2400" dirty="0" err="1"/>
              <a:t>versigtig</a:t>
            </a:r>
            <a:r>
              <a:rPr lang="en-ZA" sz="2400" dirty="0"/>
              <a:t> </a:t>
            </a:r>
            <a:r>
              <a:rPr lang="en-ZA" sz="2400" dirty="0" err="1"/>
              <a:t>wanneer</a:t>
            </a:r>
            <a:r>
              <a:rPr lang="en-ZA" sz="2400" dirty="0"/>
              <a:t>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aanhegsels</a:t>
            </a:r>
            <a:r>
              <a:rPr lang="en-ZA" sz="2400" dirty="0"/>
              <a:t> of programme </a:t>
            </a:r>
            <a:r>
              <a:rPr lang="en-ZA" sz="2400" dirty="0" err="1"/>
              <a:t>oopmaak</a:t>
            </a:r>
            <a:r>
              <a:rPr lang="en-ZA" sz="2400" dirty="0"/>
              <a:t> – </a:t>
            </a:r>
            <a:r>
              <a:rPr lang="en-ZA" sz="2400" dirty="0" err="1"/>
              <a:t>veral</a:t>
            </a:r>
            <a:r>
              <a:rPr lang="en-ZA" sz="2400" dirty="0"/>
              <a:t> die wat </a:t>
            </a:r>
            <a:r>
              <a:rPr lang="en-ZA" sz="2400" dirty="0" err="1"/>
              <a:t>jy</a:t>
            </a:r>
            <a:r>
              <a:rPr lang="en-ZA" sz="2400" dirty="0"/>
              <a:t> van die internet </a:t>
            </a:r>
            <a:r>
              <a:rPr lang="en-ZA" sz="2400" dirty="0" err="1"/>
              <a:t>afgelaai</a:t>
            </a:r>
            <a:r>
              <a:rPr lang="en-ZA" sz="2400" dirty="0"/>
              <a:t> het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Leer </a:t>
            </a:r>
            <a:r>
              <a:rPr lang="en-ZA" sz="2400" dirty="0" err="1"/>
              <a:t>goeie</a:t>
            </a:r>
            <a:r>
              <a:rPr lang="en-ZA" sz="2400" dirty="0"/>
              <a:t> </a:t>
            </a:r>
            <a:r>
              <a:rPr lang="en-ZA" sz="2400" dirty="0" err="1"/>
              <a:t>gewoontes</a:t>
            </a:r>
            <a:r>
              <a:rPr lang="en-ZA" sz="2400" dirty="0"/>
              <a:t> </a:t>
            </a:r>
            <a:r>
              <a:rPr lang="en-ZA" sz="2400" dirty="0" err="1"/>
              <a:t>vir</a:t>
            </a:r>
            <a:r>
              <a:rPr lang="en-ZA" sz="2400" dirty="0"/>
              <a:t> </a:t>
            </a:r>
            <a:r>
              <a:rPr lang="en-ZA" sz="2400" dirty="0" err="1"/>
              <a:t>wagwoordgebruik</a:t>
            </a:r>
            <a:r>
              <a:rPr lang="en-ZA" sz="2400" dirty="0"/>
              <a:t> </a:t>
            </a:r>
            <a:r>
              <a:rPr lang="en-ZA" sz="2400" dirty="0" err="1"/>
              <a:t>aan</a:t>
            </a:r>
            <a:endParaRPr lang="en-ZA" sz="2400" dirty="0"/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Bly </a:t>
            </a:r>
            <a:r>
              <a:rPr lang="en-ZA" sz="2400" dirty="0" err="1"/>
              <a:t>ingelig</a:t>
            </a:r>
            <a:r>
              <a:rPr lang="en-ZA" sz="2400" dirty="0"/>
              <a:t> – wees </a:t>
            </a:r>
            <a:r>
              <a:rPr lang="en-ZA" sz="2400" dirty="0" err="1"/>
              <a:t>bewus</a:t>
            </a:r>
            <a:r>
              <a:rPr lang="en-ZA" sz="2400" dirty="0"/>
              <a:t> van </a:t>
            </a:r>
            <a:r>
              <a:rPr lang="en-ZA" sz="2400" dirty="0" err="1"/>
              <a:t>nuus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wenke</a:t>
            </a:r>
            <a:endParaRPr lang="en-ZA" sz="2400" dirty="0"/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liggelowig</a:t>
            </a:r>
            <a:r>
              <a:rPr lang="en-ZA" sz="2400" dirty="0"/>
              <a:t> wees </a:t>
            </a:r>
            <a:r>
              <a:rPr lang="en-ZA" sz="2400" dirty="0" err="1"/>
              <a:t>nie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5104" y="327906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 err="1"/>
              <a:t>Riglyne</a:t>
            </a:r>
            <a:r>
              <a:rPr lang="en-ZA" sz="3600" dirty="0"/>
              <a:t> om die internet </a:t>
            </a:r>
            <a:r>
              <a:rPr lang="en-ZA" sz="3600" dirty="0" err="1"/>
              <a:t>veilig</a:t>
            </a:r>
            <a:r>
              <a:rPr lang="en-ZA" sz="3600" dirty="0"/>
              <a:t> </a:t>
            </a:r>
            <a:r>
              <a:rPr lang="en-ZA" sz="3600" dirty="0" err="1"/>
              <a:t>te</a:t>
            </a:r>
            <a:r>
              <a:rPr lang="en-ZA" sz="3600" dirty="0"/>
              <a:t> gebruik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Goeie</a:t>
            </a:r>
            <a:r>
              <a:rPr lang="en-US" sz="2800" dirty="0"/>
              <a:t> </a:t>
            </a:r>
            <a:r>
              <a:rPr lang="en-US" sz="2800" dirty="0" err="1"/>
              <a:t>beleid</a:t>
            </a:r>
            <a:r>
              <a:rPr lang="en-US" sz="2800" dirty="0"/>
              <a:t> om </a:t>
            </a:r>
            <a:r>
              <a:rPr lang="en-US" sz="2800" dirty="0" err="1"/>
              <a:t>wagwoorde</a:t>
            </a:r>
            <a:r>
              <a:rPr lang="en-US" sz="2800" dirty="0"/>
              <a:t> </a:t>
            </a:r>
            <a:r>
              <a:rPr lang="en-US" sz="2800" dirty="0" err="1"/>
              <a:t>te</a:t>
            </a:r>
            <a:r>
              <a:rPr lang="en-US" sz="2800" dirty="0"/>
              <a:t> gebruik </a:t>
            </a:r>
            <a:endParaRPr lang="en-ZA" sz="2800" b="0" dirty="0"/>
          </a:p>
        </p:txBody>
      </p:sp>
      <p:sp>
        <p:nvSpPr>
          <p:cNvPr id="9" name="Rectangle 8"/>
          <p:cNvSpPr/>
          <p:nvPr/>
        </p:nvSpPr>
        <p:spPr>
          <a:xfrm>
            <a:off x="428596" y="2132856"/>
            <a:ext cx="8031836" cy="4650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persoonlike</a:t>
            </a:r>
            <a:r>
              <a:rPr lang="en-ZA" sz="2400" dirty="0"/>
              <a:t> </a:t>
            </a:r>
            <a:r>
              <a:rPr lang="en-ZA" sz="2400" dirty="0" err="1"/>
              <a:t>inligting</a:t>
            </a:r>
            <a:r>
              <a:rPr lang="en-ZA" sz="2400" dirty="0"/>
              <a:t> as </a:t>
            </a:r>
            <a:r>
              <a:rPr lang="en-ZA" sz="2400" dirty="0" err="1"/>
              <a:t>wagwoord</a:t>
            </a:r>
            <a:r>
              <a:rPr lang="en-ZA" sz="2400" dirty="0"/>
              <a:t> gebruik </a:t>
            </a:r>
            <a:r>
              <a:rPr lang="en-ZA" sz="2400" dirty="0" err="1"/>
              <a:t>nie</a:t>
            </a:r>
            <a:endParaRPr lang="en-ZA" sz="2400" dirty="0"/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Ten </a:t>
            </a:r>
            <a:r>
              <a:rPr lang="en-ZA" sz="2400" dirty="0" err="1"/>
              <a:t>minste</a:t>
            </a:r>
            <a:r>
              <a:rPr lang="en-ZA" sz="2400" dirty="0"/>
              <a:t> 8 </a:t>
            </a:r>
            <a:r>
              <a:rPr lang="en-ZA" sz="2400" dirty="0" err="1"/>
              <a:t>karakters</a:t>
            </a:r>
            <a:r>
              <a:rPr lang="en-ZA" sz="2400" dirty="0"/>
              <a:t> lank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Meng</a:t>
            </a:r>
            <a:r>
              <a:rPr lang="en-ZA" sz="2400" dirty="0"/>
              <a:t> letters (</a:t>
            </a:r>
            <a:r>
              <a:rPr lang="en-ZA" sz="2400" dirty="0" err="1"/>
              <a:t>bo</a:t>
            </a:r>
            <a:r>
              <a:rPr lang="en-ZA" sz="2400" dirty="0"/>
              <a:t>-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onderkas</a:t>
            </a:r>
            <a:r>
              <a:rPr lang="en-ZA" sz="2400" dirty="0"/>
              <a:t>), </a:t>
            </a:r>
            <a:r>
              <a:rPr lang="en-ZA" sz="2400" dirty="0" err="1"/>
              <a:t>syfers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spesiale</a:t>
            </a:r>
            <a:r>
              <a:rPr lang="en-ZA" sz="2400" dirty="0"/>
              <a:t> </a:t>
            </a:r>
            <a:r>
              <a:rPr lang="en-ZA" sz="2400" dirty="0" err="1"/>
              <a:t>simbole</a:t>
            </a:r>
            <a:r>
              <a:rPr lang="en-ZA" sz="2400" dirty="0"/>
              <a:t>, </a:t>
            </a:r>
            <a:r>
              <a:rPr lang="en-ZA" sz="2400" dirty="0" err="1"/>
              <a:t>bv</a:t>
            </a:r>
            <a:r>
              <a:rPr lang="en-ZA" sz="2400" dirty="0"/>
              <a:t>. S1T&amp;pl&amp;fg7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Gebruik </a:t>
            </a:r>
            <a:r>
              <a:rPr lang="en-ZA" sz="2400" dirty="0" err="1"/>
              <a:t>verskillende</a:t>
            </a:r>
            <a:r>
              <a:rPr lang="en-ZA" sz="2400" dirty="0"/>
              <a:t> </a:t>
            </a:r>
            <a:r>
              <a:rPr lang="en-ZA" sz="2400" dirty="0" err="1"/>
              <a:t>wagwoorde</a:t>
            </a:r>
            <a:r>
              <a:rPr lang="en-ZA" sz="2400" dirty="0"/>
              <a:t> </a:t>
            </a:r>
            <a:r>
              <a:rPr lang="en-ZA" sz="2400" dirty="0" err="1"/>
              <a:t>vir</a:t>
            </a:r>
            <a:r>
              <a:rPr lang="en-ZA" sz="2400" dirty="0"/>
              <a:t> </a:t>
            </a:r>
            <a:r>
              <a:rPr lang="en-ZA" sz="2400" dirty="0" err="1"/>
              <a:t>verskillende</a:t>
            </a:r>
            <a:r>
              <a:rPr lang="en-ZA" sz="2400" dirty="0"/>
              <a:t> </a:t>
            </a:r>
            <a:r>
              <a:rPr lang="en-ZA" sz="2400" dirty="0" err="1"/>
              <a:t>rekeninge</a:t>
            </a:r>
            <a:endParaRPr lang="en-ZA" sz="2400" dirty="0"/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Verander</a:t>
            </a:r>
            <a:r>
              <a:rPr lang="en-ZA" sz="2400" dirty="0"/>
              <a:t> </a:t>
            </a:r>
            <a:r>
              <a:rPr lang="en-ZA" sz="2400" dirty="0" err="1"/>
              <a:t>wagwoorde</a:t>
            </a:r>
            <a:r>
              <a:rPr lang="en-ZA" sz="2400" dirty="0"/>
              <a:t> van </a:t>
            </a:r>
            <a:r>
              <a:rPr lang="en-ZA" sz="2400" dirty="0" err="1"/>
              <a:t>tyd</a:t>
            </a:r>
            <a:r>
              <a:rPr lang="en-ZA" sz="2400" dirty="0"/>
              <a:t> tot </a:t>
            </a:r>
            <a:r>
              <a:rPr lang="en-ZA" sz="2400" dirty="0" err="1"/>
              <a:t>tyd</a:t>
            </a:r>
            <a:endParaRPr lang="en-ZA" sz="2400" dirty="0"/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wagwoorde</a:t>
            </a:r>
            <a:r>
              <a:rPr lang="en-ZA" sz="2400" dirty="0"/>
              <a:t> </a:t>
            </a:r>
            <a:r>
              <a:rPr lang="en-ZA" sz="2400" dirty="0" err="1"/>
              <a:t>neerskryf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– </a:t>
            </a:r>
            <a:r>
              <a:rPr lang="en-ZA" sz="2400" dirty="0" err="1"/>
              <a:t>onthou</a:t>
            </a:r>
            <a:r>
              <a:rPr lang="en-ZA" sz="2400" dirty="0"/>
              <a:t> </a:t>
            </a:r>
            <a:r>
              <a:rPr lang="en-ZA" sz="2400" dirty="0" err="1"/>
              <a:t>dit</a:t>
            </a:r>
            <a:endParaRPr lang="en-ZA" sz="2400" dirty="0"/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wagwoord</a:t>
            </a:r>
            <a:r>
              <a:rPr lang="en-ZA" sz="2400" dirty="0"/>
              <a:t> </a:t>
            </a:r>
            <a:r>
              <a:rPr lang="en-ZA" sz="2400" dirty="0" err="1"/>
              <a:t>vir</a:t>
            </a:r>
            <a:r>
              <a:rPr lang="en-ZA" sz="2400" dirty="0"/>
              <a:t> </a:t>
            </a:r>
            <a:r>
              <a:rPr lang="en-ZA" sz="2400" dirty="0" err="1"/>
              <a:t>enigiemand</a:t>
            </a:r>
            <a:r>
              <a:rPr lang="en-ZA" sz="2400" dirty="0"/>
              <a:t> gee </a:t>
            </a:r>
            <a:r>
              <a:rPr lang="en-ZA" sz="2400" dirty="0" err="1"/>
              <a:t>nie</a:t>
            </a:r>
            <a:r>
              <a:rPr lang="en-ZA" sz="2400" dirty="0"/>
              <a:t>!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3891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 err="1"/>
              <a:t>Riglyne</a:t>
            </a:r>
            <a:r>
              <a:rPr lang="en-ZA" sz="3600" dirty="0"/>
              <a:t> om die internet </a:t>
            </a:r>
            <a:r>
              <a:rPr lang="en-ZA" sz="3600" dirty="0" err="1"/>
              <a:t>veilig</a:t>
            </a:r>
            <a:r>
              <a:rPr lang="en-ZA" sz="3600" dirty="0"/>
              <a:t> </a:t>
            </a:r>
            <a:r>
              <a:rPr lang="en-ZA" sz="3600" dirty="0" err="1"/>
              <a:t>te</a:t>
            </a:r>
            <a:r>
              <a:rPr lang="en-ZA" sz="3600" dirty="0"/>
              <a:t> gebruik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Verstandige</a:t>
            </a:r>
            <a:r>
              <a:rPr lang="en-ZA" sz="2800" b="0" dirty="0"/>
              <a:t> </a:t>
            </a:r>
            <a:r>
              <a:rPr lang="en-ZA" sz="2800" b="0" dirty="0" err="1"/>
              <a:t>gewoontes</a:t>
            </a:r>
            <a:r>
              <a:rPr lang="en-ZA" sz="2800" b="0" dirty="0"/>
              <a:t> met </a:t>
            </a:r>
            <a:r>
              <a:rPr lang="en-ZA" sz="2800" b="0" dirty="0" err="1"/>
              <a:t>aanlyn</a:t>
            </a:r>
            <a:r>
              <a:rPr lang="en-ZA" sz="2800" b="0" dirty="0"/>
              <a:t> </a:t>
            </a:r>
            <a:r>
              <a:rPr lang="en-ZA" sz="2800" b="0" dirty="0" err="1"/>
              <a:t>kommunikasie</a:t>
            </a:r>
            <a:endParaRPr lang="en-ZA" sz="2800" b="0" dirty="0"/>
          </a:p>
        </p:txBody>
      </p:sp>
      <p:sp>
        <p:nvSpPr>
          <p:cNvPr id="14" name="Rectangle 13"/>
          <p:cNvSpPr/>
          <p:nvPr/>
        </p:nvSpPr>
        <p:spPr>
          <a:xfrm>
            <a:off x="860073" y="2449919"/>
            <a:ext cx="7024295" cy="3922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persoonlike</a:t>
            </a:r>
            <a:r>
              <a:rPr lang="en-ZA" sz="2400" dirty="0"/>
              <a:t> </a:t>
            </a:r>
            <a:r>
              <a:rPr lang="en-ZA" sz="2400" dirty="0" err="1"/>
              <a:t>besonderhede</a:t>
            </a:r>
            <a:r>
              <a:rPr lang="en-ZA" sz="2400" dirty="0"/>
              <a:t> </a:t>
            </a:r>
            <a:r>
              <a:rPr lang="en-ZA" sz="2400" dirty="0" err="1"/>
              <a:t>aanlyn</a:t>
            </a:r>
            <a:r>
              <a:rPr lang="en-ZA" sz="2400" dirty="0"/>
              <a:t> </a:t>
            </a:r>
            <a:r>
              <a:rPr lang="en-ZA" sz="2400" dirty="0" err="1"/>
              <a:t>vir</a:t>
            </a:r>
            <a:r>
              <a:rPr lang="en-ZA" sz="2400" dirty="0"/>
              <a:t> </a:t>
            </a:r>
            <a:r>
              <a:rPr lang="en-ZA" sz="2400" dirty="0" err="1"/>
              <a:t>iemand</a:t>
            </a:r>
            <a:r>
              <a:rPr lang="en-ZA" sz="2400" dirty="0"/>
              <a:t> gee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Moenie</a:t>
            </a:r>
            <a:r>
              <a:rPr lang="en-ZA" sz="2400" dirty="0"/>
              <a:t> </a:t>
            </a:r>
            <a:r>
              <a:rPr lang="en-ZA" sz="2400" dirty="0" err="1"/>
              <a:t>reël</a:t>
            </a:r>
            <a:r>
              <a:rPr lang="en-ZA" sz="2400" dirty="0"/>
              <a:t> om </a:t>
            </a:r>
            <a:r>
              <a:rPr lang="en-ZA" sz="2400" dirty="0" err="1"/>
              <a:t>iemand</a:t>
            </a:r>
            <a:r>
              <a:rPr lang="en-ZA" sz="2400" dirty="0"/>
              <a:t> wat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aanlyn</a:t>
            </a:r>
            <a:r>
              <a:rPr lang="en-ZA" sz="2400" dirty="0"/>
              <a:t> leer ken het </a:t>
            </a:r>
            <a:r>
              <a:rPr lang="en-ZA" sz="2400" dirty="0" err="1"/>
              <a:t>persoonlik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ontmoet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endParaRPr lang="en-ZA" sz="24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Beeïndig</a:t>
            </a:r>
            <a:r>
              <a:rPr lang="en-ZA" sz="2400"/>
              <a:t> ’n </a:t>
            </a:r>
            <a:r>
              <a:rPr lang="en-ZA" sz="2400" dirty="0" err="1"/>
              <a:t>gespek</a:t>
            </a:r>
            <a:r>
              <a:rPr lang="en-ZA" sz="2400" dirty="0"/>
              <a:t> as </a:t>
            </a:r>
            <a:r>
              <a:rPr lang="en-ZA" sz="2400" dirty="0" err="1"/>
              <a:t>iemand</a:t>
            </a:r>
            <a:r>
              <a:rPr lang="en-ZA" sz="2400" dirty="0"/>
              <a:t>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ongemaklik</a:t>
            </a:r>
            <a:r>
              <a:rPr lang="en-ZA" sz="2400" dirty="0"/>
              <a:t> </a:t>
            </a:r>
            <a:r>
              <a:rPr lang="en-ZA" sz="2400" dirty="0" err="1"/>
              <a:t>laat</a:t>
            </a:r>
            <a:r>
              <a:rPr lang="en-ZA" sz="2400" dirty="0"/>
              <a:t> </a:t>
            </a:r>
            <a:r>
              <a:rPr lang="en-ZA" sz="2400" dirty="0" err="1"/>
              <a:t>voeI</a:t>
            </a:r>
            <a:r>
              <a:rPr lang="en-ZA" sz="2400" dirty="0"/>
              <a:t> – </a:t>
            </a:r>
            <a:r>
              <a:rPr lang="en-ZA" sz="2400" err="1"/>
              <a:t>en</a:t>
            </a:r>
            <a:r>
              <a:rPr lang="en-ZA" sz="2400"/>
              <a:t> vertel ’n </a:t>
            </a:r>
            <a:r>
              <a:rPr lang="en-ZA" sz="2400" err="1"/>
              <a:t>volwassene</a:t>
            </a:r>
            <a:r>
              <a:rPr lang="en-ZA" sz="2400"/>
              <a:t>  </a:t>
            </a:r>
            <a:endParaRPr lang="en-ZA" sz="2400" dirty="0"/>
          </a:p>
          <a:p>
            <a:pPr marL="342900" lvl="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ZA" sz="2400" dirty="0" err="1"/>
              <a:t>Onthou</a:t>
            </a:r>
            <a:r>
              <a:rPr lang="en-ZA" sz="2400" dirty="0"/>
              <a:t> – </a:t>
            </a:r>
            <a:r>
              <a:rPr lang="en-ZA" sz="2400" dirty="0" err="1"/>
              <a:t>niks</a:t>
            </a:r>
            <a:r>
              <a:rPr lang="en-ZA" sz="2400" dirty="0"/>
              <a:t> wat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/>
              <a:t>op ’n </a:t>
            </a:r>
            <a:r>
              <a:rPr lang="en-ZA" sz="2400" dirty="0" err="1"/>
              <a:t>sosiale</a:t>
            </a:r>
            <a:r>
              <a:rPr lang="en-ZA" sz="2400" dirty="0"/>
              <a:t> </a:t>
            </a:r>
            <a:r>
              <a:rPr lang="en-ZA" sz="2400" dirty="0" err="1"/>
              <a:t>netwerk</a:t>
            </a:r>
            <a:r>
              <a:rPr lang="en-ZA" sz="2400" dirty="0"/>
              <a:t> </a:t>
            </a:r>
            <a:r>
              <a:rPr lang="en-ZA" sz="2400" dirty="0" err="1"/>
              <a:t>oplaai</a:t>
            </a:r>
            <a:r>
              <a:rPr lang="en-ZA" sz="2400" dirty="0"/>
              <a:t> </a:t>
            </a:r>
            <a:r>
              <a:rPr lang="en-ZA" sz="2400" dirty="0" err="1"/>
              <a:t>kan</a:t>
            </a:r>
            <a:r>
              <a:rPr lang="en-ZA" sz="2400" dirty="0"/>
              <a:t> as </a:t>
            </a:r>
            <a:r>
              <a:rPr lang="en-ZA" sz="2400" dirty="0" err="1"/>
              <a:t>privaat</a:t>
            </a:r>
            <a:r>
              <a:rPr lang="en-ZA" sz="2400" dirty="0"/>
              <a:t> </a:t>
            </a:r>
            <a:r>
              <a:rPr lang="en-ZA" sz="2400" dirty="0" err="1"/>
              <a:t>beskou</a:t>
            </a:r>
            <a:r>
              <a:rPr lang="en-ZA" sz="2400" dirty="0"/>
              <a:t> word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r>
              <a:rPr lang="en-ZA"/>
              <a:t>Riglyne om die internet veilig te gebruik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9541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/>
              <a:t>Verstandige gewoontes met aanlyn kommunikasie (</a:t>
            </a:r>
            <a:r>
              <a:rPr lang="en-ZA" sz="2800" dirty="0" err="1"/>
              <a:t>vervolg</a:t>
            </a:r>
            <a:r>
              <a:rPr lang="en-ZA" sz="2800" dirty="0"/>
              <a:t>) </a:t>
            </a:r>
            <a:endParaRPr lang="en-ZA" sz="2800" b="0" dirty="0"/>
          </a:p>
        </p:txBody>
      </p:sp>
      <p:sp>
        <p:nvSpPr>
          <p:cNvPr id="14" name="Rectangle 13"/>
          <p:cNvSpPr/>
          <p:nvPr/>
        </p:nvSpPr>
        <p:spPr>
          <a:xfrm>
            <a:off x="852386" y="2447490"/>
            <a:ext cx="7031982" cy="3080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Dit</a:t>
            </a:r>
            <a:r>
              <a:rPr lang="en-ZA" sz="2400" dirty="0"/>
              <a:t> is </a:t>
            </a:r>
            <a:r>
              <a:rPr lang="en-ZA" sz="2400" dirty="0" err="1"/>
              <a:t>aanvaarbaar</a:t>
            </a:r>
            <a:r>
              <a:rPr lang="en-ZA" sz="2400" dirty="0"/>
              <a:t> om </a:t>
            </a:r>
            <a:r>
              <a:rPr lang="en-ZA" sz="2400" dirty="0" err="1"/>
              <a:t>vriendskapsversoeke</a:t>
            </a:r>
            <a:r>
              <a:rPr lang="en-ZA" sz="2400" dirty="0"/>
              <a:t> van </a:t>
            </a:r>
            <a:r>
              <a:rPr lang="en-ZA" sz="2400" dirty="0" err="1"/>
              <a:t>vreemdelinge</a:t>
            </a:r>
            <a:r>
              <a:rPr lang="en-ZA" sz="2400" dirty="0"/>
              <a:t> op </a:t>
            </a:r>
            <a:r>
              <a:rPr lang="en-ZA" sz="2400" dirty="0" err="1"/>
              <a:t>sosiale</a:t>
            </a:r>
            <a:r>
              <a:rPr lang="en-ZA" sz="2400" dirty="0"/>
              <a:t> </a:t>
            </a:r>
            <a:r>
              <a:rPr lang="en-ZA" sz="2400" dirty="0" err="1"/>
              <a:t>netwerke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ignoreer</a:t>
            </a:r>
            <a:r>
              <a:rPr lang="en-ZA" sz="2400" dirty="0"/>
              <a:t> </a:t>
            </a:r>
          </a:p>
          <a:p>
            <a:pPr marL="342900" indent="-342900">
              <a:lnSpc>
                <a:spcPct val="114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Wees </a:t>
            </a:r>
            <a:r>
              <a:rPr lang="en-ZA" sz="2400" dirty="0" err="1"/>
              <a:t>agterdogtig</a:t>
            </a:r>
            <a:r>
              <a:rPr lang="en-ZA" sz="2400" dirty="0"/>
              <a:t> as </a:t>
            </a:r>
            <a:r>
              <a:rPr lang="en-ZA" sz="2400" dirty="0" err="1"/>
              <a:t>iemand</a:t>
            </a:r>
            <a:r>
              <a:rPr lang="en-ZA" sz="2400" dirty="0"/>
              <a:t> net </a:t>
            </a:r>
            <a:r>
              <a:rPr lang="en-ZA" sz="2400" dirty="0" err="1"/>
              <a:t>te</a:t>
            </a:r>
            <a:r>
              <a:rPr lang="en-ZA" sz="2400" dirty="0"/>
              <a:t> ‘</a:t>
            </a:r>
            <a:r>
              <a:rPr lang="en-ZA" sz="2400" dirty="0" err="1"/>
              <a:t>perfek</a:t>
            </a:r>
            <a:r>
              <a:rPr lang="en-ZA" sz="2400" dirty="0"/>
              <a:t>’ is 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ZA" sz="2400" dirty="0" err="1"/>
              <a:t>Oorweeg</a:t>
            </a:r>
            <a:r>
              <a:rPr lang="en-ZA" sz="2400" dirty="0"/>
              <a:t> </a:t>
            </a:r>
            <a:r>
              <a:rPr lang="en-ZA" sz="2400" dirty="0" err="1"/>
              <a:t>dit</a:t>
            </a:r>
            <a:r>
              <a:rPr lang="en-ZA" sz="2400" dirty="0"/>
              <a:t> om die </a:t>
            </a:r>
            <a:r>
              <a:rPr lang="en-ZA" sz="2400" dirty="0" err="1"/>
              <a:t>geomerkfunksie</a:t>
            </a:r>
            <a:r>
              <a:rPr lang="en-ZA" sz="2400" dirty="0"/>
              <a:t> van </a:t>
            </a:r>
            <a:r>
              <a:rPr lang="en-ZA" sz="2400" dirty="0" err="1"/>
              <a:t>jou</a:t>
            </a:r>
            <a:r>
              <a:rPr lang="en-ZA" sz="2400" dirty="0"/>
              <a:t> </a:t>
            </a:r>
            <a:r>
              <a:rPr lang="en-ZA" sz="2400" dirty="0" err="1"/>
              <a:t>draagbare</a:t>
            </a:r>
            <a:r>
              <a:rPr lang="en-ZA" sz="2400" dirty="0"/>
              <a:t> </a:t>
            </a:r>
            <a:r>
              <a:rPr lang="en-ZA" sz="2400" dirty="0" err="1"/>
              <a:t>toestel</a:t>
            </a:r>
            <a:r>
              <a:rPr lang="en-ZA" sz="2400" dirty="0"/>
              <a:t> </a:t>
            </a:r>
            <a:r>
              <a:rPr lang="en-ZA" sz="2400" dirty="0" err="1"/>
              <a:t>af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skakel</a:t>
            </a:r>
            <a:r>
              <a:rPr lang="en-ZA" sz="2400" dirty="0"/>
              <a:t> </a:t>
            </a:r>
            <a:r>
              <a:rPr lang="en-US" sz="2400" dirty="0"/>
              <a:t>– om </a:t>
            </a:r>
            <a:r>
              <a:rPr lang="en-US" sz="2400" dirty="0" err="1"/>
              <a:t>jou</a:t>
            </a:r>
            <a:r>
              <a:rPr lang="en-US" sz="2400" dirty="0"/>
              <a:t> </a:t>
            </a:r>
            <a:r>
              <a:rPr lang="en-US" sz="2400" dirty="0" err="1"/>
              <a:t>ligging</a:t>
            </a:r>
            <a:r>
              <a:rPr lang="en-US" sz="2400" dirty="0"/>
              <a:t> </a:t>
            </a:r>
            <a:r>
              <a:rPr lang="en-US" sz="2400" dirty="0" err="1"/>
              <a:t>geheim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hou</a:t>
            </a:r>
            <a:endParaRPr lang="en-ZA" sz="28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9404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 err="1"/>
              <a:t>Toets</a:t>
            </a:r>
            <a:r>
              <a:rPr lang="en-ZA" sz="3600" dirty="0"/>
              <a:t> </a:t>
            </a:r>
            <a:r>
              <a:rPr lang="en-ZA" sz="3600" dirty="0" err="1"/>
              <a:t>en</a:t>
            </a:r>
            <a:r>
              <a:rPr lang="en-ZA" sz="3600" dirty="0"/>
              <a:t> </a:t>
            </a:r>
            <a:r>
              <a:rPr lang="en-ZA" sz="3600" dirty="0" err="1"/>
              <a:t>verbeter</a:t>
            </a:r>
            <a:endParaRPr lang="af-ZA" sz="4000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774166162"/>
              </p:ext>
            </p:extLst>
          </p:nvPr>
        </p:nvGraphicFramePr>
        <p:xfrm>
          <a:off x="1535637" y="2113459"/>
          <a:ext cx="5828513" cy="3349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4052" y="5589240"/>
            <a:ext cx="811847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 err="1"/>
              <a:t>Voorkoming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beskerming</a:t>
            </a:r>
            <a:endParaRPr lang="af-ZA" sz="3600" b="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366" y="6062326"/>
            <a:ext cx="81231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 err="1"/>
              <a:t>Veilige</a:t>
            </a:r>
            <a:r>
              <a:rPr lang="en-ZA" sz="2400" dirty="0"/>
              <a:t> gebruik van die internet</a:t>
            </a:r>
            <a:endParaRPr lang="af-ZA" sz="3600" b="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Action Button: Home 2">
            <a:hlinkClick r:id="rId8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/>
              <a:t>Opsomming</a:t>
            </a:r>
            <a:r>
              <a:rPr lang="en-ZA" sz="2800" b="0" dirty="0"/>
              <a:t> – </a:t>
            </a:r>
            <a:r>
              <a:rPr lang="en-ZA" sz="2800" b="0" dirty="0" err="1"/>
              <a:t>konsepte</a:t>
            </a:r>
            <a:r>
              <a:rPr lang="en-ZA" sz="2800" b="0" dirty="0"/>
              <a:t>, </a:t>
            </a:r>
            <a:r>
              <a:rPr lang="en-ZA" sz="2800" b="0" dirty="0" err="1"/>
              <a:t>terme</a:t>
            </a:r>
            <a:r>
              <a:rPr lang="en-ZA" sz="2800" b="0" dirty="0"/>
              <a:t> </a:t>
            </a:r>
            <a:r>
              <a:rPr lang="en-ZA" sz="2800" b="0" dirty="0" err="1"/>
              <a:t>en</a:t>
            </a:r>
            <a:r>
              <a:rPr lang="en-ZA" sz="2800" b="0" dirty="0"/>
              <a:t> </a:t>
            </a:r>
            <a:r>
              <a:rPr lang="en-ZA" sz="2800" b="0" dirty="0" err="1"/>
              <a:t>wenke</a:t>
            </a:r>
            <a:endParaRPr lang="en-ZA" sz="2800" b="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Skriftelike</a:t>
            </a:r>
            <a:r>
              <a:rPr lang="en-US" dirty="0"/>
              <a:t> module-</a:t>
            </a:r>
            <a:r>
              <a:rPr lang="en-US" dirty="0" err="1"/>
              <a:t>aktiwiteit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17720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10057</TotalTime>
  <Words>1164</Words>
  <Application>Microsoft Office PowerPoint</Application>
  <PresentationFormat>On-screen Show (4:3)</PresentationFormat>
  <Paragraphs>214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Corbel</vt:lpstr>
      <vt:lpstr>Basis</vt:lpstr>
      <vt:lpstr>Module 2.5  Veilige gebruik van die internet</vt:lpstr>
      <vt:lpstr>Inhoud</vt:lpstr>
      <vt:lpstr>Virusse</vt:lpstr>
      <vt:lpstr>Virusse</vt:lpstr>
      <vt:lpstr>Virusse</vt:lpstr>
      <vt:lpstr>Virusse</vt:lpstr>
      <vt:lpstr>Virusse</vt:lpstr>
      <vt:lpstr>Virusse</vt:lpstr>
      <vt:lpstr>Virusse</vt:lpstr>
      <vt:lpstr>Rekenaarwurms</vt:lpstr>
      <vt:lpstr>Trojane</vt:lpstr>
      <vt:lpstr>Spam</vt:lpstr>
      <vt:lpstr>Spam</vt:lpstr>
      <vt:lpstr>Spam</vt:lpstr>
      <vt:lpstr>Hoaxes en bedrogskemas</vt:lpstr>
      <vt:lpstr>Hoaxes en bedrogskemas</vt:lpstr>
      <vt:lpstr>Uitvissingsbedrog</vt:lpstr>
      <vt:lpstr>Uitvissingsbedrog</vt:lpstr>
      <vt:lpstr>Pharming</vt:lpstr>
      <vt:lpstr>Pharming</vt:lpstr>
      <vt:lpstr>E-pos-spoofing</vt:lpstr>
      <vt:lpstr>Aktiwiteit 1</vt:lpstr>
      <vt:lpstr>Riglyne om die internet veilig te gebruik</vt:lpstr>
      <vt:lpstr>Riglyne om die internet veilig te gebruik</vt:lpstr>
      <vt:lpstr>Riglyne om die internet veilig te gebruik</vt:lpstr>
      <vt:lpstr>Riglyne om die internet veilig te gebruik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2.5  Veilige gebruik van die internet</dc:title>
  <cp:lastModifiedBy>Sandra Jacobs</cp:lastModifiedBy>
  <cp:revision>1</cp:revision>
  <dcterms:created xsi:type="dcterms:W3CDTF">2006-08-13T21:23:21Z</dcterms:created>
  <dcterms:modified xsi:type="dcterms:W3CDTF">2017-01-21T10:53:27Z</dcterms:modified>
</cp:coreProperties>
</file>