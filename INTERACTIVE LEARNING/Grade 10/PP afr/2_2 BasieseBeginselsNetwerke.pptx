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873" r:id="rId1"/>
  </p:sldMasterIdLst>
  <p:notesMasterIdLst>
    <p:notesMasterId r:id="rId15"/>
  </p:notesMasterIdLst>
  <p:sldIdLst>
    <p:sldId id="257" r:id="rId2"/>
    <p:sldId id="296" r:id="rId3"/>
    <p:sldId id="288" r:id="rId4"/>
    <p:sldId id="297" r:id="rId5"/>
    <p:sldId id="339" r:id="rId6"/>
    <p:sldId id="342" r:id="rId7"/>
    <p:sldId id="343" r:id="rId8"/>
    <p:sldId id="344" r:id="rId9"/>
    <p:sldId id="345" r:id="rId10"/>
    <p:sldId id="347" r:id="rId11"/>
    <p:sldId id="346" r:id="rId12"/>
    <p:sldId id="313" r:id="rId13"/>
    <p:sldId id="31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FFFFFF"/>
    <a:srgbClr val="000000"/>
    <a:srgbClr val="FF5050"/>
    <a:srgbClr val="FF0000"/>
    <a:srgbClr val="CC3300"/>
    <a:srgbClr val="0066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97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15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AB1EA4-F04C-4650-BD90-1AD928FB608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A2DAA76-1ECD-4ACF-8589-BF9C42843A4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/>
            <a:t>Koppeling</a:t>
          </a:r>
          <a:r>
            <a:rPr lang="en-US" dirty="0"/>
            <a:t> met </a:t>
          </a:r>
          <a:r>
            <a:rPr lang="en-US" dirty="0" err="1"/>
            <a:t>kabels</a:t>
          </a:r>
          <a:r>
            <a:rPr lang="en-US" dirty="0"/>
            <a:t> </a:t>
          </a:r>
          <a:br>
            <a:rPr lang="en-US" dirty="0"/>
          </a:br>
          <a:r>
            <a:rPr lang="en-US" dirty="0"/>
            <a:t>ADSL / </a:t>
          </a:r>
          <a:r>
            <a:rPr lang="en-US" dirty="0" err="1"/>
            <a:t>Vesel</a:t>
          </a:r>
          <a:endParaRPr lang="en-US" dirty="0"/>
        </a:p>
      </dgm:t>
    </dgm:pt>
    <dgm:pt modelId="{68B6F4E6-445A-4AC2-9787-CA010DCAC15D}" type="parTrans" cxnId="{5AC4C160-19FC-452A-8ACE-21A9905A9867}">
      <dgm:prSet/>
      <dgm:spPr/>
      <dgm:t>
        <a:bodyPr/>
        <a:lstStyle/>
        <a:p>
          <a:endParaRPr lang="en-US"/>
        </a:p>
      </dgm:t>
    </dgm:pt>
    <dgm:pt modelId="{11250CE9-8C15-4F6E-8453-54828C755E7F}" type="sibTrans" cxnId="{5AC4C160-19FC-452A-8ACE-21A9905A9867}">
      <dgm:prSet/>
      <dgm:spPr/>
      <dgm:t>
        <a:bodyPr/>
        <a:lstStyle/>
        <a:p>
          <a:endParaRPr lang="en-US"/>
        </a:p>
      </dgm:t>
    </dgm:pt>
    <dgm:pt modelId="{498DB60C-2A7C-4596-BA3F-C03FB7427453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en-US" sz="2000" b="1" dirty="0"/>
            <a:t>ADSL:</a:t>
          </a:r>
          <a:r>
            <a:rPr lang="en-US" sz="2000" dirty="0"/>
            <a:t> </a:t>
          </a:r>
          <a:r>
            <a:rPr lang="en-US" sz="2000" dirty="0" err="1"/>
            <a:t>permanente</a:t>
          </a:r>
          <a:r>
            <a:rPr lang="en-US" sz="2000" dirty="0"/>
            <a:t> </a:t>
          </a:r>
          <a:r>
            <a:rPr lang="en-US" sz="2000" dirty="0" err="1"/>
            <a:t>digitale</a:t>
          </a:r>
          <a:r>
            <a:rPr lang="en-US" sz="2000" dirty="0"/>
            <a:t> </a:t>
          </a:r>
          <a:r>
            <a:rPr lang="en-US" sz="2000" dirty="0" err="1"/>
            <a:t>konneksie</a:t>
          </a:r>
          <a:r>
            <a:rPr lang="en-US" sz="2000" dirty="0"/>
            <a:t> </a:t>
          </a:r>
          <a:r>
            <a:rPr lang="en-US" sz="2000" dirty="0" err="1"/>
            <a:t>deur</a:t>
          </a:r>
          <a:r>
            <a:rPr lang="en-US" sz="2000" dirty="0"/>
            <a:t> </a:t>
          </a:r>
          <a:r>
            <a:rPr lang="en-US" sz="2000" dirty="0" err="1"/>
            <a:t>gebruik</a:t>
          </a:r>
          <a:r>
            <a:rPr lang="en-US" sz="2000" dirty="0"/>
            <a:t> van ’n </a:t>
          </a:r>
          <a:r>
            <a:rPr lang="en-US" sz="2000" dirty="0" err="1"/>
            <a:t>telefoonlyn</a:t>
          </a:r>
          <a:endParaRPr lang="en-US" sz="2000" dirty="0"/>
        </a:p>
      </dgm:t>
    </dgm:pt>
    <dgm:pt modelId="{E0C9C7B7-5728-459E-84D5-D313DB38FA43}" type="parTrans" cxnId="{CE7A4A0E-8ADF-4890-AADB-B35528959236}">
      <dgm:prSet/>
      <dgm:spPr/>
      <dgm:t>
        <a:bodyPr/>
        <a:lstStyle/>
        <a:p>
          <a:endParaRPr lang="en-US"/>
        </a:p>
      </dgm:t>
    </dgm:pt>
    <dgm:pt modelId="{349E948D-89CB-4377-A362-CBA917817064}" type="sibTrans" cxnId="{CE7A4A0E-8ADF-4890-AADB-B35528959236}">
      <dgm:prSet/>
      <dgm:spPr/>
      <dgm:t>
        <a:bodyPr/>
        <a:lstStyle/>
        <a:p>
          <a:endParaRPr lang="en-US"/>
        </a:p>
      </dgm:t>
    </dgm:pt>
    <dgm:pt modelId="{18BCA51F-B0B5-4213-8768-EC9A0D26AB49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 err="1"/>
            <a:t>Koordlose</a:t>
          </a:r>
          <a:r>
            <a:rPr lang="en-US" dirty="0"/>
            <a:t> </a:t>
          </a:r>
          <a:r>
            <a:rPr lang="en-US" dirty="0" err="1"/>
            <a:t>koppelings</a:t>
          </a:r>
          <a:r>
            <a:rPr lang="en-US" dirty="0"/>
            <a:t> </a:t>
          </a:r>
          <a:r>
            <a:rPr lang="en-US" dirty="0" err="1"/>
            <a:t>Sellulêre</a:t>
          </a:r>
          <a:r>
            <a:rPr lang="en-US" dirty="0"/>
            <a:t> </a:t>
          </a:r>
          <a:r>
            <a:rPr lang="en-US" dirty="0" err="1"/>
            <a:t>tegnologie</a:t>
          </a:r>
          <a:endParaRPr lang="en-US" dirty="0"/>
        </a:p>
      </dgm:t>
    </dgm:pt>
    <dgm:pt modelId="{08B18E0E-6BD9-49EF-8F7A-5F99B496406E}" type="parTrans" cxnId="{231355AF-3C41-41F0-ACB3-59BA4E3D6F7C}">
      <dgm:prSet/>
      <dgm:spPr/>
      <dgm:t>
        <a:bodyPr/>
        <a:lstStyle/>
        <a:p>
          <a:endParaRPr lang="en-US"/>
        </a:p>
      </dgm:t>
    </dgm:pt>
    <dgm:pt modelId="{D7AC011F-0A48-4FD6-89DC-ED72A06F1C6E}" type="sibTrans" cxnId="{231355AF-3C41-41F0-ACB3-59BA4E3D6F7C}">
      <dgm:prSet/>
      <dgm:spPr/>
      <dgm:t>
        <a:bodyPr/>
        <a:lstStyle/>
        <a:p>
          <a:endParaRPr lang="en-US"/>
        </a:p>
      </dgm:t>
    </dgm:pt>
    <dgm:pt modelId="{35DE0958-0861-4921-9D01-A917B19184AF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en-US" sz="2000" dirty="0" err="1"/>
            <a:t>Nie</a:t>
          </a:r>
          <a:r>
            <a:rPr lang="en-US" sz="2000" dirty="0"/>
            <a:t> </a:t>
          </a:r>
          <a:r>
            <a:rPr lang="en-US" sz="2000" dirty="0" err="1"/>
            <a:t>nodig</a:t>
          </a:r>
          <a:r>
            <a:rPr lang="en-US" sz="2000" dirty="0"/>
            <a:t> </a:t>
          </a:r>
          <a:r>
            <a:rPr lang="en-US" sz="2000" dirty="0" err="1"/>
            <a:t>vir</a:t>
          </a:r>
          <a:r>
            <a:rPr lang="en-US" sz="2000" dirty="0"/>
            <a:t> ADSL / </a:t>
          </a:r>
          <a:r>
            <a:rPr lang="en-US" sz="2000" dirty="0" err="1"/>
            <a:t>vesel</a:t>
          </a:r>
          <a:endParaRPr lang="en-US" sz="2000" dirty="0"/>
        </a:p>
      </dgm:t>
    </dgm:pt>
    <dgm:pt modelId="{1118D759-1109-44ED-BD91-AAEDC59161E0}" type="parTrans" cxnId="{6E124358-25BD-4730-B4F6-8E99DF6C1991}">
      <dgm:prSet/>
      <dgm:spPr/>
      <dgm:t>
        <a:bodyPr/>
        <a:lstStyle/>
        <a:p>
          <a:endParaRPr lang="en-US"/>
        </a:p>
      </dgm:t>
    </dgm:pt>
    <dgm:pt modelId="{BA18B3B5-8C01-4D43-A7E7-51748BB8DB03}" type="sibTrans" cxnId="{6E124358-25BD-4730-B4F6-8E99DF6C1991}">
      <dgm:prSet/>
      <dgm:spPr/>
      <dgm:t>
        <a:bodyPr/>
        <a:lstStyle/>
        <a:p>
          <a:endParaRPr lang="en-US"/>
        </a:p>
      </dgm:t>
    </dgm:pt>
    <dgm:pt modelId="{9D53410B-A8E0-4C03-BD1C-DC1501C48146}">
      <dgm:prSet phldrT="[Text]"/>
      <dgm:spPr/>
      <dgm:t>
        <a:bodyPr/>
        <a:lstStyle/>
        <a:p>
          <a:pPr>
            <a:spcAft>
              <a:spcPct val="15000"/>
            </a:spcAft>
          </a:pPr>
          <a:endParaRPr lang="en-US" sz="2500" dirty="0"/>
        </a:p>
      </dgm:t>
    </dgm:pt>
    <dgm:pt modelId="{683763FE-2A1F-484D-B1EF-C1E1D1F24C25}" type="parTrans" cxnId="{95DE82C6-87ED-4340-A5A4-C2F34874DF2F}">
      <dgm:prSet/>
      <dgm:spPr/>
      <dgm:t>
        <a:bodyPr/>
        <a:lstStyle/>
        <a:p>
          <a:endParaRPr lang="en-US"/>
        </a:p>
      </dgm:t>
    </dgm:pt>
    <dgm:pt modelId="{EEFFF80D-799A-4817-8221-CD8294D96DE6}" type="sibTrans" cxnId="{95DE82C6-87ED-4340-A5A4-C2F34874DF2F}">
      <dgm:prSet/>
      <dgm:spPr/>
      <dgm:t>
        <a:bodyPr/>
        <a:lstStyle/>
        <a:p>
          <a:endParaRPr lang="en-US"/>
        </a:p>
      </dgm:t>
    </dgm:pt>
    <dgm:pt modelId="{1CCBC1BA-3027-450E-B4FF-F77B4F3DF86E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en-US" sz="2000" b="1" dirty="0" err="1"/>
            <a:t>Vesel</a:t>
          </a:r>
          <a:r>
            <a:rPr lang="en-US" sz="2000" b="1" dirty="0"/>
            <a:t>: </a:t>
          </a:r>
          <a:r>
            <a:rPr lang="en-US" sz="2000" dirty="0"/>
            <a:t>data-</a:t>
          </a:r>
          <a:r>
            <a:rPr lang="en-US" sz="2000" dirty="0" err="1"/>
            <a:t>oordrag</a:t>
          </a:r>
          <a:r>
            <a:rPr lang="en-US" sz="2000" dirty="0"/>
            <a:t> </a:t>
          </a:r>
          <a:r>
            <a:rPr lang="en-US" sz="2000" dirty="0" err="1"/>
            <a:t>deur</a:t>
          </a:r>
          <a:r>
            <a:rPr lang="en-US" sz="2000" dirty="0"/>
            <a:t> </a:t>
          </a:r>
          <a:r>
            <a:rPr lang="en-US" sz="2000" dirty="0" err="1"/>
            <a:t>gebruik</a:t>
          </a:r>
          <a:r>
            <a:rPr lang="en-US" sz="2000" dirty="0"/>
            <a:t> van dun </a:t>
          </a:r>
          <a:r>
            <a:rPr lang="en-US" sz="2000" dirty="0" err="1"/>
            <a:t>glasveselbuise</a:t>
          </a:r>
          <a:r>
            <a:rPr lang="en-US" sz="2000" dirty="0"/>
            <a:t> (</a:t>
          </a:r>
          <a:r>
            <a:rPr lang="en-US" sz="2000" dirty="0" err="1"/>
            <a:t>baie</a:t>
          </a:r>
          <a:r>
            <a:rPr lang="en-US" sz="2000" dirty="0"/>
            <a:t> </a:t>
          </a:r>
          <a:r>
            <a:rPr lang="en-US" sz="2000" dirty="0" err="1"/>
            <a:t>vinniger</a:t>
          </a:r>
          <a:r>
            <a:rPr lang="en-US" sz="2000" dirty="0"/>
            <a:t>!)</a:t>
          </a:r>
        </a:p>
      </dgm:t>
    </dgm:pt>
    <dgm:pt modelId="{A78EA44E-F17F-4E8F-A9A8-9F7319F2AB99}" type="parTrans" cxnId="{78D4F360-0D51-4E20-9000-6A07F2792730}">
      <dgm:prSet/>
      <dgm:spPr/>
      <dgm:t>
        <a:bodyPr/>
        <a:lstStyle/>
        <a:p>
          <a:endParaRPr lang="en-US"/>
        </a:p>
      </dgm:t>
    </dgm:pt>
    <dgm:pt modelId="{96873FEB-6CD0-45CC-9AEC-07C2B437FED7}" type="sibTrans" cxnId="{78D4F360-0D51-4E20-9000-6A07F2792730}">
      <dgm:prSet/>
      <dgm:spPr/>
      <dgm:t>
        <a:bodyPr/>
        <a:lstStyle/>
        <a:p>
          <a:endParaRPr lang="en-US"/>
        </a:p>
      </dgm:t>
    </dgm:pt>
    <dgm:pt modelId="{12A598EB-BFEC-48DB-818A-8BAFA81CA560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en-US" sz="2000" dirty="0" err="1"/>
            <a:t>Laat</a:t>
          </a:r>
          <a:r>
            <a:rPr lang="en-US" sz="2000" dirty="0"/>
            <a:t> </a:t>
          </a:r>
          <a:r>
            <a:rPr lang="en-US" sz="2000" dirty="0" err="1"/>
            <a:t>mobiele</a:t>
          </a:r>
          <a:r>
            <a:rPr lang="en-US" sz="2000" dirty="0"/>
            <a:t> </a:t>
          </a:r>
          <a:r>
            <a:rPr lang="en-US" sz="2000" dirty="0" err="1"/>
            <a:t>toegang</a:t>
          </a:r>
          <a:r>
            <a:rPr lang="en-US" sz="2000" dirty="0"/>
            <a:t> toe</a:t>
          </a:r>
        </a:p>
      </dgm:t>
    </dgm:pt>
    <dgm:pt modelId="{AE05F030-74B2-4B91-849F-B6D40D758123}" type="parTrans" cxnId="{A4C44363-9AF4-4F7C-8B5C-A28790C2B237}">
      <dgm:prSet/>
      <dgm:spPr/>
      <dgm:t>
        <a:bodyPr/>
        <a:lstStyle/>
        <a:p>
          <a:endParaRPr lang="en-US"/>
        </a:p>
      </dgm:t>
    </dgm:pt>
    <dgm:pt modelId="{99E291F6-6AF1-4F8D-88AD-C31D413491D7}" type="sibTrans" cxnId="{A4C44363-9AF4-4F7C-8B5C-A28790C2B237}">
      <dgm:prSet/>
      <dgm:spPr/>
      <dgm:t>
        <a:bodyPr/>
        <a:lstStyle/>
        <a:p>
          <a:endParaRPr lang="en-US"/>
        </a:p>
      </dgm:t>
    </dgm:pt>
    <dgm:pt modelId="{88008E06-9A82-4174-BD7A-71CFB1058EBC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en-US" sz="2000" dirty="0"/>
            <a:t>3G / 4G (LTE)</a:t>
          </a:r>
        </a:p>
      </dgm:t>
    </dgm:pt>
    <dgm:pt modelId="{1494BC82-18C0-453D-B60D-C73D65500DE5}" type="parTrans" cxnId="{878F2647-95C7-4428-87BE-C33B4FBA6ED1}">
      <dgm:prSet/>
      <dgm:spPr/>
      <dgm:t>
        <a:bodyPr/>
        <a:lstStyle/>
        <a:p>
          <a:endParaRPr lang="en-US"/>
        </a:p>
      </dgm:t>
    </dgm:pt>
    <dgm:pt modelId="{9477400B-CC34-434D-8021-67E9E8198EAB}" type="sibTrans" cxnId="{878F2647-95C7-4428-87BE-C33B4FBA6ED1}">
      <dgm:prSet/>
      <dgm:spPr/>
      <dgm:t>
        <a:bodyPr/>
        <a:lstStyle/>
        <a:p>
          <a:endParaRPr lang="en-US"/>
        </a:p>
      </dgm:t>
    </dgm:pt>
    <dgm:pt modelId="{5602E5C4-C7D5-488E-BB72-CE9161E92BAC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en-US" sz="2000" dirty="0"/>
            <a:t>Dongle </a:t>
          </a:r>
          <a:r>
            <a:rPr lang="en-US" sz="2000" dirty="0" err="1"/>
            <a:t>koppel</a:t>
          </a:r>
          <a:r>
            <a:rPr lang="en-US" sz="2000" dirty="0"/>
            <a:t> met die USB-</a:t>
          </a:r>
          <a:r>
            <a:rPr lang="en-US" sz="2000" dirty="0" err="1"/>
            <a:t>poort</a:t>
          </a:r>
          <a:r>
            <a:rPr lang="en-US" sz="2000" dirty="0"/>
            <a:t> – </a:t>
          </a:r>
          <a:r>
            <a:rPr lang="en-US" sz="2000" dirty="0" err="1"/>
            <a:t>koppel</a:t>
          </a:r>
          <a:r>
            <a:rPr lang="en-US" sz="2000" dirty="0"/>
            <a:t> die </a:t>
          </a:r>
          <a:r>
            <a:rPr lang="en-US" sz="2000" dirty="0" err="1"/>
            <a:t>toestel</a:t>
          </a:r>
          <a:r>
            <a:rPr lang="en-US" sz="2000" dirty="0"/>
            <a:t> </a:t>
          </a:r>
          <a:r>
            <a:rPr lang="en-US" sz="2000" dirty="0" err="1"/>
            <a:t>aan</a:t>
          </a:r>
          <a:r>
            <a:rPr lang="en-US" sz="2000" dirty="0"/>
            <a:t> die </a:t>
          </a:r>
          <a:r>
            <a:rPr lang="en-US" sz="2000" dirty="0" err="1"/>
            <a:t>sellulêre</a:t>
          </a:r>
          <a:r>
            <a:rPr lang="en-US" sz="2000" dirty="0"/>
            <a:t> </a:t>
          </a:r>
          <a:r>
            <a:rPr lang="en-US" sz="2000" dirty="0" err="1"/>
            <a:t>netwerk</a:t>
          </a:r>
          <a:endParaRPr lang="en-US" sz="2000" dirty="0"/>
        </a:p>
      </dgm:t>
    </dgm:pt>
    <dgm:pt modelId="{A41E62A1-3A2B-4636-B87E-56C23B0D6451}" type="parTrans" cxnId="{4DF155CE-C32B-4DE4-9234-5245653C97E7}">
      <dgm:prSet/>
      <dgm:spPr/>
      <dgm:t>
        <a:bodyPr/>
        <a:lstStyle/>
        <a:p>
          <a:endParaRPr lang="en-US"/>
        </a:p>
      </dgm:t>
    </dgm:pt>
    <dgm:pt modelId="{C4B4A5FA-65C8-49C8-94AB-8F9EBABF41D4}" type="sibTrans" cxnId="{4DF155CE-C32B-4DE4-9234-5245653C97E7}">
      <dgm:prSet/>
      <dgm:spPr/>
      <dgm:t>
        <a:bodyPr/>
        <a:lstStyle/>
        <a:p>
          <a:endParaRPr lang="en-US"/>
        </a:p>
      </dgm:t>
    </dgm:pt>
    <dgm:pt modelId="{79E1FD35-710C-4C45-A156-6ABD724DA701}" type="pres">
      <dgm:prSet presAssocID="{B2AB1EA4-F04C-4650-BD90-1AD928FB6085}" presName="Name0" presStyleCnt="0">
        <dgm:presLayoutVars>
          <dgm:dir/>
          <dgm:animLvl val="lvl"/>
          <dgm:resizeHandles val="exact"/>
        </dgm:presLayoutVars>
      </dgm:prSet>
      <dgm:spPr/>
    </dgm:pt>
    <dgm:pt modelId="{AE23DA17-B4FB-44CC-96FA-C63CB06CD25A}" type="pres">
      <dgm:prSet presAssocID="{DA2DAA76-1ECD-4ACF-8589-BF9C42843A4C}" presName="composite" presStyleCnt="0"/>
      <dgm:spPr/>
    </dgm:pt>
    <dgm:pt modelId="{1D71CADF-80FF-457D-A01F-58556EC9F7A3}" type="pres">
      <dgm:prSet presAssocID="{DA2DAA76-1ECD-4ACF-8589-BF9C42843A4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FF8D346-D8A7-44E3-B740-2257986B3BF9}" type="pres">
      <dgm:prSet presAssocID="{DA2DAA76-1ECD-4ACF-8589-BF9C42843A4C}" presName="desTx" presStyleLbl="alignAccFollowNode1" presStyleIdx="0" presStyleCnt="2">
        <dgm:presLayoutVars>
          <dgm:bulletEnabled val="1"/>
        </dgm:presLayoutVars>
      </dgm:prSet>
      <dgm:spPr/>
    </dgm:pt>
    <dgm:pt modelId="{593730BA-1C6A-4F9A-BD22-D3A508318461}" type="pres">
      <dgm:prSet presAssocID="{11250CE9-8C15-4F6E-8453-54828C755E7F}" presName="space" presStyleCnt="0"/>
      <dgm:spPr/>
    </dgm:pt>
    <dgm:pt modelId="{CEAA9345-A96C-4241-9050-9E9B729080B4}" type="pres">
      <dgm:prSet presAssocID="{18BCA51F-B0B5-4213-8768-EC9A0D26AB49}" presName="composite" presStyleCnt="0"/>
      <dgm:spPr/>
    </dgm:pt>
    <dgm:pt modelId="{5537D274-7FB1-4432-B88C-7BA3C1D3796C}" type="pres">
      <dgm:prSet presAssocID="{18BCA51F-B0B5-4213-8768-EC9A0D26AB4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AA3E817-F63A-46AF-9B90-FE6797D1A10B}" type="pres">
      <dgm:prSet presAssocID="{18BCA51F-B0B5-4213-8768-EC9A0D26AB4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EAFD1D3-74C8-4E3A-9903-19ED89F18C17}" type="presOf" srcId="{5602E5C4-C7D5-488E-BB72-CE9161E92BAC}" destId="{9AA3E817-F63A-46AF-9B90-FE6797D1A10B}" srcOrd="0" destOrd="3" presId="urn:microsoft.com/office/officeart/2005/8/layout/hList1"/>
    <dgm:cxn modelId="{878F2647-95C7-4428-87BE-C33B4FBA6ED1}" srcId="{18BCA51F-B0B5-4213-8768-EC9A0D26AB49}" destId="{88008E06-9A82-4174-BD7A-71CFB1058EBC}" srcOrd="2" destOrd="0" parTransId="{1494BC82-18C0-453D-B60D-C73D65500DE5}" sibTransId="{9477400B-CC34-434D-8021-67E9E8198EAB}"/>
    <dgm:cxn modelId="{74377B62-3C5A-48F3-ABA1-14134499F478}" type="presOf" srcId="{88008E06-9A82-4174-BD7A-71CFB1058EBC}" destId="{9AA3E817-F63A-46AF-9B90-FE6797D1A10B}" srcOrd="0" destOrd="2" presId="urn:microsoft.com/office/officeart/2005/8/layout/hList1"/>
    <dgm:cxn modelId="{6E124358-25BD-4730-B4F6-8E99DF6C1991}" srcId="{18BCA51F-B0B5-4213-8768-EC9A0D26AB49}" destId="{35DE0958-0861-4921-9D01-A917B19184AF}" srcOrd="0" destOrd="0" parTransId="{1118D759-1109-44ED-BD91-AAEDC59161E0}" sibTransId="{BA18B3B5-8C01-4D43-A7E7-51748BB8DB03}"/>
    <dgm:cxn modelId="{5E4A2A7A-1B14-46EA-9B0D-BBBC1B8F0A90}" type="presOf" srcId="{12A598EB-BFEC-48DB-818A-8BAFA81CA560}" destId="{9AA3E817-F63A-46AF-9B90-FE6797D1A10B}" srcOrd="0" destOrd="1" presId="urn:microsoft.com/office/officeart/2005/8/layout/hList1"/>
    <dgm:cxn modelId="{57D5D820-7A31-471B-BE23-89B12B5D617A}" type="presOf" srcId="{498DB60C-2A7C-4596-BA3F-C03FB7427453}" destId="{3FF8D346-D8A7-44E3-B740-2257986B3BF9}" srcOrd="0" destOrd="0" presId="urn:microsoft.com/office/officeart/2005/8/layout/hList1"/>
    <dgm:cxn modelId="{78D4F360-0D51-4E20-9000-6A07F2792730}" srcId="{DA2DAA76-1ECD-4ACF-8589-BF9C42843A4C}" destId="{1CCBC1BA-3027-450E-B4FF-F77B4F3DF86E}" srcOrd="1" destOrd="0" parTransId="{A78EA44E-F17F-4E8F-A9A8-9F7319F2AB99}" sibTransId="{96873FEB-6CD0-45CC-9AEC-07C2B437FED7}"/>
    <dgm:cxn modelId="{426FCB20-7B89-4E6E-B483-62630BE36C2D}" type="presOf" srcId="{1CCBC1BA-3027-450E-B4FF-F77B4F3DF86E}" destId="{3FF8D346-D8A7-44E3-B740-2257986B3BF9}" srcOrd="0" destOrd="1" presId="urn:microsoft.com/office/officeart/2005/8/layout/hList1"/>
    <dgm:cxn modelId="{231355AF-3C41-41F0-ACB3-59BA4E3D6F7C}" srcId="{B2AB1EA4-F04C-4650-BD90-1AD928FB6085}" destId="{18BCA51F-B0B5-4213-8768-EC9A0D26AB49}" srcOrd="1" destOrd="0" parTransId="{08B18E0E-6BD9-49EF-8F7A-5F99B496406E}" sibTransId="{D7AC011F-0A48-4FD6-89DC-ED72A06F1C6E}"/>
    <dgm:cxn modelId="{245466AD-2471-4AA7-A945-7C62B88F8E24}" type="presOf" srcId="{18BCA51F-B0B5-4213-8768-EC9A0D26AB49}" destId="{5537D274-7FB1-4432-B88C-7BA3C1D3796C}" srcOrd="0" destOrd="0" presId="urn:microsoft.com/office/officeart/2005/8/layout/hList1"/>
    <dgm:cxn modelId="{95DE82C6-87ED-4340-A5A4-C2F34874DF2F}" srcId="{18BCA51F-B0B5-4213-8768-EC9A0D26AB49}" destId="{9D53410B-A8E0-4C03-BD1C-DC1501C48146}" srcOrd="4" destOrd="0" parTransId="{683763FE-2A1F-484D-B1EF-C1E1D1F24C25}" sibTransId="{EEFFF80D-799A-4817-8221-CD8294D96DE6}"/>
    <dgm:cxn modelId="{FFB26838-926A-48F5-83D1-8BCAA16DA3EE}" type="presOf" srcId="{B2AB1EA4-F04C-4650-BD90-1AD928FB6085}" destId="{79E1FD35-710C-4C45-A156-6ABD724DA701}" srcOrd="0" destOrd="0" presId="urn:microsoft.com/office/officeart/2005/8/layout/hList1"/>
    <dgm:cxn modelId="{5AC4C160-19FC-452A-8ACE-21A9905A9867}" srcId="{B2AB1EA4-F04C-4650-BD90-1AD928FB6085}" destId="{DA2DAA76-1ECD-4ACF-8589-BF9C42843A4C}" srcOrd="0" destOrd="0" parTransId="{68B6F4E6-445A-4AC2-9787-CA010DCAC15D}" sibTransId="{11250CE9-8C15-4F6E-8453-54828C755E7F}"/>
    <dgm:cxn modelId="{95227D32-003C-468F-AA79-0C8E77AA8D02}" type="presOf" srcId="{DA2DAA76-1ECD-4ACF-8589-BF9C42843A4C}" destId="{1D71CADF-80FF-457D-A01F-58556EC9F7A3}" srcOrd="0" destOrd="0" presId="urn:microsoft.com/office/officeart/2005/8/layout/hList1"/>
    <dgm:cxn modelId="{52C1F23C-17E7-4391-A2CC-83631B70348D}" type="presOf" srcId="{9D53410B-A8E0-4C03-BD1C-DC1501C48146}" destId="{9AA3E817-F63A-46AF-9B90-FE6797D1A10B}" srcOrd="0" destOrd="4" presId="urn:microsoft.com/office/officeart/2005/8/layout/hList1"/>
    <dgm:cxn modelId="{CE7A4A0E-8ADF-4890-AADB-B35528959236}" srcId="{DA2DAA76-1ECD-4ACF-8589-BF9C42843A4C}" destId="{498DB60C-2A7C-4596-BA3F-C03FB7427453}" srcOrd="0" destOrd="0" parTransId="{E0C9C7B7-5728-459E-84D5-D313DB38FA43}" sibTransId="{349E948D-89CB-4377-A362-CBA917817064}"/>
    <dgm:cxn modelId="{A4C44363-9AF4-4F7C-8B5C-A28790C2B237}" srcId="{18BCA51F-B0B5-4213-8768-EC9A0D26AB49}" destId="{12A598EB-BFEC-48DB-818A-8BAFA81CA560}" srcOrd="1" destOrd="0" parTransId="{AE05F030-74B2-4B91-849F-B6D40D758123}" sibTransId="{99E291F6-6AF1-4F8D-88AD-C31D413491D7}"/>
    <dgm:cxn modelId="{F6F29A39-8834-4840-A184-5284828A51FB}" type="presOf" srcId="{35DE0958-0861-4921-9D01-A917B19184AF}" destId="{9AA3E817-F63A-46AF-9B90-FE6797D1A10B}" srcOrd="0" destOrd="0" presId="urn:microsoft.com/office/officeart/2005/8/layout/hList1"/>
    <dgm:cxn modelId="{4DF155CE-C32B-4DE4-9234-5245653C97E7}" srcId="{18BCA51F-B0B5-4213-8768-EC9A0D26AB49}" destId="{5602E5C4-C7D5-488E-BB72-CE9161E92BAC}" srcOrd="3" destOrd="0" parTransId="{A41E62A1-3A2B-4636-B87E-56C23B0D6451}" sibTransId="{C4B4A5FA-65C8-49C8-94AB-8F9EBABF41D4}"/>
    <dgm:cxn modelId="{19099027-7439-4761-8C8F-8C51B2ECB5FC}" type="presParOf" srcId="{79E1FD35-710C-4C45-A156-6ABD724DA701}" destId="{AE23DA17-B4FB-44CC-96FA-C63CB06CD25A}" srcOrd="0" destOrd="0" presId="urn:microsoft.com/office/officeart/2005/8/layout/hList1"/>
    <dgm:cxn modelId="{E21007E9-C1CC-4EF1-A815-5C6AC7A3A4D2}" type="presParOf" srcId="{AE23DA17-B4FB-44CC-96FA-C63CB06CD25A}" destId="{1D71CADF-80FF-457D-A01F-58556EC9F7A3}" srcOrd="0" destOrd="0" presId="urn:microsoft.com/office/officeart/2005/8/layout/hList1"/>
    <dgm:cxn modelId="{2380AFE3-23E3-4F4C-AE4B-D615723BCCFC}" type="presParOf" srcId="{AE23DA17-B4FB-44CC-96FA-C63CB06CD25A}" destId="{3FF8D346-D8A7-44E3-B740-2257986B3BF9}" srcOrd="1" destOrd="0" presId="urn:microsoft.com/office/officeart/2005/8/layout/hList1"/>
    <dgm:cxn modelId="{5D917705-2FA7-42CD-BE30-AD45A179F96B}" type="presParOf" srcId="{79E1FD35-710C-4C45-A156-6ABD724DA701}" destId="{593730BA-1C6A-4F9A-BD22-D3A508318461}" srcOrd="1" destOrd="0" presId="urn:microsoft.com/office/officeart/2005/8/layout/hList1"/>
    <dgm:cxn modelId="{77822021-DFF5-47AE-B6E7-78AEFB1F093D}" type="presParOf" srcId="{79E1FD35-710C-4C45-A156-6ABD724DA701}" destId="{CEAA9345-A96C-4241-9050-9E9B729080B4}" srcOrd="2" destOrd="0" presId="urn:microsoft.com/office/officeart/2005/8/layout/hList1"/>
    <dgm:cxn modelId="{772C9DCB-2F16-4721-8F23-7957AA217549}" type="presParOf" srcId="{CEAA9345-A96C-4241-9050-9E9B729080B4}" destId="{5537D274-7FB1-4432-B88C-7BA3C1D3796C}" srcOrd="0" destOrd="0" presId="urn:microsoft.com/office/officeart/2005/8/layout/hList1"/>
    <dgm:cxn modelId="{53A0208D-549A-41E5-A126-955A343F546C}" type="presParOf" srcId="{CEAA9345-A96C-4241-9050-9E9B729080B4}" destId="{9AA3E817-F63A-46AF-9B90-FE6797D1A10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0C8BB6-1464-4F36-9E4B-87DE35F3CBF3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A6BD513-A576-48E0-B755-78174C4425DC}">
      <dgm:prSet phldrT="[Text]"/>
      <dgm:spPr/>
      <dgm:t>
        <a:bodyPr/>
        <a:lstStyle/>
        <a:p>
          <a:r>
            <a:rPr lang="en-US" dirty="0"/>
            <a:t>PAN</a:t>
          </a:r>
        </a:p>
      </dgm:t>
    </dgm:pt>
    <dgm:pt modelId="{49E1E185-CFBA-42BA-A890-EDA3CCA4E221}" type="parTrans" cxnId="{4E1850A9-398A-4D55-B688-725694F92368}">
      <dgm:prSet/>
      <dgm:spPr/>
      <dgm:t>
        <a:bodyPr/>
        <a:lstStyle/>
        <a:p>
          <a:endParaRPr lang="en-US"/>
        </a:p>
      </dgm:t>
    </dgm:pt>
    <dgm:pt modelId="{D90BCFD2-5E5E-4FC7-8E1F-28F3E8E9E99C}" type="sibTrans" cxnId="{4E1850A9-398A-4D55-B688-725694F92368}">
      <dgm:prSet/>
      <dgm:spPr/>
      <dgm:t>
        <a:bodyPr/>
        <a:lstStyle/>
        <a:p>
          <a:endParaRPr lang="en-US"/>
        </a:p>
      </dgm:t>
    </dgm:pt>
    <dgm:pt modelId="{08C2C9D5-AF37-44C0-BADD-C77521ABAC17}">
      <dgm:prSet phldrT="[Text]"/>
      <dgm:spPr/>
      <dgm:t>
        <a:bodyPr/>
        <a:lstStyle/>
        <a:p>
          <a:r>
            <a:rPr lang="en-US" dirty="0"/>
            <a:t>HAN</a:t>
          </a:r>
        </a:p>
      </dgm:t>
    </dgm:pt>
    <dgm:pt modelId="{40B81886-7B49-40ED-B579-4306E2C55FE1}" type="parTrans" cxnId="{E2CF7EF2-7929-483C-B56E-697DA089B664}">
      <dgm:prSet/>
      <dgm:spPr/>
      <dgm:t>
        <a:bodyPr/>
        <a:lstStyle/>
        <a:p>
          <a:endParaRPr lang="en-US"/>
        </a:p>
      </dgm:t>
    </dgm:pt>
    <dgm:pt modelId="{0854067C-142E-4C01-B8D1-FA6210926083}" type="sibTrans" cxnId="{E2CF7EF2-7929-483C-B56E-697DA089B664}">
      <dgm:prSet/>
      <dgm:spPr/>
      <dgm:t>
        <a:bodyPr/>
        <a:lstStyle/>
        <a:p>
          <a:endParaRPr lang="en-US"/>
        </a:p>
      </dgm:t>
    </dgm:pt>
    <dgm:pt modelId="{6E014645-F55D-44A3-A3EF-CFE5C9F4165B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 err="1"/>
            <a:t>Hardeware</a:t>
          </a:r>
          <a:r>
            <a:rPr lang="en-US" dirty="0"/>
            <a:t> </a:t>
          </a:r>
          <a:r>
            <a:rPr lang="en-US" dirty="0" err="1"/>
            <a:t>benodig</a:t>
          </a:r>
          <a:endParaRPr lang="en-US" dirty="0"/>
        </a:p>
      </dgm:t>
    </dgm:pt>
    <dgm:pt modelId="{0083C4D4-8148-4E92-8542-3B97952CB360}" type="parTrans" cxnId="{DC666D69-30DC-4F4E-B3B5-2DBE5AE9F433}">
      <dgm:prSet/>
      <dgm:spPr/>
      <dgm:t>
        <a:bodyPr/>
        <a:lstStyle/>
        <a:p>
          <a:endParaRPr lang="en-US"/>
        </a:p>
      </dgm:t>
    </dgm:pt>
    <dgm:pt modelId="{88710211-01B9-445A-82A0-B6C4B2F65C39}" type="sibTrans" cxnId="{DC666D69-30DC-4F4E-B3B5-2DBE5AE9F433}">
      <dgm:prSet/>
      <dgm:spPr/>
      <dgm:t>
        <a:bodyPr/>
        <a:lstStyle/>
        <a:p>
          <a:endParaRPr lang="en-US"/>
        </a:p>
      </dgm:t>
    </dgm:pt>
    <dgm:pt modelId="{BEB8F65B-3D63-412E-B74E-7F45F034F60A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 err="1"/>
            <a:t>Konneksie-metodes</a:t>
          </a:r>
          <a:endParaRPr lang="en-US" dirty="0"/>
        </a:p>
      </dgm:t>
    </dgm:pt>
    <dgm:pt modelId="{DBC5A8A7-1ECD-4F99-A3E7-1D05ED09DC1F}" type="parTrans" cxnId="{7FED4BDB-C3D2-41F5-A2F6-CF643B352C8E}">
      <dgm:prSet/>
      <dgm:spPr/>
      <dgm:t>
        <a:bodyPr/>
        <a:lstStyle/>
        <a:p>
          <a:endParaRPr lang="en-US"/>
        </a:p>
      </dgm:t>
    </dgm:pt>
    <dgm:pt modelId="{43C3979A-2F0B-492A-95E0-1AC355E49A68}" type="sibTrans" cxnId="{7FED4BDB-C3D2-41F5-A2F6-CF643B352C8E}">
      <dgm:prSet/>
      <dgm:spPr/>
      <dgm:t>
        <a:bodyPr/>
        <a:lstStyle/>
        <a:p>
          <a:endParaRPr lang="en-US"/>
        </a:p>
      </dgm:t>
    </dgm:pt>
    <dgm:pt modelId="{469A6EB9-CA22-44C9-9D25-24397AED1F04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 err="1"/>
            <a:t>Koppeling</a:t>
          </a:r>
          <a:r>
            <a:rPr lang="en-US" dirty="0"/>
            <a:t> </a:t>
          </a:r>
          <a:r>
            <a:rPr lang="en-US" dirty="0" err="1"/>
            <a:t>aan</a:t>
          </a:r>
          <a:r>
            <a:rPr lang="en-US" dirty="0"/>
            <a:t> </a:t>
          </a:r>
          <a:r>
            <a:rPr lang="en-US"/>
            <a:t>die internet</a:t>
          </a:r>
          <a:endParaRPr lang="en-US" dirty="0"/>
        </a:p>
      </dgm:t>
    </dgm:pt>
    <dgm:pt modelId="{76CEE7E5-DBE4-47AD-97D1-8B4CADAD2444}" type="parTrans" cxnId="{E10E6F40-728F-4381-A933-1592D074AC81}">
      <dgm:prSet/>
      <dgm:spPr/>
      <dgm:t>
        <a:bodyPr/>
        <a:lstStyle/>
        <a:p>
          <a:endParaRPr lang="en-US"/>
        </a:p>
      </dgm:t>
    </dgm:pt>
    <dgm:pt modelId="{8D71CC4F-9C63-4658-A4F1-BEE6D18E4EC6}" type="sibTrans" cxnId="{E10E6F40-728F-4381-A933-1592D074AC81}">
      <dgm:prSet/>
      <dgm:spPr/>
      <dgm:t>
        <a:bodyPr/>
        <a:lstStyle/>
        <a:p>
          <a:endParaRPr lang="en-US"/>
        </a:p>
      </dgm:t>
    </dgm:pt>
    <dgm:pt modelId="{AF070DFD-236E-4B1E-9D6E-BF1E5FCF870A}" type="pres">
      <dgm:prSet presAssocID="{DF0C8BB6-1464-4F36-9E4B-87DE35F3CBF3}" presName="diagram" presStyleCnt="0">
        <dgm:presLayoutVars>
          <dgm:dir/>
          <dgm:resizeHandles val="exact"/>
        </dgm:presLayoutVars>
      </dgm:prSet>
      <dgm:spPr/>
    </dgm:pt>
    <dgm:pt modelId="{86782953-3134-4B7F-95E8-054540C22268}" type="pres">
      <dgm:prSet presAssocID="{EA6BD513-A576-48E0-B755-78174C4425DC}" presName="node" presStyleLbl="node1" presStyleIdx="0" presStyleCnt="5">
        <dgm:presLayoutVars>
          <dgm:bulletEnabled val="1"/>
        </dgm:presLayoutVars>
      </dgm:prSet>
      <dgm:spPr/>
    </dgm:pt>
    <dgm:pt modelId="{F5AA03F5-F532-4371-94C3-19A11B5852B3}" type="pres">
      <dgm:prSet presAssocID="{D90BCFD2-5E5E-4FC7-8E1F-28F3E8E9E99C}" presName="sibTrans" presStyleCnt="0"/>
      <dgm:spPr/>
    </dgm:pt>
    <dgm:pt modelId="{C426D4E6-6B9F-49ED-B36B-9B4C76975033}" type="pres">
      <dgm:prSet presAssocID="{08C2C9D5-AF37-44C0-BADD-C77521ABAC17}" presName="node" presStyleLbl="node1" presStyleIdx="1" presStyleCnt="5">
        <dgm:presLayoutVars>
          <dgm:bulletEnabled val="1"/>
        </dgm:presLayoutVars>
      </dgm:prSet>
      <dgm:spPr/>
    </dgm:pt>
    <dgm:pt modelId="{2FCB9815-4AF9-402D-9993-ABA99E95D567}" type="pres">
      <dgm:prSet presAssocID="{0854067C-142E-4C01-B8D1-FA6210926083}" presName="sibTrans" presStyleCnt="0"/>
      <dgm:spPr/>
    </dgm:pt>
    <dgm:pt modelId="{5459BA8B-4D05-4281-87C2-3D74562A03F2}" type="pres">
      <dgm:prSet presAssocID="{6E014645-F55D-44A3-A3EF-CFE5C9F4165B}" presName="node" presStyleLbl="node1" presStyleIdx="2" presStyleCnt="5">
        <dgm:presLayoutVars>
          <dgm:bulletEnabled val="1"/>
        </dgm:presLayoutVars>
      </dgm:prSet>
      <dgm:spPr/>
    </dgm:pt>
    <dgm:pt modelId="{673FE06C-74FE-4FC3-87B3-22EED08E8A2F}" type="pres">
      <dgm:prSet presAssocID="{88710211-01B9-445A-82A0-B6C4B2F65C39}" presName="sibTrans" presStyleCnt="0"/>
      <dgm:spPr/>
    </dgm:pt>
    <dgm:pt modelId="{BF1E0DDD-EABA-41C9-8818-72E7E620FA2C}" type="pres">
      <dgm:prSet presAssocID="{BEB8F65B-3D63-412E-B74E-7F45F034F60A}" presName="node" presStyleLbl="node1" presStyleIdx="3" presStyleCnt="5">
        <dgm:presLayoutVars>
          <dgm:bulletEnabled val="1"/>
        </dgm:presLayoutVars>
      </dgm:prSet>
      <dgm:spPr/>
    </dgm:pt>
    <dgm:pt modelId="{99F928E5-BF4B-4D40-90A7-60BFD63D59DE}" type="pres">
      <dgm:prSet presAssocID="{43C3979A-2F0B-492A-95E0-1AC355E49A68}" presName="sibTrans" presStyleCnt="0"/>
      <dgm:spPr/>
    </dgm:pt>
    <dgm:pt modelId="{111E852A-C93E-4300-9D2D-71F5627ACA3B}" type="pres">
      <dgm:prSet presAssocID="{469A6EB9-CA22-44C9-9D25-24397AED1F04}" presName="node" presStyleLbl="node1" presStyleIdx="4" presStyleCnt="5">
        <dgm:presLayoutVars>
          <dgm:bulletEnabled val="1"/>
        </dgm:presLayoutVars>
      </dgm:prSet>
      <dgm:spPr/>
    </dgm:pt>
  </dgm:ptLst>
  <dgm:cxnLst>
    <dgm:cxn modelId="{7FED4BDB-C3D2-41F5-A2F6-CF643B352C8E}" srcId="{DF0C8BB6-1464-4F36-9E4B-87DE35F3CBF3}" destId="{BEB8F65B-3D63-412E-B74E-7F45F034F60A}" srcOrd="3" destOrd="0" parTransId="{DBC5A8A7-1ECD-4F99-A3E7-1D05ED09DC1F}" sibTransId="{43C3979A-2F0B-492A-95E0-1AC355E49A68}"/>
    <dgm:cxn modelId="{E33BE3E6-3452-4750-A6A9-F71248A24322}" type="presOf" srcId="{BEB8F65B-3D63-412E-B74E-7F45F034F60A}" destId="{BF1E0DDD-EABA-41C9-8818-72E7E620FA2C}" srcOrd="0" destOrd="0" presId="urn:microsoft.com/office/officeart/2005/8/layout/default"/>
    <dgm:cxn modelId="{C7670CD9-E438-4B48-9564-5B8B1BD1869B}" type="presOf" srcId="{469A6EB9-CA22-44C9-9D25-24397AED1F04}" destId="{111E852A-C93E-4300-9D2D-71F5627ACA3B}" srcOrd="0" destOrd="0" presId="urn:microsoft.com/office/officeart/2005/8/layout/default"/>
    <dgm:cxn modelId="{A36EE530-9047-4ED3-9B7F-3087000A7DF0}" type="presOf" srcId="{DF0C8BB6-1464-4F36-9E4B-87DE35F3CBF3}" destId="{AF070DFD-236E-4B1E-9D6E-BF1E5FCF870A}" srcOrd="0" destOrd="0" presId="urn:microsoft.com/office/officeart/2005/8/layout/default"/>
    <dgm:cxn modelId="{59C2E418-D727-44C2-A540-5F772E36B7FE}" type="presOf" srcId="{EA6BD513-A576-48E0-B755-78174C4425DC}" destId="{86782953-3134-4B7F-95E8-054540C22268}" srcOrd="0" destOrd="0" presId="urn:microsoft.com/office/officeart/2005/8/layout/default"/>
    <dgm:cxn modelId="{5CEF2302-5429-4FD4-A07F-2DB642593D0E}" type="presOf" srcId="{08C2C9D5-AF37-44C0-BADD-C77521ABAC17}" destId="{C426D4E6-6B9F-49ED-B36B-9B4C76975033}" srcOrd="0" destOrd="0" presId="urn:microsoft.com/office/officeart/2005/8/layout/default"/>
    <dgm:cxn modelId="{4E3C2ECD-7A9A-4A24-BC0A-F68CCF1D0835}" type="presOf" srcId="{6E014645-F55D-44A3-A3EF-CFE5C9F4165B}" destId="{5459BA8B-4D05-4281-87C2-3D74562A03F2}" srcOrd="0" destOrd="0" presId="urn:microsoft.com/office/officeart/2005/8/layout/default"/>
    <dgm:cxn modelId="{E10E6F40-728F-4381-A933-1592D074AC81}" srcId="{DF0C8BB6-1464-4F36-9E4B-87DE35F3CBF3}" destId="{469A6EB9-CA22-44C9-9D25-24397AED1F04}" srcOrd="4" destOrd="0" parTransId="{76CEE7E5-DBE4-47AD-97D1-8B4CADAD2444}" sibTransId="{8D71CC4F-9C63-4658-A4F1-BEE6D18E4EC6}"/>
    <dgm:cxn modelId="{DC666D69-30DC-4F4E-B3B5-2DBE5AE9F433}" srcId="{DF0C8BB6-1464-4F36-9E4B-87DE35F3CBF3}" destId="{6E014645-F55D-44A3-A3EF-CFE5C9F4165B}" srcOrd="2" destOrd="0" parTransId="{0083C4D4-8148-4E92-8542-3B97952CB360}" sibTransId="{88710211-01B9-445A-82A0-B6C4B2F65C39}"/>
    <dgm:cxn modelId="{4E1850A9-398A-4D55-B688-725694F92368}" srcId="{DF0C8BB6-1464-4F36-9E4B-87DE35F3CBF3}" destId="{EA6BD513-A576-48E0-B755-78174C4425DC}" srcOrd="0" destOrd="0" parTransId="{49E1E185-CFBA-42BA-A890-EDA3CCA4E221}" sibTransId="{D90BCFD2-5E5E-4FC7-8E1F-28F3E8E9E99C}"/>
    <dgm:cxn modelId="{E2CF7EF2-7929-483C-B56E-697DA089B664}" srcId="{DF0C8BB6-1464-4F36-9E4B-87DE35F3CBF3}" destId="{08C2C9D5-AF37-44C0-BADD-C77521ABAC17}" srcOrd="1" destOrd="0" parTransId="{40B81886-7B49-40ED-B579-4306E2C55FE1}" sibTransId="{0854067C-142E-4C01-B8D1-FA6210926083}"/>
    <dgm:cxn modelId="{79601E13-E2CD-4F03-A976-ADFAC3E5596D}" type="presParOf" srcId="{AF070DFD-236E-4B1E-9D6E-BF1E5FCF870A}" destId="{86782953-3134-4B7F-95E8-054540C22268}" srcOrd="0" destOrd="0" presId="urn:microsoft.com/office/officeart/2005/8/layout/default"/>
    <dgm:cxn modelId="{53A8A737-19A0-410F-A497-3BE08E606168}" type="presParOf" srcId="{AF070DFD-236E-4B1E-9D6E-BF1E5FCF870A}" destId="{F5AA03F5-F532-4371-94C3-19A11B5852B3}" srcOrd="1" destOrd="0" presId="urn:microsoft.com/office/officeart/2005/8/layout/default"/>
    <dgm:cxn modelId="{928D66A6-2759-4A33-B905-4C286F21DDAA}" type="presParOf" srcId="{AF070DFD-236E-4B1E-9D6E-BF1E5FCF870A}" destId="{C426D4E6-6B9F-49ED-B36B-9B4C76975033}" srcOrd="2" destOrd="0" presId="urn:microsoft.com/office/officeart/2005/8/layout/default"/>
    <dgm:cxn modelId="{8BDB15A8-4C84-4AFC-A35E-0EE58CBD16F8}" type="presParOf" srcId="{AF070DFD-236E-4B1E-9D6E-BF1E5FCF870A}" destId="{2FCB9815-4AF9-402D-9993-ABA99E95D567}" srcOrd="3" destOrd="0" presId="urn:microsoft.com/office/officeart/2005/8/layout/default"/>
    <dgm:cxn modelId="{5664779B-0AA0-4CB7-8490-5C90DF9AF920}" type="presParOf" srcId="{AF070DFD-236E-4B1E-9D6E-BF1E5FCF870A}" destId="{5459BA8B-4D05-4281-87C2-3D74562A03F2}" srcOrd="4" destOrd="0" presId="urn:microsoft.com/office/officeart/2005/8/layout/default"/>
    <dgm:cxn modelId="{CE86C998-8993-4FF9-9962-1DE9ADD24806}" type="presParOf" srcId="{AF070DFD-236E-4B1E-9D6E-BF1E5FCF870A}" destId="{673FE06C-74FE-4FC3-87B3-22EED08E8A2F}" srcOrd="5" destOrd="0" presId="urn:microsoft.com/office/officeart/2005/8/layout/default"/>
    <dgm:cxn modelId="{B581983F-B3C9-4E35-957D-08791F08F753}" type="presParOf" srcId="{AF070DFD-236E-4B1E-9D6E-BF1E5FCF870A}" destId="{BF1E0DDD-EABA-41C9-8818-72E7E620FA2C}" srcOrd="6" destOrd="0" presId="urn:microsoft.com/office/officeart/2005/8/layout/default"/>
    <dgm:cxn modelId="{8E8ADB4A-D86A-4739-A154-F3EE9AE4FE36}" type="presParOf" srcId="{AF070DFD-236E-4B1E-9D6E-BF1E5FCF870A}" destId="{99F928E5-BF4B-4D40-90A7-60BFD63D59DE}" srcOrd="7" destOrd="0" presId="urn:microsoft.com/office/officeart/2005/8/layout/default"/>
    <dgm:cxn modelId="{14A73C31-7DEF-4CA4-BEAF-86E684DE2E83}" type="presParOf" srcId="{AF070DFD-236E-4B1E-9D6E-BF1E5FCF870A}" destId="{111E852A-C93E-4300-9D2D-71F5627ACA3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1CADF-80FF-457D-A01F-58556EC9F7A3}">
      <dsp:nvSpPr>
        <dsp:cNvPr id="0" name=""/>
        <dsp:cNvSpPr/>
      </dsp:nvSpPr>
      <dsp:spPr>
        <a:xfrm>
          <a:off x="33" y="88063"/>
          <a:ext cx="3207643" cy="913550"/>
        </a:xfrm>
        <a:prstGeom prst="rect">
          <a:avLst/>
        </a:prstGeom>
        <a:solidFill>
          <a:srgbClr val="00B050"/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Koppeling</a:t>
          </a:r>
          <a:r>
            <a:rPr lang="en-US" sz="2500" kern="1200" dirty="0"/>
            <a:t> met </a:t>
          </a:r>
          <a:r>
            <a:rPr lang="en-US" sz="2500" kern="1200" dirty="0" err="1"/>
            <a:t>kabels</a:t>
          </a:r>
          <a:r>
            <a:rPr lang="en-US" sz="2500" kern="1200" dirty="0"/>
            <a:t> </a:t>
          </a:r>
          <a:br>
            <a:rPr lang="en-US" sz="2500" kern="1200" dirty="0"/>
          </a:br>
          <a:r>
            <a:rPr lang="en-US" sz="2500" kern="1200" dirty="0"/>
            <a:t>ADSL / </a:t>
          </a:r>
          <a:r>
            <a:rPr lang="en-US" sz="2500" kern="1200" dirty="0" err="1"/>
            <a:t>Vesel</a:t>
          </a:r>
          <a:endParaRPr lang="en-US" sz="2500" kern="1200" dirty="0"/>
        </a:p>
      </dsp:txBody>
      <dsp:txXfrm>
        <a:off x="33" y="88063"/>
        <a:ext cx="3207643" cy="913550"/>
      </dsp:txXfrm>
    </dsp:sp>
    <dsp:sp modelId="{3FF8D346-D8A7-44E3-B740-2257986B3BF9}">
      <dsp:nvSpPr>
        <dsp:cNvPr id="0" name=""/>
        <dsp:cNvSpPr/>
      </dsp:nvSpPr>
      <dsp:spPr>
        <a:xfrm>
          <a:off x="33" y="1001614"/>
          <a:ext cx="3207643" cy="291656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000" b="1" kern="1200" dirty="0"/>
            <a:t>ADSL:</a:t>
          </a:r>
          <a:r>
            <a:rPr lang="en-US" sz="2000" kern="1200" dirty="0"/>
            <a:t> </a:t>
          </a:r>
          <a:r>
            <a:rPr lang="en-US" sz="2000" kern="1200" dirty="0" err="1"/>
            <a:t>permanente</a:t>
          </a:r>
          <a:r>
            <a:rPr lang="en-US" sz="2000" kern="1200" dirty="0"/>
            <a:t> </a:t>
          </a:r>
          <a:r>
            <a:rPr lang="en-US" sz="2000" kern="1200" dirty="0" err="1"/>
            <a:t>digitale</a:t>
          </a:r>
          <a:r>
            <a:rPr lang="en-US" sz="2000" kern="1200" dirty="0"/>
            <a:t> </a:t>
          </a:r>
          <a:r>
            <a:rPr lang="en-US" sz="2000" kern="1200" dirty="0" err="1"/>
            <a:t>konneksie</a:t>
          </a:r>
          <a:r>
            <a:rPr lang="en-US" sz="2000" kern="1200" dirty="0"/>
            <a:t> </a:t>
          </a:r>
          <a:r>
            <a:rPr lang="en-US" sz="2000" kern="1200" dirty="0" err="1"/>
            <a:t>deur</a:t>
          </a:r>
          <a:r>
            <a:rPr lang="en-US" sz="2000" kern="1200" dirty="0"/>
            <a:t> </a:t>
          </a:r>
          <a:r>
            <a:rPr lang="en-US" sz="2000" kern="1200" dirty="0" err="1"/>
            <a:t>gebruik</a:t>
          </a:r>
          <a:r>
            <a:rPr lang="en-US" sz="2000" kern="1200" dirty="0"/>
            <a:t> van ’n </a:t>
          </a:r>
          <a:r>
            <a:rPr lang="en-US" sz="2000" kern="1200" dirty="0" err="1"/>
            <a:t>telefoonlyn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 err="1"/>
            <a:t>Vesel</a:t>
          </a:r>
          <a:r>
            <a:rPr lang="en-US" sz="2000" b="1" kern="1200" dirty="0"/>
            <a:t>: </a:t>
          </a:r>
          <a:r>
            <a:rPr lang="en-US" sz="2000" kern="1200" dirty="0"/>
            <a:t>data-</a:t>
          </a:r>
          <a:r>
            <a:rPr lang="en-US" sz="2000" kern="1200" dirty="0" err="1"/>
            <a:t>oordrag</a:t>
          </a:r>
          <a:r>
            <a:rPr lang="en-US" sz="2000" kern="1200" dirty="0"/>
            <a:t> </a:t>
          </a:r>
          <a:r>
            <a:rPr lang="en-US" sz="2000" kern="1200" dirty="0" err="1"/>
            <a:t>deur</a:t>
          </a:r>
          <a:r>
            <a:rPr lang="en-US" sz="2000" kern="1200" dirty="0"/>
            <a:t> </a:t>
          </a:r>
          <a:r>
            <a:rPr lang="en-US" sz="2000" kern="1200" dirty="0" err="1"/>
            <a:t>gebruik</a:t>
          </a:r>
          <a:r>
            <a:rPr lang="en-US" sz="2000" kern="1200" dirty="0"/>
            <a:t> van dun </a:t>
          </a:r>
          <a:r>
            <a:rPr lang="en-US" sz="2000" kern="1200" dirty="0" err="1"/>
            <a:t>glasveselbuise</a:t>
          </a:r>
          <a:r>
            <a:rPr lang="en-US" sz="2000" kern="1200" dirty="0"/>
            <a:t> (</a:t>
          </a:r>
          <a:r>
            <a:rPr lang="en-US" sz="2000" kern="1200" dirty="0" err="1"/>
            <a:t>baie</a:t>
          </a:r>
          <a:r>
            <a:rPr lang="en-US" sz="2000" kern="1200" dirty="0"/>
            <a:t> </a:t>
          </a:r>
          <a:r>
            <a:rPr lang="en-US" sz="2000" kern="1200" dirty="0" err="1"/>
            <a:t>vinniger</a:t>
          </a:r>
          <a:r>
            <a:rPr lang="en-US" sz="2000" kern="1200" dirty="0"/>
            <a:t>!)</a:t>
          </a:r>
        </a:p>
      </dsp:txBody>
      <dsp:txXfrm>
        <a:off x="33" y="1001614"/>
        <a:ext cx="3207643" cy="2916562"/>
      </dsp:txXfrm>
    </dsp:sp>
    <dsp:sp modelId="{5537D274-7FB1-4432-B88C-7BA3C1D3796C}">
      <dsp:nvSpPr>
        <dsp:cNvPr id="0" name=""/>
        <dsp:cNvSpPr/>
      </dsp:nvSpPr>
      <dsp:spPr>
        <a:xfrm>
          <a:off x="3656747" y="88063"/>
          <a:ext cx="3207643" cy="913550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Koordlose</a:t>
          </a:r>
          <a:r>
            <a:rPr lang="en-US" sz="2500" kern="1200" dirty="0"/>
            <a:t> </a:t>
          </a:r>
          <a:r>
            <a:rPr lang="en-US" sz="2500" kern="1200" dirty="0" err="1"/>
            <a:t>koppelings</a:t>
          </a:r>
          <a:r>
            <a:rPr lang="en-US" sz="2500" kern="1200" dirty="0"/>
            <a:t> </a:t>
          </a:r>
          <a:r>
            <a:rPr lang="en-US" sz="2500" kern="1200" dirty="0" err="1"/>
            <a:t>Sellulêre</a:t>
          </a:r>
          <a:r>
            <a:rPr lang="en-US" sz="2500" kern="1200" dirty="0"/>
            <a:t> </a:t>
          </a:r>
          <a:r>
            <a:rPr lang="en-US" sz="2500" kern="1200" dirty="0" err="1"/>
            <a:t>tegnologie</a:t>
          </a:r>
          <a:endParaRPr lang="en-US" sz="2500" kern="1200" dirty="0"/>
        </a:p>
      </dsp:txBody>
      <dsp:txXfrm>
        <a:off x="3656747" y="88063"/>
        <a:ext cx="3207643" cy="913550"/>
      </dsp:txXfrm>
    </dsp:sp>
    <dsp:sp modelId="{9AA3E817-F63A-46AF-9B90-FE6797D1A10B}">
      <dsp:nvSpPr>
        <dsp:cNvPr id="0" name=""/>
        <dsp:cNvSpPr/>
      </dsp:nvSpPr>
      <dsp:spPr>
        <a:xfrm>
          <a:off x="3656747" y="1001614"/>
          <a:ext cx="3207643" cy="291656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000" kern="1200" dirty="0" err="1"/>
            <a:t>Nie</a:t>
          </a:r>
          <a:r>
            <a:rPr lang="en-US" sz="2000" kern="1200" dirty="0"/>
            <a:t> </a:t>
          </a:r>
          <a:r>
            <a:rPr lang="en-US" sz="2000" kern="1200" dirty="0" err="1"/>
            <a:t>nodig</a:t>
          </a:r>
          <a:r>
            <a:rPr lang="en-US" sz="2000" kern="1200" dirty="0"/>
            <a:t> </a:t>
          </a:r>
          <a:r>
            <a:rPr lang="en-US" sz="2000" kern="1200" dirty="0" err="1"/>
            <a:t>vir</a:t>
          </a:r>
          <a:r>
            <a:rPr lang="en-US" sz="2000" kern="1200" dirty="0"/>
            <a:t> ADSL / </a:t>
          </a:r>
          <a:r>
            <a:rPr lang="en-US" sz="2000" kern="1200" dirty="0" err="1"/>
            <a:t>vesel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000" kern="1200" dirty="0" err="1"/>
            <a:t>Laat</a:t>
          </a:r>
          <a:r>
            <a:rPr lang="en-US" sz="2000" kern="1200" dirty="0"/>
            <a:t> </a:t>
          </a:r>
          <a:r>
            <a:rPr lang="en-US" sz="2000" kern="1200" dirty="0" err="1"/>
            <a:t>mobiele</a:t>
          </a:r>
          <a:r>
            <a:rPr lang="en-US" sz="2000" kern="1200" dirty="0"/>
            <a:t> </a:t>
          </a:r>
          <a:r>
            <a:rPr lang="en-US" sz="2000" kern="1200" dirty="0" err="1"/>
            <a:t>toegang</a:t>
          </a:r>
          <a:r>
            <a:rPr lang="en-US" sz="2000" kern="1200" dirty="0"/>
            <a:t> toe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000" kern="1200" dirty="0"/>
            <a:t>3G / 4G (LTE)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Dongle </a:t>
          </a:r>
          <a:r>
            <a:rPr lang="en-US" sz="2000" kern="1200" dirty="0" err="1"/>
            <a:t>koppel</a:t>
          </a:r>
          <a:r>
            <a:rPr lang="en-US" sz="2000" kern="1200" dirty="0"/>
            <a:t> met die USB-</a:t>
          </a:r>
          <a:r>
            <a:rPr lang="en-US" sz="2000" kern="1200" dirty="0" err="1"/>
            <a:t>poort</a:t>
          </a:r>
          <a:r>
            <a:rPr lang="en-US" sz="2000" kern="1200" dirty="0"/>
            <a:t> – </a:t>
          </a:r>
          <a:r>
            <a:rPr lang="en-US" sz="2000" kern="1200" dirty="0" err="1"/>
            <a:t>koppel</a:t>
          </a:r>
          <a:r>
            <a:rPr lang="en-US" sz="2000" kern="1200" dirty="0"/>
            <a:t> die </a:t>
          </a:r>
          <a:r>
            <a:rPr lang="en-US" sz="2000" kern="1200" dirty="0" err="1"/>
            <a:t>toestel</a:t>
          </a:r>
          <a:r>
            <a:rPr lang="en-US" sz="2000" kern="1200" dirty="0"/>
            <a:t> </a:t>
          </a:r>
          <a:r>
            <a:rPr lang="en-US" sz="2000" kern="1200" dirty="0" err="1"/>
            <a:t>aan</a:t>
          </a:r>
          <a:r>
            <a:rPr lang="en-US" sz="2000" kern="1200" dirty="0"/>
            <a:t> die </a:t>
          </a:r>
          <a:r>
            <a:rPr lang="en-US" sz="2000" kern="1200" dirty="0" err="1"/>
            <a:t>sellulêre</a:t>
          </a:r>
          <a:r>
            <a:rPr lang="en-US" sz="2000" kern="1200" dirty="0"/>
            <a:t> </a:t>
          </a:r>
          <a:r>
            <a:rPr lang="en-US" sz="2000" kern="1200" dirty="0" err="1"/>
            <a:t>netwerk</a:t>
          </a:r>
          <a:endParaRPr lang="en-US" sz="20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500" kern="1200" dirty="0"/>
        </a:p>
      </dsp:txBody>
      <dsp:txXfrm>
        <a:off x="3656747" y="1001614"/>
        <a:ext cx="3207643" cy="2916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82953-3134-4B7F-95E8-054540C22268}">
      <dsp:nvSpPr>
        <dsp:cNvPr id="0" name=""/>
        <dsp:cNvSpPr/>
      </dsp:nvSpPr>
      <dsp:spPr>
        <a:xfrm>
          <a:off x="916483" y="1984"/>
          <a:ext cx="2030015" cy="12180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PAN</a:t>
          </a:r>
        </a:p>
      </dsp:txBody>
      <dsp:txXfrm>
        <a:off x="916483" y="1984"/>
        <a:ext cx="2030015" cy="1218009"/>
      </dsp:txXfrm>
    </dsp:sp>
    <dsp:sp modelId="{C426D4E6-6B9F-49ED-B36B-9B4C76975033}">
      <dsp:nvSpPr>
        <dsp:cNvPr id="0" name=""/>
        <dsp:cNvSpPr/>
      </dsp:nvSpPr>
      <dsp:spPr>
        <a:xfrm>
          <a:off x="3149500" y="1984"/>
          <a:ext cx="2030015" cy="1218009"/>
        </a:xfrm>
        <a:prstGeom prst="rect">
          <a:avLst/>
        </a:prstGeom>
        <a:solidFill>
          <a:schemeClr val="accent3">
            <a:hueOff val="263219"/>
            <a:satOff val="3845"/>
            <a:lumOff val="-2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HAN</a:t>
          </a:r>
        </a:p>
      </dsp:txBody>
      <dsp:txXfrm>
        <a:off x="3149500" y="1984"/>
        <a:ext cx="2030015" cy="1218009"/>
      </dsp:txXfrm>
    </dsp:sp>
    <dsp:sp modelId="{5459BA8B-4D05-4281-87C2-3D74562A03F2}">
      <dsp:nvSpPr>
        <dsp:cNvPr id="0" name=""/>
        <dsp:cNvSpPr/>
      </dsp:nvSpPr>
      <dsp:spPr>
        <a:xfrm>
          <a:off x="916483" y="1422995"/>
          <a:ext cx="2030015" cy="1218009"/>
        </a:xfrm>
        <a:prstGeom prst="rect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Hardeware</a:t>
          </a:r>
          <a:r>
            <a:rPr lang="en-US" sz="2500" kern="1200" dirty="0"/>
            <a:t> </a:t>
          </a:r>
          <a:r>
            <a:rPr lang="en-US" sz="2500" kern="1200" dirty="0" err="1"/>
            <a:t>benodig</a:t>
          </a:r>
          <a:endParaRPr lang="en-US" sz="2500" kern="1200" dirty="0"/>
        </a:p>
      </dsp:txBody>
      <dsp:txXfrm>
        <a:off x="916483" y="1422995"/>
        <a:ext cx="2030015" cy="1218009"/>
      </dsp:txXfrm>
    </dsp:sp>
    <dsp:sp modelId="{BF1E0DDD-EABA-41C9-8818-72E7E620FA2C}">
      <dsp:nvSpPr>
        <dsp:cNvPr id="0" name=""/>
        <dsp:cNvSpPr/>
      </dsp:nvSpPr>
      <dsp:spPr>
        <a:xfrm>
          <a:off x="3149500" y="1422995"/>
          <a:ext cx="2030015" cy="1218009"/>
        </a:xfrm>
        <a:prstGeom prst="rect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Konneksie-metodes</a:t>
          </a:r>
          <a:endParaRPr lang="en-US" sz="2500" kern="1200" dirty="0"/>
        </a:p>
      </dsp:txBody>
      <dsp:txXfrm>
        <a:off x="3149500" y="1422995"/>
        <a:ext cx="2030015" cy="1218009"/>
      </dsp:txXfrm>
    </dsp:sp>
    <dsp:sp modelId="{111E852A-C93E-4300-9D2D-71F5627ACA3B}">
      <dsp:nvSpPr>
        <dsp:cNvPr id="0" name=""/>
        <dsp:cNvSpPr/>
      </dsp:nvSpPr>
      <dsp:spPr>
        <a:xfrm>
          <a:off x="2032992" y="2844006"/>
          <a:ext cx="2030015" cy="1218009"/>
        </a:xfrm>
        <a:prstGeom prst="rect">
          <a:avLst/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Koppeling</a:t>
          </a:r>
          <a:r>
            <a:rPr lang="en-US" sz="2500" kern="1200" dirty="0"/>
            <a:t> </a:t>
          </a:r>
          <a:r>
            <a:rPr lang="en-US" sz="2500" kern="1200" dirty="0" err="1"/>
            <a:t>aan</a:t>
          </a:r>
          <a:r>
            <a:rPr lang="en-US" sz="2500" kern="1200" dirty="0"/>
            <a:t> </a:t>
          </a:r>
          <a:r>
            <a:rPr lang="en-US" sz="2500" kern="1200"/>
            <a:t>die internet</a:t>
          </a:r>
          <a:endParaRPr lang="en-US" sz="2500" kern="1200" dirty="0"/>
        </a:p>
      </dsp:txBody>
      <dsp:txXfrm>
        <a:off x="2032992" y="2844006"/>
        <a:ext cx="2030015" cy="1218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23154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38450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66913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44244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21772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93073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31497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68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384048" indent="-182880">
              <a:buFont typeface="Wingdings" panose="05000000000000000000" pitchFamily="2" charset="2"/>
              <a:buChar char="§"/>
              <a:defRPr/>
            </a:lvl2pPr>
            <a:lvl3pPr marL="566928" indent="-18288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470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29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188640"/>
            <a:ext cx="7543800" cy="1224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0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3421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196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3421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33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2005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27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41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7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86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619672" y="2132856"/>
            <a:ext cx="3960439" cy="1253455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solidFill>
                  <a:srgbClr val="C00000"/>
                </a:solidFill>
              </a:rPr>
              <a:t>Module 2.2 </a:t>
            </a:r>
            <a:br>
              <a:rPr lang="en-US" sz="4400" b="1" dirty="0">
                <a:solidFill>
                  <a:srgbClr val="C00000"/>
                </a:solidFill>
              </a:rPr>
            </a:br>
            <a:r>
              <a:rPr lang="en-US" sz="4400" b="1" dirty="0" err="1">
                <a:solidFill>
                  <a:srgbClr val="C00000"/>
                </a:solidFill>
              </a:rPr>
              <a:t>Basiese</a:t>
            </a:r>
            <a:r>
              <a:rPr lang="en-US" sz="4400" b="1" dirty="0">
                <a:solidFill>
                  <a:srgbClr val="C00000"/>
                </a:solidFill>
              </a:rPr>
              <a:t> </a:t>
            </a:r>
            <a:r>
              <a:rPr lang="en-US" sz="4400" b="1" dirty="0" err="1">
                <a:solidFill>
                  <a:srgbClr val="C00000"/>
                </a:solidFill>
              </a:rPr>
              <a:t>beginsels</a:t>
            </a:r>
            <a:r>
              <a:rPr lang="en-US" sz="4400" b="1" dirty="0">
                <a:solidFill>
                  <a:srgbClr val="C00000"/>
                </a:solidFill>
              </a:rPr>
              <a:t> van </a:t>
            </a:r>
            <a:r>
              <a:rPr lang="en-US" sz="4400" b="1" dirty="0" err="1">
                <a:solidFill>
                  <a:srgbClr val="C00000"/>
                </a:solidFill>
              </a:rPr>
              <a:t>netwerke</a:t>
            </a:r>
            <a:endParaRPr lang="en-US" sz="4400" b="1" dirty="0">
              <a:solidFill>
                <a:srgbClr val="C00000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1560" y="3501008"/>
            <a:ext cx="792088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881008"/>
            <a:ext cx="2279831" cy="3240000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197768"/>
            <a:ext cx="3384376" cy="1143000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b="1" dirty="0">
                <a:solidFill>
                  <a:schemeClr val="bg1">
                    <a:lumMod val="50000"/>
                  </a:schemeClr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3628" y="1844824"/>
            <a:ext cx="6552728" cy="3600400"/>
          </a:xfr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 fontScale="550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ZA" sz="5100" dirty="0">
                <a:solidFill>
                  <a:schemeClr val="tx1"/>
                </a:solidFill>
                <a:hlinkClick r:id="rId3" action="ppaction://hlinksldjump"/>
              </a:rPr>
              <a:t>Klein netwerke – ’n PAN en ’n HAN</a:t>
            </a:r>
          </a:p>
          <a:p>
            <a:pPr marL="900000" indent="-360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/>
                </a:solidFill>
                <a:hlinkClick r:id="rId3" action="ppaction://hlinksldjump"/>
              </a:rPr>
              <a:t>Persoonlikeareanetwerk</a:t>
            </a:r>
            <a:endParaRPr lang="en-US" sz="4000" dirty="0">
              <a:solidFill>
                <a:schemeClr val="tx1"/>
              </a:solidFill>
            </a:endParaRPr>
          </a:p>
          <a:p>
            <a:pPr marL="90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4200" dirty="0">
                <a:solidFill>
                  <a:schemeClr val="tx1"/>
                </a:solidFill>
                <a:hlinkClick r:id="rId4" action="ppaction://hlinksldjump"/>
              </a:rPr>
              <a:t>Huisareanetwerk</a:t>
            </a:r>
            <a:endParaRPr lang="en-US" sz="4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5100" dirty="0">
                <a:solidFill>
                  <a:schemeClr val="tx1"/>
                </a:solidFill>
                <a:hlinkClick r:id="rId5" action="ppaction://hlinksldjump"/>
              </a:rPr>
              <a:t>Wat is nodig vir ’n netwerk?</a:t>
            </a:r>
            <a:endParaRPr lang="en-US" sz="5100" dirty="0">
              <a:solidFill>
                <a:schemeClr val="tx1"/>
              </a:solidFill>
            </a:endParaRPr>
          </a:p>
          <a:p>
            <a:pPr marL="900000" lvl="1" indent="-360000">
              <a:spcBef>
                <a:spcPts val="600"/>
              </a:spcBef>
              <a:spcAft>
                <a:spcPts val="600"/>
              </a:spcAft>
            </a:pPr>
            <a:r>
              <a:rPr lang="en-US" sz="4000" dirty="0">
                <a:solidFill>
                  <a:schemeClr val="tx1"/>
                </a:solidFill>
                <a:hlinkClick r:id="rId6" action="ppaction://hlinksldjump"/>
              </a:rPr>
              <a:t>Opstel van ’n klein netwerk</a:t>
            </a:r>
            <a:endParaRPr lang="en-US" sz="4000" dirty="0">
              <a:solidFill>
                <a:schemeClr val="tx1"/>
              </a:solidFill>
            </a:endParaRPr>
          </a:p>
          <a:p>
            <a:pPr marL="900000" lvl="1" indent="-360000">
              <a:spcBef>
                <a:spcPts val="600"/>
              </a:spcBef>
              <a:spcAft>
                <a:spcPts val="600"/>
              </a:spcAft>
            </a:pPr>
            <a:r>
              <a:rPr lang="en-US" sz="4000" dirty="0">
                <a:solidFill>
                  <a:schemeClr val="tx1"/>
                </a:solidFill>
                <a:hlinkClick r:id="rId7" action="ppaction://hlinksldjump"/>
              </a:rPr>
              <a:t>Koppeling aan die Internet</a:t>
            </a:r>
            <a:endParaRPr lang="en-ZA" sz="4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ZA" sz="5100" dirty="0">
                <a:solidFill>
                  <a:schemeClr val="tx1"/>
                </a:solidFill>
                <a:hlinkClick r:id="rId8" action="ppaction://hlinksldjump"/>
              </a:rPr>
              <a:t>Toets en verbeter</a:t>
            </a:r>
            <a:endParaRPr lang="en-ZA" sz="51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ZA" sz="5100" dirty="0">
                <a:solidFill>
                  <a:schemeClr val="tx1"/>
                </a:solidFill>
                <a:hlinkClick r:id="rId9" action="ppaction://hlinksldjump"/>
              </a:rPr>
              <a:t>Skriftelike module-aktiwiteit</a:t>
            </a:r>
            <a:endParaRPr lang="en-ZA" sz="5100" dirty="0">
              <a:solidFill>
                <a:schemeClr val="tx1"/>
              </a:solidFill>
            </a:endParaRPr>
          </a:p>
          <a:p>
            <a:endParaRPr lang="en-ZA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11560" y="1363564"/>
            <a:ext cx="792088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TextBox 11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 err="1"/>
              <a:t>Persoonlikeareanetwerk</a:t>
            </a:r>
            <a:endParaRPr lang="en-US" sz="3200" b="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Klein </a:t>
            </a:r>
            <a:r>
              <a:rPr lang="en-US" sz="3600" b="1" dirty="0" err="1">
                <a:solidFill>
                  <a:srgbClr val="C00000"/>
                </a:solidFill>
              </a:rPr>
              <a:t>netwerke</a:t>
            </a:r>
            <a:r>
              <a:rPr lang="en-US" sz="3600" b="1" dirty="0">
                <a:solidFill>
                  <a:srgbClr val="C00000"/>
                </a:solidFill>
              </a:rPr>
              <a:t> – ’n PAN </a:t>
            </a:r>
            <a:r>
              <a:rPr lang="en-US" sz="3600" b="1" dirty="0" err="1">
                <a:solidFill>
                  <a:srgbClr val="C00000"/>
                </a:solidFill>
              </a:rPr>
              <a:t>en</a:t>
            </a:r>
            <a:r>
              <a:rPr lang="en-US" sz="3600" b="1" dirty="0">
                <a:solidFill>
                  <a:srgbClr val="C00000"/>
                </a:solidFill>
              </a:rPr>
              <a:t> ’n HAN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12813" y="1928641"/>
            <a:ext cx="8143932" cy="707886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000" dirty="0">
                <a:ea typeface="Calibri" panose="020F0502020204030204" pitchFamily="34" charset="0"/>
              </a:rPr>
              <a:t>’n </a:t>
            </a:r>
            <a:r>
              <a:rPr lang="en-ZA" sz="2000" dirty="0" err="1">
                <a:ea typeface="Calibri" panose="020F0502020204030204" pitchFamily="34" charset="0"/>
              </a:rPr>
              <a:t>Netwerk</a:t>
            </a:r>
            <a:r>
              <a:rPr lang="en-ZA" sz="2000" dirty="0">
                <a:ea typeface="Calibri" panose="020F0502020204030204" pitchFamily="34" charset="0"/>
              </a:rPr>
              <a:t> wat </a:t>
            </a:r>
            <a:r>
              <a:rPr lang="en-ZA" sz="2000" dirty="0" err="1">
                <a:ea typeface="Calibri" panose="020F0502020204030204" pitchFamily="34" charset="0"/>
              </a:rPr>
              <a:t>rondom</a:t>
            </a:r>
            <a:r>
              <a:rPr lang="en-ZA" sz="2000" dirty="0">
                <a:ea typeface="Calibri" panose="020F0502020204030204" pitchFamily="34" charset="0"/>
              </a:rPr>
              <a:t> ’n </a:t>
            </a:r>
            <a:r>
              <a:rPr lang="en-ZA" sz="2000" dirty="0" err="1">
                <a:ea typeface="Calibri" panose="020F0502020204030204" pitchFamily="34" charset="0"/>
              </a:rPr>
              <a:t>enkele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persoon</a:t>
            </a:r>
            <a:r>
              <a:rPr lang="en-ZA" sz="2000" dirty="0">
                <a:ea typeface="Calibri" panose="020F0502020204030204" pitchFamily="34" charset="0"/>
              </a:rPr>
              <a:t> of ’n </a:t>
            </a:r>
            <a:r>
              <a:rPr lang="en-ZA" sz="2000" dirty="0" err="1">
                <a:ea typeface="Calibri" panose="020F0502020204030204" pitchFamily="34" charset="0"/>
              </a:rPr>
              <a:t>paar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mense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gestruktureer</a:t>
            </a:r>
            <a:r>
              <a:rPr lang="en-ZA" sz="2000" dirty="0">
                <a:ea typeface="Calibri" panose="020F0502020204030204" pitchFamily="34" charset="0"/>
              </a:rPr>
              <a:t> is met ’n </a:t>
            </a:r>
            <a:r>
              <a:rPr lang="en-ZA" sz="2000" dirty="0" err="1">
                <a:ea typeface="Calibri" panose="020F0502020204030204" pitchFamily="34" charset="0"/>
              </a:rPr>
              <a:t>reikafstand</a:t>
            </a:r>
            <a:r>
              <a:rPr lang="en-ZA" sz="2000" dirty="0">
                <a:ea typeface="Calibri" panose="020F0502020204030204" pitchFamily="34" charset="0"/>
              </a:rPr>
              <a:t> van ’n </a:t>
            </a:r>
            <a:r>
              <a:rPr lang="en-ZA" sz="2000" dirty="0" err="1">
                <a:ea typeface="Calibri" panose="020F0502020204030204" pitchFamily="34" charset="0"/>
              </a:rPr>
              <a:t>paar</a:t>
            </a:r>
            <a:r>
              <a:rPr lang="en-ZA" sz="2000" dirty="0">
                <a:ea typeface="Calibri" panose="020F0502020204030204" pitchFamily="34" charset="0"/>
              </a:rPr>
              <a:t> meter. </a:t>
            </a:r>
            <a:endParaRPr lang="en-ZA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56340" y="2876365"/>
            <a:ext cx="4005478" cy="29425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51634" y="2773700"/>
            <a:ext cx="4116106" cy="1054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ZA" sz="2000" b="1" dirty="0" err="1">
                <a:ea typeface="Calibri" panose="020F0502020204030204" pitchFamily="34" charset="0"/>
              </a:rPr>
              <a:t>Hoofdoel</a:t>
            </a:r>
            <a:r>
              <a:rPr lang="en-ZA" sz="2000" b="1" dirty="0">
                <a:ea typeface="Calibri" panose="020F0502020204030204" pitchFamily="34" charset="0"/>
              </a:rPr>
              <a:t> </a:t>
            </a:r>
            <a:r>
              <a:rPr lang="en-ZA" sz="2000" b="1" dirty="0" err="1">
                <a:ea typeface="Calibri" panose="020F0502020204030204" pitchFamily="34" charset="0"/>
              </a:rPr>
              <a:t>en</a:t>
            </a:r>
            <a:r>
              <a:rPr lang="en-ZA" sz="2000" b="1" dirty="0">
                <a:ea typeface="Calibri" panose="020F0502020204030204" pitchFamily="34" charset="0"/>
              </a:rPr>
              <a:t> </a:t>
            </a:r>
            <a:r>
              <a:rPr lang="en-ZA" sz="2000" b="1" dirty="0" err="1">
                <a:ea typeface="Calibri" panose="020F0502020204030204" pitchFamily="34" charset="0"/>
              </a:rPr>
              <a:t>voordeel</a:t>
            </a:r>
            <a:r>
              <a:rPr lang="en-ZA" sz="2000" b="1" dirty="0">
                <a:ea typeface="Calibri" panose="020F0502020204030204" pitchFamily="34" charset="0"/>
              </a:rPr>
              <a:t>:</a:t>
            </a:r>
          </a:p>
          <a:p>
            <a:r>
              <a:rPr lang="en-US" sz="2000" dirty="0"/>
              <a:t>Om </a:t>
            </a:r>
            <a:r>
              <a:rPr lang="en-US" sz="2000" dirty="0" err="1"/>
              <a:t>outomatiese</a:t>
            </a:r>
            <a:r>
              <a:rPr lang="en-US" sz="2000" dirty="0"/>
              <a:t> </a:t>
            </a:r>
            <a:r>
              <a:rPr lang="en-US" sz="2000" dirty="0" err="1"/>
              <a:t>konneksies</a:t>
            </a:r>
            <a:r>
              <a:rPr lang="en-US" sz="2000" dirty="0"/>
              <a:t> </a:t>
            </a:r>
            <a:r>
              <a:rPr lang="en-US" sz="2000" dirty="0" err="1"/>
              <a:t>tussen</a:t>
            </a:r>
            <a:r>
              <a:rPr lang="en-US" sz="2000" dirty="0"/>
              <a:t> </a:t>
            </a:r>
            <a:r>
              <a:rPr lang="en-US" sz="2000" dirty="0" err="1"/>
              <a:t>mobiele</a:t>
            </a:r>
            <a:r>
              <a:rPr lang="en-US" sz="2000" dirty="0"/>
              <a:t> </a:t>
            </a:r>
            <a:r>
              <a:rPr lang="en-US" sz="2000" dirty="0" err="1"/>
              <a:t>toestelle</a:t>
            </a:r>
            <a:r>
              <a:rPr lang="en-US" sz="2000" dirty="0"/>
              <a:t> </a:t>
            </a:r>
            <a:r>
              <a:rPr lang="en-US" sz="2000" dirty="0" err="1"/>
              <a:t>teweeg</a:t>
            </a:r>
            <a:r>
              <a:rPr lang="en-US" sz="2000" dirty="0"/>
              <a:t> </a:t>
            </a:r>
            <a:r>
              <a:rPr lang="en-US" sz="2000" dirty="0" err="1"/>
              <a:t>te</a:t>
            </a:r>
            <a:r>
              <a:rPr lang="en-US" sz="2000" dirty="0"/>
              <a:t> bring</a:t>
            </a:r>
            <a:endParaRPr lang="en-ZA" sz="2000" dirty="0"/>
          </a:p>
        </p:txBody>
      </p:sp>
      <p:sp>
        <p:nvSpPr>
          <p:cNvPr id="11" name="Rectangle 10"/>
          <p:cNvSpPr/>
          <p:nvPr/>
        </p:nvSpPr>
        <p:spPr>
          <a:xfrm>
            <a:off x="468673" y="3915583"/>
            <a:ext cx="4116106" cy="2131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ZA" sz="2000" b="1" dirty="0" err="1">
                <a:ea typeface="Calibri" panose="020F0502020204030204" pitchFamily="34" charset="0"/>
              </a:rPr>
              <a:t>Nadele</a:t>
            </a:r>
            <a:r>
              <a:rPr lang="en-ZA" sz="2000" b="1" dirty="0">
                <a:ea typeface="Calibri" panose="020F0502020204030204" pitchFamily="34" charset="0"/>
              </a:rPr>
              <a:t>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ea typeface="Calibri" panose="020F0502020204030204" pitchFamily="34" charset="0"/>
              </a:rPr>
              <a:t>Beperkte</a:t>
            </a:r>
            <a:r>
              <a:rPr lang="en-US" sz="2000" dirty="0">
                <a:ea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</a:rPr>
              <a:t>reikafstand</a:t>
            </a:r>
            <a:endParaRPr lang="en-US" sz="2000" dirty="0">
              <a:ea typeface="Calibri" panose="020F050202020403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</a:rPr>
              <a:t>Data-</a:t>
            </a:r>
            <a:r>
              <a:rPr lang="en-US" sz="2000" dirty="0" err="1">
                <a:ea typeface="Calibri" panose="020F0502020204030204" pitchFamily="34" charset="0"/>
              </a:rPr>
              <a:t>oordrag</a:t>
            </a:r>
            <a:r>
              <a:rPr lang="en-US" sz="2000" dirty="0">
                <a:ea typeface="Calibri" panose="020F0502020204030204" pitchFamily="34" charset="0"/>
              </a:rPr>
              <a:t> mag </a:t>
            </a:r>
            <a:r>
              <a:rPr lang="en-US" sz="2000" dirty="0" err="1">
                <a:ea typeface="Calibri" panose="020F0502020204030204" pitchFamily="34" charset="0"/>
              </a:rPr>
              <a:t>stadig</a:t>
            </a:r>
            <a:r>
              <a:rPr lang="en-US" sz="2000" dirty="0">
                <a:ea typeface="Calibri" panose="020F0502020204030204" pitchFamily="34" charset="0"/>
              </a:rPr>
              <a:t> wees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ea typeface="Calibri" panose="020F0502020204030204" pitchFamily="34" charset="0"/>
              </a:rPr>
              <a:t>Randtoestelle</a:t>
            </a:r>
            <a:r>
              <a:rPr lang="en-US" sz="2000" dirty="0">
                <a:ea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</a:rPr>
              <a:t>kan</a:t>
            </a:r>
            <a:r>
              <a:rPr lang="en-US" sz="2000" dirty="0">
                <a:ea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</a:rPr>
              <a:t>gewoonlik</a:t>
            </a:r>
            <a:r>
              <a:rPr lang="en-US" sz="2000" dirty="0">
                <a:ea typeface="Calibri" panose="020F0502020204030204" pitchFamily="34" charset="0"/>
              </a:rPr>
              <a:t> net met </a:t>
            </a:r>
            <a:r>
              <a:rPr lang="en-US" sz="2000" dirty="0" err="1">
                <a:ea typeface="Calibri" panose="020F0502020204030204" pitchFamily="34" charset="0"/>
              </a:rPr>
              <a:t>een</a:t>
            </a:r>
            <a:r>
              <a:rPr lang="en-US" sz="2000" dirty="0">
                <a:ea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</a:rPr>
              <a:t>rekenaartoestel</a:t>
            </a:r>
            <a:r>
              <a:rPr lang="en-US" sz="2000" dirty="0">
                <a:ea typeface="Calibri" panose="020F0502020204030204" pitchFamily="34" charset="0"/>
              </a:rPr>
              <a:t> op ’n slag </a:t>
            </a:r>
            <a:r>
              <a:rPr lang="en-US" sz="2000" dirty="0" err="1">
                <a:ea typeface="Calibri" panose="020F0502020204030204" pitchFamily="34" charset="0"/>
              </a:rPr>
              <a:t>afgepaar</a:t>
            </a:r>
            <a:r>
              <a:rPr lang="en-US" sz="2000" dirty="0">
                <a:ea typeface="Calibri" panose="020F0502020204030204" pitchFamily="34" charset="0"/>
              </a:rPr>
              <a:t> word</a:t>
            </a:r>
            <a:endParaRPr lang="en-ZA" sz="2000" dirty="0"/>
          </a:p>
        </p:txBody>
      </p:sp>
      <p:sp>
        <p:nvSpPr>
          <p:cNvPr id="6" name="Action Button: Home 5">
            <a:hlinkClick r:id="rId4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" name="Rectangle 2"/>
          <p:cNvSpPr/>
          <p:nvPr/>
        </p:nvSpPr>
        <p:spPr>
          <a:xfrm>
            <a:off x="509365" y="1929026"/>
            <a:ext cx="8153913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000" dirty="0">
                <a:ea typeface="Calibri" panose="020F0502020204030204" pitchFamily="34" charset="0"/>
              </a:rPr>
              <a:t>’n Klein </a:t>
            </a:r>
            <a:r>
              <a:rPr lang="en-ZA" sz="2000" dirty="0" err="1">
                <a:ea typeface="Calibri" panose="020F0502020204030204" pitchFamily="34" charset="0"/>
              </a:rPr>
              <a:t>netwerk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binne</a:t>
            </a:r>
            <a:r>
              <a:rPr lang="en-ZA" sz="2000" dirty="0">
                <a:ea typeface="Calibri" panose="020F0502020204030204" pitchFamily="34" charset="0"/>
              </a:rPr>
              <a:t> ’n </a:t>
            </a:r>
            <a:r>
              <a:rPr lang="en-ZA" sz="2000" dirty="0" err="1">
                <a:ea typeface="Calibri" panose="020F0502020204030204" pitchFamily="34" charset="0"/>
              </a:rPr>
              <a:t>woonomgewing</a:t>
            </a:r>
            <a:r>
              <a:rPr lang="en-ZA" sz="2000" dirty="0">
                <a:ea typeface="Calibri" panose="020F0502020204030204" pitchFamily="34" charset="0"/>
              </a:rPr>
              <a:t> wat </a:t>
            </a:r>
            <a:r>
              <a:rPr lang="en-ZA" sz="2000" dirty="0" err="1">
                <a:ea typeface="Calibri" panose="020F0502020204030204" pitchFamily="34" charset="0"/>
              </a:rPr>
              <a:t>toestelle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soos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rekenaars</a:t>
            </a:r>
            <a:r>
              <a:rPr lang="en-ZA" sz="2000" dirty="0">
                <a:ea typeface="Calibri" panose="020F0502020204030204" pitchFamily="34" charset="0"/>
              </a:rPr>
              <a:t>, </a:t>
            </a:r>
            <a:r>
              <a:rPr lang="en-ZA" sz="2000" dirty="0" err="1">
                <a:ea typeface="Calibri" panose="020F0502020204030204" pitchFamily="34" charset="0"/>
              </a:rPr>
              <a:t>drukkers</a:t>
            </a:r>
            <a:r>
              <a:rPr lang="en-ZA" sz="2000" dirty="0">
                <a:ea typeface="Calibri" panose="020F0502020204030204" pitchFamily="34" charset="0"/>
              </a:rPr>
              <a:t>, </a:t>
            </a:r>
            <a:r>
              <a:rPr lang="en-ZA" sz="2000" dirty="0" err="1">
                <a:ea typeface="Calibri" panose="020F0502020204030204" pitchFamily="34" charset="0"/>
              </a:rPr>
              <a:t>tablette</a:t>
            </a:r>
            <a:r>
              <a:rPr lang="en-ZA" sz="2000" dirty="0">
                <a:ea typeface="Calibri" panose="020F0502020204030204" pitchFamily="34" charset="0"/>
              </a:rPr>
              <a:t>, </a:t>
            </a:r>
            <a:r>
              <a:rPr lang="en-ZA" sz="2000" dirty="0" err="1">
                <a:ea typeface="Calibri" panose="020F0502020204030204" pitchFamily="34" charset="0"/>
              </a:rPr>
              <a:t>slimfone</a:t>
            </a:r>
            <a:r>
              <a:rPr lang="en-ZA" sz="2000" dirty="0">
                <a:ea typeface="Calibri" panose="020F0502020204030204" pitchFamily="34" charset="0"/>
              </a:rPr>
              <a:t>, slim-TV’s </a:t>
            </a:r>
            <a:r>
              <a:rPr lang="en-ZA" sz="2000" dirty="0" err="1">
                <a:ea typeface="Calibri" panose="020F0502020204030204" pitchFamily="34" charset="0"/>
              </a:rPr>
              <a:t>en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speletjietoestelle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kan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koppel</a:t>
            </a:r>
            <a:endParaRPr lang="en-ZA" sz="2000" dirty="0"/>
          </a:p>
        </p:txBody>
      </p:sp>
      <p:sp>
        <p:nvSpPr>
          <p:cNvPr id="4" name="Rectangle 3"/>
          <p:cNvSpPr/>
          <p:nvPr/>
        </p:nvSpPr>
        <p:spPr>
          <a:xfrm>
            <a:off x="469853" y="2841254"/>
            <a:ext cx="7414515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en-US" sz="2000" b="1" dirty="0">
                <a:ea typeface="Calibri" panose="020F0502020204030204" pitchFamily="34" charset="0"/>
              </a:rPr>
              <a:t>Hoof </a:t>
            </a:r>
            <a:r>
              <a:rPr lang="en-US" sz="2000" b="1" dirty="0" err="1">
                <a:ea typeface="Calibri" panose="020F0502020204030204" pitchFamily="34" charset="0"/>
              </a:rPr>
              <a:t>voordele</a:t>
            </a:r>
            <a:r>
              <a:rPr lang="en-US" sz="2000" b="1" dirty="0">
                <a:ea typeface="Calibri" panose="020F0502020204030204" pitchFamily="34" charset="0"/>
              </a:rPr>
              <a:t>:</a:t>
            </a:r>
            <a:endParaRPr lang="en-ZA" sz="2000" b="1" dirty="0"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000" dirty="0" err="1">
                <a:ea typeface="Calibri" panose="020F0502020204030204" pitchFamily="34" charset="0"/>
              </a:rPr>
              <a:t>Gebruikers</a:t>
            </a:r>
            <a:r>
              <a:rPr lang="en-ZA" sz="2000" dirty="0">
                <a:ea typeface="Calibri" panose="020F0502020204030204" pitchFamily="34" charset="0"/>
              </a:rPr>
              <a:t> het </a:t>
            </a:r>
            <a:r>
              <a:rPr lang="en-ZA" sz="2000" dirty="0" err="1">
                <a:ea typeface="Calibri" panose="020F0502020204030204" pitchFamily="34" charset="0"/>
              </a:rPr>
              <a:t>toegang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en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kan</a:t>
            </a:r>
            <a:r>
              <a:rPr lang="en-ZA" sz="2000" dirty="0">
                <a:ea typeface="Calibri" panose="020F0502020204030204" pitchFamily="34" charset="0"/>
              </a:rPr>
              <a:t> data </a:t>
            </a:r>
            <a:r>
              <a:rPr lang="en-ZA" sz="2000" dirty="0" err="1">
                <a:ea typeface="Calibri" panose="020F0502020204030204" pitchFamily="34" charset="0"/>
              </a:rPr>
              <a:t>vanaf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enige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rekenaartoestel</a:t>
            </a:r>
            <a:r>
              <a:rPr lang="en-ZA" sz="2000" dirty="0">
                <a:ea typeface="Calibri" panose="020F0502020204030204" pitchFamily="34" charset="0"/>
              </a:rPr>
              <a:t> in die huis </a:t>
            </a:r>
            <a:r>
              <a:rPr lang="en-ZA" sz="2000" dirty="0" err="1">
                <a:ea typeface="Calibri" panose="020F0502020204030204" pitchFamily="34" charset="0"/>
              </a:rPr>
              <a:t>deel</a:t>
            </a:r>
            <a:endParaRPr lang="en-ZA" sz="2000" dirty="0"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000" dirty="0" err="1">
                <a:ea typeface="Calibri" panose="020F0502020204030204" pitchFamily="34" charset="0"/>
              </a:rPr>
              <a:t>Gebruikers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kan</a:t>
            </a:r>
            <a:r>
              <a:rPr lang="en-ZA" sz="2000" dirty="0">
                <a:ea typeface="Calibri" panose="020F0502020204030204" pitchFamily="34" charset="0"/>
              </a:rPr>
              <a:t> geld </a:t>
            </a:r>
            <a:r>
              <a:rPr lang="en-ZA" sz="2000" dirty="0" err="1">
                <a:ea typeface="Calibri" panose="020F0502020204030204" pitchFamily="34" charset="0"/>
              </a:rPr>
              <a:t>spaar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deur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toestelle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soos</a:t>
            </a:r>
            <a:r>
              <a:rPr lang="en-ZA" sz="2000" dirty="0">
                <a:ea typeface="Calibri" panose="020F0502020204030204" pitchFamily="34" charset="0"/>
              </a:rPr>
              <a:t> ’n </a:t>
            </a:r>
            <a:r>
              <a:rPr lang="en-ZA" sz="2000" dirty="0" err="1">
                <a:ea typeface="Calibri" panose="020F0502020204030204" pitchFamily="34" charset="0"/>
              </a:rPr>
              <a:t>drukker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te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deel</a:t>
            </a:r>
            <a:endParaRPr lang="en-ZA" sz="2000" dirty="0"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000" dirty="0">
                <a:ea typeface="Calibri" panose="020F0502020204030204" pitchFamily="34" charset="0"/>
              </a:rPr>
              <a:t>’n </a:t>
            </a:r>
            <a:r>
              <a:rPr lang="en-ZA" sz="2000" dirty="0" err="1">
                <a:ea typeface="Calibri" panose="020F0502020204030204" pitchFamily="34" charset="0"/>
              </a:rPr>
              <a:t>Internetkonneksie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kan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deur</a:t>
            </a:r>
            <a:r>
              <a:rPr lang="en-ZA" sz="2000" dirty="0">
                <a:ea typeface="Calibri" panose="020F0502020204030204" pitchFamily="34" charset="0"/>
              </a:rPr>
              <a:t> die </a:t>
            </a:r>
            <a:r>
              <a:rPr lang="en-ZA" sz="2000" dirty="0" err="1">
                <a:ea typeface="Calibri" panose="020F0502020204030204" pitchFamily="34" charset="0"/>
              </a:rPr>
              <a:t>rekenaartoestelle</a:t>
            </a:r>
            <a:r>
              <a:rPr lang="en-ZA" sz="2000" dirty="0">
                <a:ea typeface="Calibri" panose="020F0502020204030204" pitchFamily="34" charset="0"/>
              </a:rPr>
              <a:t> in die huis </a:t>
            </a:r>
            <a:r>
              <a:rPr lang="en-ZA" sz="2000" dirty="0" err="1">
                <a:ea typeface="Calibri" panose="020F0502020204030204" pitchFamily="34" charset="0"/>
              </a:rPr>
              <a:t>gedeel</a:t>
            </a:r>
            <a:r>
              <a:rPr lang="en-ZA" sz="2000" dirty="0">
                <a:ea typeface="Calibri" panose="020F0502020204030204" pitchFamily="34" charset="0"/>
              </a:rPr>
              <a:t> word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560" y="5249606"/>
            <a:ext cx="7645373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dirty="0" err="1">
                <a:solidFill>
                  <a:srgbClr val="FF0000"/>
                </a:solidFill>
                <a:ea typeface="Calibri" panose="020F0502020204030204" pitchFamily="34" charset="0"/>
              </a:rPr>
              <a:t>Sekuriteit</a:t>
            </a:r>
            <a:r>
              <a:rPr lang="en-US" sz="2400" b="1" dirty="0">
                <a:solidFill>
                  <a:srgbClr val="FF0000"/>
                </a:solidFill>
                <a:ea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a typeface="Calibri" panose="020F0502020204030204" pitchFamily="34" charset="0"/>
              </a:rPr>
              <a:t>kan</a:t>
            </a:r>
            <a:r>
              <a:rPr lang="en-US" sz="2400" b="1" dirty="0">
                <a:solidFill>
                  <a:srgbClr val="FF0000"/>
                </a:solidFill>
                <a:ea typeface="Calibri" panose="020F0502020204030204" pitchFamily="34" charset="0"/>
              </a:rPr>
              <a:t> ’n </a:t>
            </a:r>
            <a:r>
              <a:rPr lang="en-US" sz="2400" b="1" dirty="0" err="1">
                <a:solidFill>
                  <a:srgbClr val="FF0000"/>
                </a:solidFill>
                <a:ea typeface="Calibri" panose="020F0502020204030204" pitchFamily="34" charset="0"/>
              </a:rPr>
              <a:t>probleem</a:t>
            </a:r>
            <a:r>
              <a:rPr lang="en-US" sz="2400" b="1" dirty="0">
                <a:solidFill>
                  <a:srgbClr val="FF0000"/>
                </a:solidFill>
                <a:ea typeface="Calibri" panose="020F0502020204030204" pitchFamily="34" charset="0"/>
              </a:rPr>
              <a:t> wees met </a:t>
            </a:r>
            <a:r>
              <a:rPr lang="en-US" sz="2400" b="1" dirty="0" err="1">
                <a:solidFill>
                  <a:srgbClr val="FF0000"/>
                </a:solidFill>
                <a:ea typeface="Calibri" panose="020F0502020204030204" pitchFamily="34" charset="0"/>
              </a:rPr>
              <a:t>koordlose</a:t>
            </a:r>
            <a:r>
              <a:rPr lang="en-US" sz="2400" b="1" dirty="0">
                <a:solidFill>
                  <a:srgbClr val="FF0000"/>
                </a:solidFill>
                <a:ea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a typeface="Calibri" panose="020F0502020204030204" pitchFamily="34" charset="0"/>
              </a:rPr>
              <a:t>netwerke</a:t>
            </a:r>
            <a:endParaRPr lang="en-US" sz="2400" b="1" dirty="0">
              <a:solidFill>
                <a:srgbClr val="FF0000"/>
              </a:solidFill>
              <a:ea typeface="Calibri" panose="020F0502020204030204" pitchFamily="34" charset="0"/>
            </a:endParaRPr>
          </a:p>
          <a:p>
            <a:pPr algn="ctr">
              <a:lnSpc>
                <a:spcPct val="115000"/>
              </a:lnSpc>
            </a:pPr>
            <a:r>
              <a:rPr lang="en-US" sz="2400" b="1" dirty="0" err="1">
                <a:solidFill>
                  <a:srgbClr val="00B050"/>
                </a:solidFill>
                <a:ea typeface="Calibri" panose="020F0502020204030204" pitchFamily="34" charset="0"/>
              </a:rPr>
              <a:t>Gebruik</a:t>
            </a:r>
            <a:r>
              <a:rPr lang="en-US" sz="2400" b="1" dirty="0">
                <a:solidFill>
                  <a:srgbClr val="00B050"/>
                </a:solidFill>
                <a:ea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ea typeface="Calibri" panose="020F0502020204030204" pitchFamily="34" charset="0"/>
              </a:rPr>
              <a:t>wagwoorde</a:t>
            </a:r>
            <a:r>
              <a:rPr lang="en-US" sz="2400" b="1" dirty="0">
                <a:solidFill>
                  <a:srgbClr val="00B050"/>
                </a:solidFill>
                <a:ea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ea typeface="Calibri" panose="020F0502020204030204" pitchFamily="34" charset="0"/>
              </a:rPr>
              <a:t>ens.</a:t>
            </a:r>
            <a:r>
              <a:rPr lang="en-US" sz="2400" b="1" dirty="0">
                <a:solidFill>
                  <a:srgbClr val="00B050"/>
                </a:solidFill>
                <a:ea typeface="Calibri" panose="020F0502020204030204" pitchFamily="34" charset="0"/>
              </a:rPr>
              <a:t> </a:t>
            </a:r>
            <a:endParaRPr lang="en-ZA" sz="2400" b="1" dirty="0">
              <a:solidFill>
                <a:srgbClr val="00B050"/>
              </a:solidFill>
              <a:ea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Action Button: Home 19">
            <a:hlinkClick r:id="rId3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 err="1"/>
              <a:t>Huisareanetwerk</a:t>
            </a:r>
            <a:endParaRPr lang="en-US" sz="3200" b="0" dirty="0">
              <a:latin typeface="+mj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Klein </a:t>
            </a:r>
            <a:r>
              <a:rPr lang="en-US" sz="3600" b="1" dirty="0" err="1">
                <a:solidFill>
                  <a:srgbClr val="C00000"/>
                </a:solidFill>
              </a:rPr>
              <a:t>netwerke</a:t>
            </a:r>
            <a:r>
              <a:rPr lang="en-US" sz="3600" b="1" dirty="0">
                <a:solidFill>
                  <a:srgbClr val="C00000"/>
                </a:solidFill>
              </a:rPr>
              <a:t> – ’n PAN </a:t>
            </a:r>
            <a:r>
              <a:rPr lang="en-US" sz="3600" b="1" dirty="0" err="1">
                <a:solidFill>
                  <a:srgbClr val="C00000"/>
                </a:solidFill>
              </a:rPr>
              <a:t>en</a:t>
            </a:r>
            <a:r>
              <a:rPr lang="en-US" sz="3600" b="1" dirty="0">
                <a:solidFill>
                  <a:srgbClr val="C00000"/>
                </a:solidFill>
              </a:rPr>
              <a:t> ’n HAN</a:t>
            </a:r>
            <a:endParaRPr lang="en-ZA" sz="3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4221832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" name="TextBox 2"/>
          <p:cNvSpPr txBox="1"/>
          <p:nvPr/>
        </p:nvSpPr>
        <p:spPr>
          <a:xfrm>
            <a:off x="426894" y="1849607"/>
            <a:ext cx="3713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Hardeware</a:t>
            </a:r>
            <a:endParaRPr lang="en-ZA" sz="2800" b="1" dirty="0"/>
          </a:p>
        </p:txBody>
      </p:sp>
      <p:sp>
        <p:nvSpPr>
          <p:cNvPr id="12" name="Oval 11"/>
          <p:cNvSpPr/>
          <p:nvPr/>
        </p:nvSpPr>
        <p:spPr>
          <a:xfrm>
            <a:off x="4367529" y="2174102"/>
            <a:ext cx="4302469" cy="2975623"/>
          </a:xfrm>
          <a:prstGeom prst="ellipse">
            <a:avLst/>
          </a:prstGeom>
          <a:blipFill rotWithShape="0">
            <a:blip r:embed="rId3"/>
            <a:stretch>
              <a:fillRect/>
            </a:stretch>
          </a:blip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426894" y="2441980"/>
            <a:ext cx="41451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dirty="0" err="1">
                <a:ea typeface="Calibri" panose="020F0502020204030204" pitchFamily="34" charset="0"/>
              </a:rPr>
              <a:t>Rekenaartoestelle</a:t>
            </a:r>
            <a:r>
              <a:rPr lang="en-ZA" sz="2200" dirty="0">
                <a:ea typeface="Calibri" panose="020F0502020204030204" pitchFamily="34" charset="0"/>
              </a:rPr>
              <a:t> self</a:t>
            </a:r>
            <a:endParaRPr lang="en-ZA" sz="2200" dirty="0"/>
          </a:p>
        </p:txBody>
      </p:sp>
      <p:sp>
        <p:nvSpPr>
          <p:cNvPr id="13" name="Rectangle 12"/>
          <p:cNvSpPr/>
          <p:nvPr/>
        </p:nvSpPr>
        <p:spPr>
          <a:xfrm>
            <a:off x="426894" y="2842244"/>
            <a:ext cx="362583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dirty="0" err="1">
                <a:ea typeface="Calibri" panose="020F0502020204030204" pitchFamily="34" charset="0"/>
              </a:rPr>
              <a:t>Hardeware</a:t>
            </a:r>
            <a:r>
              <a:rPr lang="en-ZA" sz="2200" dirty="0">
                <a:ea typeface="Calibri" panose="020F0502020204030204" pitchFamily="34" charset="0"/>
              </a:rPr>
              <a:t> wat </a:t>
            </a:r>
            <a:r>
              <a:rPr lang="en-ZA" sz="2200" dirty="0" err="1">
                <a:ea typeface="Calibri" panose="020F0502020204030204" pitchFamily="34" charset="0"/>
              </a:rPr>
              <a:t>gedeel</a:t>
            </a:r>
            <a:r>
              <a:rPr lang="en-ZA" sz="2200" dirty="0">
                <a:ea typeface="Calibri" panose="020F0502020204030204" pitchFamily="34" charset="0"/>
              </a:rPr>
              <a:t> </a:t>
            </a:r>
            <a:r>
              <a:rPr lang="en-ZA" sz="2200" dirty="0" err="1">
                <a:ea typeface="Calibri" panose="020F0502020204030204" pitchFamily="34" charset="0"/>
              </a:rPr>
              <a:t>kan</a:t>
            </a:r>
            <a:r>
              <a:rPr lang="en-ZA" sz="2200" dirty="0">
                <a:ea typeface="Calibri" panose="020F0502020204030204" pitchFamily="34" charset="0"/>
              </a:rPr>
              <a:t> word </a:t>
            </a:r>
            <a:br>
              <a:rPr lang="en-ZA" sz="2200" dirty="0">
                <a:ea typeface="Calibri" panose="020F0502020204030204" pitchFamily="34" charset="0"/>
              </a:rPr>
            </a:br>
            <a:r>
              <a:rPr lang="en-ZA" sz="2200" dirty="0">
                <a:ea typeface="Calibri" panose="020F0502020204030204" pitchFamily="34" charset="0"/>
              </a:rPr>
              <a:t>(</a:t>
            </a:r>
            <a:r>
              <a:rPr lang="en-ZA" sz="2200" dirty="0" err="1">
                <a:ea typeface="Calibri" panose="020F0502020204030204" pitchFamily="34" charset="0"/>
              </a:rPr>
              <a:t>bv</a:t>
            </a:r>
            <a:r>
              <a:rPr lang="en-ZA" sz="2200" dirty="0">
                <a:ea typeface="Calibri" panose="020F0502020204030204" pitchFamily="34" charset="0"/>
              </a:rPr>
              <a:t>. </a:t>
            </a:r>
            <a:r>
              <a:rPr lang="en-ZA" sz="2200" dirty="0" err="1">
                <a:ea typeface="Calibri" panose="020F0502020204030204" pitchFamily="34" charset="0"/>
              </a:rPr>
              <a:t>drukkers</a:t>
            </a:r>
            <a:r>
              <a:rPr lang="en-ZA" sz="2200" dirty="0">
                <a:ea typeface="Calibri" panose="020F0502020204030204" pitchFamily="34" charset="0"/>
              </a:rPr>
              <a:t>)</a:t>
            </a:r>
            <a:endParaRPr lang="en-ZA" sz="2200" dirty="0"/>
          </a:p>
        </p:txBody>
      </p:sp>
      <p:sp>
        <p:nvSpPr>
          <p:cNvPr id="14" name="Rectangle 13"/>
          <p:cNvSpPr/>
          <p:nvPr/>
        </p:nvSpPr>
        <p:spPr>
          <a:xfrm>
            <a:off x="426894" y="3912037"/>
            <a:ext cx="392908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b="1" i="1" dirty="0">
                <a:ea typeface="Calibri" panose="020F0502020204030204" pitchFamily="34" charset="0"/>
              </a:rPr>
              <a:t>Switch</a:t>
            </a:r>
            <a:r>
              <a:rPr lang="en-ZA" sz="2200" b="1" dirty="0">
                <a:ea typeface="Calibri" panose="020F0502020204030204" pitchFamily="34" charset="0"/>
              </a:rPr>
              <a:t>:</a:t>
            </a:r>
            <a:br>
              <a:rPr lang="en-ZA" sz="2000" dirty="0">
                <a:ea typeface="Calibri" panose="020F0502020204030204" pitchFamily="34" charset="0"/>
              </a:rPr>
            </a:br>
            <a:r>
              <a:rPr lang="en-ZA" sz="2000" dirty="0" err="1">
                <a:ea typeface="Calibri" panose="020F0502020204030204" pitchFamily="34" charset="0"/>
              </a:rPr>
              <a:t>konnekteer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rekenaars</a:t>
            </a:r>
            <a:r>
              <a:rPr lang="en-ZA" sz="2000" dirty="0">
                <a:ea typeface="Calibri" panose="020F0502020204030204" pitchFamily="34" charset="0"/>
              </a:rPr>
              <a:t> met </a:t>
            </a:r>
            <a:r>
              <a:rPr lang="en-ZA" sz="2000" dirty="0" err="1">
                <a:ea typeface="Calibri" panose="020F0502020204030204" pitchFamily="34" charset="0"/>
              </a:rPr>
              <a:t>kabels</a:t>
            </a:r>
            <a:endParaRPr lang="en-ZA" sz="2200" dirty="0"/>
          </a:p>
        </p:txBody>
      </p:sp>
      <p:sp>
        <p:nvSpPr>
          <p:cNvPr id="15" name="Rectangle 14"/>
          <p:cNvSpPr/>
          <p:nvPr/>
        </p:nvSpPr>
        <p:spPr>
          <a:xfrm>
            <a:off x="438448" y="4667852"/>
            <a:ext cx="578973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b="1" dirty="0" err="1">
                <a:ea typeface="Calibri" panose="020F0502020204030204" pitchFamily="34" charset="0"/>
              </a:rPr>
              <a:t>Roeteerder</a:t>
            </a:r>
            <a:r>
              <a:rPr lang="en-ZA" sz="2200" b="1" dirty="0">
                <a:ea typeface="Calibri" panose="020F0502020204030204" pitchFamily="34" charset="0"/>
              </a:rPr>
              <a:t>:</a:t>
            </a:r>
            <a:br>
              <a:rPr lang="en-ZA" sz="2000" dirty="0">
                <a:ea typeface="Calibri" panose="020F0502020204030204" pitchFamily="34" charset="0"/>
              </a:rPr>
            </a:br>
            <a:r>
              <a:rPr lang="en-ZA" sz="2000" dirty="0" err="1">
                <a:ea typeface="Calibri" panose="020F0502020204030204" pitchFamily="34" charset="0"/>
              </a:rPr>
              <a:t>stel</a:t>
            </a:r>
            <a:r>
              <a:rPr lang="en-ZA" sz="2000" dirty="0">
                <a:ea typeface="Calibri" panose="020F0502020204030204" pitchFamily="34" charset="0"/>
              </a:rPr>
              <a:t> </a:t>
            </a:r>
            <a:r>
              <a:rPr lang="en-ZA" sz="2000" dirty="0" err="1">
                <a:ea typeface="Calibri" panose="020F0502020204030204" pitchFamily="34" charset="0"/>
              </a:rPr>
              <a:t>toestelle</a:t>
            </a:r>
            <a:r>
              <a:rPr lang="en-ZA" sz="2200" dirty="0">
                <a:ea typeface="Calibri" panose="020F0502020204030204" pitchFamily="34" charset="0"/>
              </a:rPr>
              <a:t> in </a:t>
            </a:r>
            <a:r>
              <a:rPr lang="en-ZA" sz="2200" dirty="0" err="1">
                <a:ea typeface="Calibri" panose="020F0502020204030204" pitchFamily="34" charset="0"/>
              </a:rPr>
              <a:t>staat</a:t>
            </a:r>
            <a:r>
              <a:rPr lang="en-ZA" sz="2200" dirty="0">
                <a:ea typeface="Calibri" panose="020F0502020204030204" pitchFamily="34" charset="0"/>
              </a:rPr>
              <a:t> om </a:t>
            </a:r>
            <a:r>
              <a:rPr lang="en-ZA" sz="2200" dirty="0" err="1">
                <a:ea typeface="Calibri" panose="020F0502020204030204" pitchFamily="34" charset="0"/>
              </a:rPr>
              <a:t>aan</a:t>
            </a:r>
            <a:r>
              <a:rPr lang="en-ZA" sz="2200" dirty="0">
                <a:ea typeface="Calibri" panose="020F0502020204030204" pitchFamily="34" charset="0"/>
              </a:rPr>
              <a:t> </a:t>
            </a:r>
            <a:r>
              <a:rPr lang="en-ZA" sz="2200">
                <a:ea typeface="Calibri" panose="020F0502020204030204" pitchFamily="34" charset="0"/>
              </a:rPr>
              <a:t>die internet </a:t>
            </a:r>
            <a:r>
              <a:rPr lang="en-ZA" sz="2200" dirty="0" err="1">
                <a:ea typeface="Calibri" panose="020F0502020204030204" pitchFamily="34" charset="0"/>
              </a:rPr>
              <a:t>te</a:t>
            </a:r>
            <a:r>
              <a:rPr lang="en-ZA" sz="2200" dirty="0">
                <a:ea typeface="Calibri" panose="020F0502020204030204" pitchFamily="34" charset="0"/>
              </a:rPr>
              <a:t> </a:t>
            </a:r>
            <a:r>
              <a:rPr lang="en-ZA" sz="2200" dirty="0" err="1">
                <a:ea typeface="Calibri" panose="020F0502020204030204" pitchFamily="34" charset="0"/>
              </a:rPr>
              <a:t>koppel</a:t>
            </a:r>
            <a:endParaRPr lang="en-ZA" sz="2200" dirty="0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9" name="Action Button: Home 28">
            <a:hlinkClick r:id="rId4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TextBox 15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/>
              <a:t>Die </a:t>
            </a:r>
            <a:r>
              <a:rPr lang="en-ZA" sz="3200" b="0" dirty="0" err="1"/>
              <a:t>opstel</a:t>
            </a:r>
            <a:r>
              <a:rPr lang="en-ZA" sz="3200" b="0" dirty="0"/>
              <a:t> van ’n </a:t>
            </a:r>
            <a:r>
              <a:rPr lang="en-ZA" sz="3200" b="0" dirty="0" err="1"/>
              <a:t>klein</a:t>
            </a:r>
            <a:r>
              <a:rPr lang="en-ZA" sz="3200" b="0" dirty="0"/>
              <a:t> </a:t>
            </a:r>
            <a:r>
              <a:rPr lang="en-ZA" sz="3200" b="0" dirty="0" err="1"/>
              <a:t>netwerk</a:t>
            </a:r>
            <a:endParaRPr lang="en-US" sz="3200" b="0" dirty="0">
              <a:latin typeface="+mj-lt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Wat is </a:t>
            </a:r>
            <a:r>
              <a:rPr lang="en-US" sz="3600" b="1" dirty="0" err="1">
                <a:solidFill>
                  <a:srgbClr val="C00000"/>
                </a:solidFill>
              </a:rPr>
              <a:t>nodig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vir</a:t>
            </a:r>
            <a:r>
              <a:rPr lang="en-US" sz="3600" b="1" dirty="0">
                <a:solidFill>
                  <a:srgbClr val="C00000"/>
                </a:solidFill>
              </a:rPr>
              <a:t> ’n </a:t>
            </a:r>
            <a:r>
              <a:rPr lang="en-US" sz="3600" b="1" dirty="0" err="1">
                <a:solidFill>
                  <a:srgbClr val="C00000"/>
                </a:solidFill>
              </a:rPr>
              <a:t>netwerk</a:t>
            </a:r>
            <a:r>
              <a:rPr lang="en-US" sz="3600" b="1" dirty="0">
                <a:solidFill>
                  <a:srgbClr val="C00000"/>
                </a:solidFill>
              </a:rPr>
              <a:t>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47292" y="5589312"/>
            <a:ext cx="64806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>
                <a:solidFill>
                  <a:srgbClr val="FF0000"/>
                </a:solidFill>
              </a:rPr>
              <a:t>Meeste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roeteerders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bevat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vandag</a:t>
            </a:r>
            <a:r>
              <a:rPr lang="en-US" sz="2200" b="1" dirty="0">
                <a:solidFill>
                  <a:srgbClr val="FF0000"/>
                </a:solidFill>
              </a:rPr>
              <a:t> ’n </a:t>
            </a:r>
            <a:r>
              <a:rPr lang="en-US" sz="2200" b="1" dirty="0" err="1">
                <a:solidFill>
                  <a:srgbClr val="FF0000"/>
                </a:solidFill>
              </a:rPr>
              <a:t>ingeboude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i="1" dirty="0">
                <a:solidFill>
                  <a:srgbClr val="FF0000"/>
                </a:solidFill>
              </a:rPr>
              <a:t>switch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/>
      <p:bldP spid="15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92280" y="4193604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" name="TextBox 2"/>
          <p:cNvSpPr txBox="1"/>
          <p:nvPr/>
        </p:nvSpPr>
        <p:spPr>
          <a:xfrm>
            <a:off x="426894" y="1865502"/>
            <a:ext cx="7528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Konneksiemetodes</a:t>
            </a:r>
            <a:r>
              <a:rPr lang="en-US" sz="2800" b="1" dirty="0"/>
              <a:t>: </a:t>
            </a:r>
            <a:r>
              <a:rPr lang="en-US" sz="2800" b="1" dirty="0" err="1"/>
              <a:t>koordloos</a:t>
            </a:r>
            <a:r>
              <a:rPr lang="en-US" sz="2800" b="1" dirty="0"/>
              <a:t> of met </a:t>
            </a:r>
            <a:r>
              <a:rPr lang="en-US" sz="2800" b="1" dirty="0" err="1"/>
              <a:t>kabels</a:t>
            </a:r>
            <a:endParaRPr lang="en-ZA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445155" y="2418048"/>
            <a:ext cx="8519333" cy="2144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ZA" sz="2200" b="1" dirty="0">
                <a:ea typeface="Calibri" panose="020F0502020204030204" pitchFamily="34" charset="0"/>
              </a:rPr>
              <a:t>Elke </a:t>
            </a:r>
            <a:r>
              <a:rPr lang="en-ZA" sz="2200" b="1" dirty="0" err="1">
                <a:ea typeface="Calibri" panose="020F0502020204030204" pitchFamily="34" charset="0"/>
              </a:rPr>
              <a:t>rekenaartoestel</a:t>
            </a:r>
            <a:r>
              <a:rPr lang="en-ZA" sz="2200" b="1" dirty="0">
                <a:ea typeface="Calibri" panose="020F0502020204030204" pitchFamily="34" charset="0"/>
              </a:rPr>
              <a:t> </a:t>
            </a:r>
            <a:r>
              <a:rPr lang="en-ZA" sz="2200" b="1" dirty="0" err="1">
                <a:ea typeface="Calibri" panose="020F0502020204030204" pitchFamily="34" charset="0"/>
              </a:rPr>
              <a:t>moet</a:t>
            </a:r>
            <a:endParaRPr lang="en-ZA" sz="2200" b="1" dirty="0">
              <a:ea typeface="Calibri" panose="020F0502020204030204" pitchFamily="34" charset="0"/>
            </a:endParaRPr>
          </a:p>
          <a:p>
            <a:pPr marL="540000" lvl="1" indent="-342900">
              <a:buFont typeface="Arial" panose="020B0604020202020204" pitchFamily="34" charset="0"/>
              <a:buChar char="•"/>
            </a:pPr>
            <a:r>
              <a:rPr lang="en-ZA" sz="2200" dirty="0" err="1"/>
              <a:t>ó</a:t>
            </a:r>
            <a:r>
              <a:rPr lang="en-US" sz="2200" dirty="0"/>
              <a:t>f </a:t>
            </a:r>
            <a:r>
              <a:rPr lang="en-US" sz="2200" dirty="0" err="1"/>
              <a:t>koordlose</a:t>
            </a:r>
            <a:r>
              <a:rPr lang="en-US" sz="2200" dirty="0"/>
              <a:t> </a:t>
            </a:r>
            <a:r>
              <a:rPr lang="en-US" sz="2200" dirty="0" err="1"/>
              <a:t>vaardigheid</a:t>
            </a:r>
            <a:r>
              <a:rPr lang="en-US" sz="2200" dirty="0"/>
              <a:t> </a:t>
            </a:r>
            <a:r>
              <a:rPr lang="en-US" sz="2200" dirty="0" err="1"/>
              <a:t>hê</a:t>
            </a:r>
            <a:endParaRPr lang="en-US" sz="2200" dirty="0"/>
          </a:p>
          <a:p>
            <a:pPr marL="5400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óf</a:t>
            </a:r>
            <a:r>
              <a:rPr lang="en-US" sz="2200" dirty="0"/>
              <a:t> ’n NIC (</a:t>
            </a:r>
            <a:r>
              <a:rPr lang="en-US" sz="2200" i="1" dirty="0"/>
              <a:t>Network Interface Controller</a:t>
            </a:r>
            <a:r>
              <a:rPr lang="en-US" sz="2200" dirty="0"/>
              <a:t>) </a:t>
            </a:r>
            <a:r>
              <a:rPr lang="en-US" sz="2200" dirty="0" err="1"/>
              <a:t>hê</a:t>
            </a:r>
            <a:endParaRPr lang="en-US" sz="22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200" b="1" dirty="0"/>
              <a:t>PAN: </a:t>
            </a:r>
            <a:r>
              <a:rPr lang="en-US" sz="2200" dirty="0"/>
              <a:t>	Bluetooth is die </a:t>
            </a:r>
            <a:r>
              <a:rPr lang="en-US" sz="2200" dirty="0" err="1"/>
              <a:t>mees</a:t>
            </a:r>
            <a:r>
              <a:rPr lang="en-US" sz="2200" dirty="0"/>
              <a:t> </a:t>
            </a:r>
            <a:r>
              <a:rPr lang="en-US" sz="2200" dirty="0" err="1"/>
              <a:t>algemene</a:t>
            </a:r>
            <a:r>
              <a:rPr lang="en-US" sz="2200" dirty="0"/>
              <a:t> </a:t>
            </a:r>
            <a:r>
              <a:rPr lang="en-US" sz="2200" dirty="0" err="1"/>
              <a:t>konneksiemetode</a:t>
            </a:r>
            <a:endParaRPr lang="en-US" sz="2200" dirty="0"/>
          </a:p>
          <a:p>
            <a:r>
              <a:rPr lang="en-US" sz="2200" b="1" dirty="0"/>
              <a:t>HAN: </a:t>
            </a:r>
            <a:r>
              <a:rPr lang="en-US" sz="2200" dirty="0"/>
              <a:t>	</a:t>
            </a:r>
            <a:r>
              <a:rPr lang="en-US" sz="2200" dirty="0" err="1"/>
              <a:t>Beide</a:t>
            </a:r>
            <a:r>
              <a:rPr lang="en-US" sz="2200" dirty="0"/>
              <a:t> </a:t>
            </a:r>
            <a:r>
              <a:rPr lang="en-US" sz="2200" dirty="0" err="1">
                <a:solidFill>
                  <a:srgbClr val="FF0000"/>
                </a:solidFill>
              </a:rPr>
              <a:t>koordlose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err="1">
                <a:solidFill>
                  <a:srgbClr val="FF0000"/>
                </a:solidFill>
              </a:rPr>
              <a:t>en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err="1">
                <a:solidFill>
                  <a:srgbClr val="FF0000"/>
                </a:solidFill>
              </a:rPr>
              <a:t>gekabelde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err="1"/>
              <a:t>konneksiemetodes</a:t>
            </a:r>
            <a:r>
              <a:rPr lang="en-US" sz="2200" dirty="0"/>
              <a:t> word </a:t>
            </a:r>
            <a:r>
              <a:rPr lang="en-US" sz="2200" dirty="0" err="1"/>
              <a:t>gebruik</a:t>
            </a:r>
            <a:endParaRPr lang="en-US" sz="22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7096530" y="4690767"/>
            <a:ext cx="1080120" cy="1371622"/>
            <a:chOff x="2910298" y="4941166"/>
            <a:chExt cx="1080120" cy="1371622"/>
          </a:xfrm>
        </p:grpSpPr>
        <p:sp>
          <p:nvSpPr>
            <p:cNvPr id="9" name="Rounded Rectangle 8"/>
            <p:cNvSpPr/>
            <p:nvPr/>
          </p:nvSpPr>
          <p:spPr>
            <a:xfrm>
              <a:off x="2910298" y="4941166"/>
              <a:ext cx="1080120" cy="1371622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3466911" y="5201909"/>
              <a:ext cx="0" cy="850139"/>
            </a:xfrm>
            <a:prstGeom prst="line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474911" y="5198863"/>
              <a:ext cx="313001" cy="243316"/>
            </a:xfrm>
            <a:prstGeom prst="line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3466911" y="5817445"/>
              <a:ext cx="313001" cy="243316"/>
            </a:xfrm>
            <a:prstGeom prst="line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3120805" y="5456558"/>
              <a:ext cx="648073" cy="420714"/>
            </a:xfrm>
            <a:prstGeom prst="line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120806" y="5437302"/>
              <a:ext cx="659105" cy="381184"/>
            </a:xfrm>
            <a:prstGeom prst="line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56" y="4800514"/>
            <a:ext cx="1440161" cy="1152128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029" y="4650829"/>
            <a:ext cx="2857500" cy="15144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1" name="Action Button: Home 40">
            <a:hlinkClick r:id="rId5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TextBox 18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/>
              <a:t>Die </a:t>
            </a:r>
            <a:r>
              <a:rPr lang="en-ZA" sz="3200" b="0" dirty="0" err="1"/>
              <a:t>opstel</a:t>
            </a:r>
            <a:r>
              <a:rPr lang="en-ZA" sz="3200" b="0" dirty="0"/>
              <a:t> van ’n </a:t>
            </a:r>
            <a:r>
              <a:rPr lang="en-ZA" sz="3200" b="0" dirty="0" err="1"/>
              <a:t>klein</a:t>
            </a:r>
            <a:r>
              <a:rPr lang="en-ZA" sz="3200" b="0" dirty="0"/>
              <a:t> </a:t>
            </a:r>
            <a:r>
              <a:rPr lang="en-ZA" sz="3200" b="0" dirty="0" err="1"/>
              <a:t>netwerk</a:t>
            </a:r>
            <a:endParaRPr lang="en-US" sz="3200" b="0" dirty="0">
              <a:latin typeface="+mj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Wat is </a:t>
            </a:r>
            <a:r>
              <a:rPr lang="en-US" sz="3600" b="1" dirty="0" err="1">
                <a:solidFill>
                  <a:srgbClr val="C00000"/>
                </a:solidFill>
              </a:rPr>
              <a:t>nodig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vir</a:t>
            </a:r>
            <a:r>
              <a:rPr lang="en-US" sz="3600" b="1" dirty="0">
                <a:solidFill>
                  <a:srgbClr val="C00000"/>
                </a:solidFill>
              </a:rPr>
              <a:t> ’n </a:t>
            </a:r>
            <a:r>
              <a:rPr lang="en-US" sz="3600" b="1" dirty="0" err="1">
                <a:solidFill>
                  <a:srgbClr val="C00000"/>
                </a:solidFill>
              </a:rPr>
              <a:t>netwerk</a:t>
            </a:r>
            <a:r>
              <a:rPr lang="en-US" sz="3600" b="1" dirty="0">
                <a:solidFill>
                  <a:srgbClr val="C00000"/>
                </a:solidFill>
              </a:rPr>
              <a:t>?</a:t>
            </a:r>
            <a:endParaRPr lang="en-ZA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3049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92280" y="4193604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0" name="Action Button: Home 19">
            <a:hlinkClick r:id="rId3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dirty="0"/>
              <a:t>Die </a:t>
            </a:r>
            <a:r>
              <a:rPr lang="en-ZA" sz="3200" dirty="0" err="1"/>
              <a:t>opstel</a:t>
            </a:r>
            <a:r>
              <a:rPr lang="en-ZA" sz="3200" dirty="0"/>
              <a:t> van ’n </a:t>
            </a:r>
            <a:r>
              <a:rPr lang="en-ZA" sz="3200" dirty="0" err="1"/>
              <a:t>klein</a:t>
            </a:r>
            <a:r>
              <a:rPr lang="en-ZA" sz="3200" dirty="0"/>
              <a:t> </a:t>
            </a:r>
            <a:r>
              <a:rPr lang="en-ZA" sz="3200" dirty="0" err="1"/>
              <a:t>netwerk</a:t>
            </a:r>
            <a:endParaRPr lang="en-US" sz="3200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Wat is </a:t>
            </a:r>
            <a:r>
              <a:rPr lang="en-US" sz="3600" b="1" dirty="0" err="1">
                <a:solidFill>
                  <a:srgbClr val="C00000"/>
                </a:solidFill>
              </a:rPr>
              <a:t>nodig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vir</a:t>
            </a:r>
            <a:r>
              <a:rPr lang="en-US" sz="3600" b="1" dirty="0">
                <a:solidFill>
                  <a:srgbClr val="C00000"/>
                </a:solidFill>
              </a:rPr>
              <a:t> ’n </a:t>
            </a:r>
            <a:r>
              <a:rPr lang="en-US" sz="3600" b="1" dirty="0" err="1">
                <a:solidFill>
                  <a:srgbClr val="C00000"/>
                </a:solidFill>
              </a:rPr>
              <a:t>netwerk</a:t>
            </a:r>
            <a:r>
              <a:rPr lang="en-US" sz="3600" b="1" dirty="0">
                <a:solidFill>
                  <a:srgbClr val="C00000"/>
                </a:solidFill>
              </a:rPr>
              <a:t>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665" y="2659585"/>
            <a:ext cx="4258301" cy="28294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894" y="1865502"/>
            <a:ext cx="4505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Konneksiemetodes</a:t>
            </a:r>
            <a:r>
              <a:rPr lang="en-US" sz="2800" b="1" dirty="0"/>
              <a:t> – </a:t>
            </a:r>
            <a:r>
              <a:rPr lang="en-US" sz="2800" b="1" dirty="0" err="1"/>
              <a:t>vervolg</a:t>
            </a:r>
            <a:endParaRPr lang="en-ZA" sz="2800" b="1" dirty="0"/>
          </a:p>
        </p:txBody>
      </p:sp>
      <p:sp>
        <p:nvSpPr>
          <p:cNvPr id="19" name="Rectangle 18"/>
          <p:cNvSpPr/>
          <p:nvPr/>
        </p:nvSpPr>
        <p:spPr>
          <a:xfrm>
            <a:off x="449386" y="3918942"/>
            <a:ext cx="4208954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b="1" dirty="0" err="1"/>
              <a:t>Koordlose</a:t>
            </a:r>
            <a:r>
              <a:rPr lang="en-US" sz="2000" b="1" dirty="0"/>
              <a:t> </a:t>
            </a:r>
            <a:r>
              <a:rPr lang="en-US" sz="2000" b="1" dirty="0" err="1"/>
              <a:t>konneksie</a:t>
            </a:r>
            <a:endParaRPr lang="en-US" sz="2000" b="1" dirty="0"/>
          </a:p>
          <a:p>
            <a:pPr marL="252000" lvl="1" indent="-252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ea typeface="Calibri" panose="020F0502020204030204" pitchFamily="34" charset="0"/>
              </a:rPr>
              <a:t>WiFi-toegangspunt</a:t>
            </a:r>
            <a:r>
              <a:rPr lang="en-US" dirty="0">
                <a:ea typeface="Calibri" panose="020F0502020204030204" pitchFamily="34" charset="0"/>
              </a:rPr>
              <a:t> </a:t>
            </a:r>
            <a:r>
              <a:rPr lang="en-US" err="1">
                <a:ea typeface="Calibri" panose="020F0502020204030204" pitchFamily="34" charset="0"/>
              </a:rPr>
              <a:t>benodig</a:t>
            </a:r>
            <a:r>
              <a:rPr lang="en-US">
                <a:ea typeface="Calibri" panose="020F0502020204030204" pitchFamily="34" charset="0"/>
              </a:rPr>
              <a:t> </a:t>
            </a:r>
            <a:br>
              <a:rPr lang="en-US">
                <a:ea typeface="Calibri" panose="020F0502020204030204" pitchFamily="34" charset="0"/>
              </a:rPr>
            </a:br>
            <a:r>
              <a:rPr lang="en-US">
                <a:ea typeface="Calibri" panose="020F0502020204030204" pitchFamily="34" charset="0"/>
              </a:rPr>
              <a:t>(</a:t>
            </a:r>
            <a:r>
              <a:rPr lang="en-US" dirty="0" err="1">
                <a:ea typeface="Calibri" panose="020F0502020204030204" pitchFamily="34" charset="0"/>
              </a:rPr>
              <a:t>gewoonlik</a:t>
            </a:r>
            <a:r>
              <a:rPr lang="en-US" dirty="0">
                <a:ea typeface="Calibri" panose="020F0502020204030204" pitchFamily="34" charset="0"/>
              </a:rPr>
              <a:t> in </a:t>
            </a:r>
            <a:r>
              <a:rPr lang="en-US" dirty="0" err="1">
                <a:ea typeface="Calibri" panose="020F0502020204030204" pitchFamily="34" charset="0"/>
              </a:rPr>
              <a:t>roeteerder</a:t>
            </a:r>
            <a:r>
              <a:rPr lang="en-US" dirty="0">
                <a:ea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</a:rPr>
              <a:t>ingebou</a:t>
            </a:r>
            <a:r>
              <a:rPr lang="en-US" dirty="0">
                <a:ea typeface="Calibri" panose="020F0502020204030204" pitchFamily="34" charset="0"/>
              </a:rPr>
              <a:t>)</a:t>
            </a:r>
          </a:p>
          <a:p>
            <a:pPr marL="252000" lvl="1" indent="-252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ea typeface="Calibri" panose="020F0502020204030204" pitchFamily="34" charset="0"/>
              </a:rPr>
              <a:t>Toestelle</a:t>
            </a:r>
            <a:r>
              <a:rPr lang="en-US" dirty="0">
                <a:ea typeface="Calibri" panose="020F0502020204030204" pitchFamily="34" charset="0"/>
              </a:rPr>
              <a:t> – </a:t>
            </a:r>
            <a:r>
              <a:rPr lang="en-US" dirty="0" err="1">
                <a:ea typeface="Calibri" panose="020F0502020204030204" pitchFamily="34" charset="0"/>
              </a:rPr>
              <a:t>moet</a:t>
            </a:r>
            <a:r>
              <a:rPr lang="en-US" dirty="0">
                <a:ea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</a:rPr>
              <a:t>koordlose</a:t>
            </a:r>
            <a:r>
              <a:rPr lang="en-US" dirty="0">
                <a:ea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</a:rPr>
              <a:t>vaardigheid</a:t>
            </a:r>
            <a:r>
              <a:rPr lang="en-US" dirty="0">
                <a:ea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</a:rPr>
              <a:t>hê</a:t>
            </a:r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9386" y="2348880"/>
            <a:ext cx="4208954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ZA" sz="2000" b="1" dirty="0" err="1">
                <a:ea typeface="Calibri" panose="020F0502020204030204" pitchFamily="34" charset="0"/>
              </a:rPr>
              <a:t>Gekabelde</a:t>
            </a:r>
            <a:r>
              <a:rPr lang="en-ZA" sz="2000" b="1" dirty="0">
                <a:ea typeface="Calibri" panose="020F0502020204030204" pitchFamily="34" charset="0"/>
              </a:rPr>
              <a:t> </a:t>
            </a:r>
            <a:r>
              <a:rPr lang="en-ZA" sz="2000" b="1" dirty="0" err="1">
                <a:ea typeface="Calibri" panose="020F0502020204030204" pitchFamily="34" charset="0"/>
              </a:rPr>
              <a:t>konneksie</a:t>
            </a:r>
            <a:endParaRPr lang="en-ZA" sz="2000" b="1" dirty="0">
              <a:ea typeface="Calibri" panose="020F0502020204030204" pitchFamily="34" charset="0"/>
            </a:endParaRPr>
          </a:p>
          <a:p>
            <a:pPr marL="252000" lvl="1" indent="-252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UTP (</a:t>
            </a:r>
            <a:r>
              <a:rPr lang="en-US" i="1" dirty="0"/>
              <a:t>Unshielded Twisted Pair</a:t>
            </a:r>
            <a:r>
              <a:rPr lang="en-US" dirty="0"/>
              <a:t>) </a:t>
            </a:r>
            <a:r>
              <a:rPr lang="en-US" dirty="0" err="1"/>
              <a:t>kabel</a:t>
            </a:r>
            <a:endParaRPr lang="en-US" dirty="0"/>
          </a:p>
          <a:p>
            <a:pPr marL="252000" lvl="1" indent="-252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Die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kant</a:t>
            </a:r>
            <a:r>
              <a:rPr lang="en-US" dirty="0"/>
              <a:t> prop by die </a:t>
            </a:r>
            <a:r>
              <a:rPr lang="en-US" dirty="0" err="1"/>
              <a:t>poort</a:t>
            </a:r>
            <a:r>
              <a:rPr lang="en-US" dirty="0"/>
              <a:t> (NIC) van die </a:t>
            </a:r>
            <a:r>
              <a:rPr lang="en-US" dirty="0" err="1"/>
              <a:t>rekenaar</a:t>
            </a:r>
            <a:r>
              <a:rPr lang="en-US" dirty="0"/>
              <a:t> in </a:t>
            </a:r>
            <a:r>
              <a:rPr lang="en-US" dirty="0" err="1"/>
              <a:t>en</a:t>
            </a:r>
            <a:r>
              <a:rPr lang="en-US" dirty="0"/>
              <a:t> die </a:t>
            </a:r>
            <a:r>
              <a:rPr lang="en-US" dirty="0" err="1"/>
              <a:t>ander</a:t>
            </a:r>
            <a:r>
              <a:rPr lang="en-US" dirty="0"/>
              <a:t> in die </a:t>
            </a:r>
            <a:r>
              <a:rPr lang="en-US" i="1" dirty="0"/>
              <a:t>switch</a:t>
            </a:r>
            <a:r>
              <a:rPr lang="en-US" dirty="0"/>
              <a:t> / </a:t>
            </a:r>
            <a:r>
              <a:rPr lang="en-US" dirty="0" err="1"/>
              <a:t>roeteerder</a:t>
            </a:r>
            <a:r>
              <a:rPr lang="en-US" dirty="0"/>
              <a:t> 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497" y="5612000"/>
            <a:ext cx="7361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Aft>
                <a:spcPts val="300"/>
              </a:spcAft>
            </a:pPr>
            <a:r>
              <a:rPr lang="en-US" dirty="0" err="1">
                <a:ea typeface="Calibri" panose="020F0502020204030204" pitchFamily="34" charset="0"/>
              </a:rPr>
              <a:t>WiFi</a:t>
            </a:r>
            <a:r>
              <a:rPr lang="en-US" dirty="0">
                <a:ea typeface="Calibri" panose="020F0502020204030204" pitchFamily="34" charset="0"/>
              </a:rPr>
              <a:t> = </a:t>
            </a:r>
            <a:r>
              <a:rPr lang="en-US" dirty="0" err="1">
                <a:ea typeface="Calibri" panose="020F0502020204030204" pitchFamily="34" charset="0"/>
              </a:rPr>
              <a:t>koordlose</a:t>
            </a:r>
            <a:r>
              <a:rPr lang="en-US" dirty="0">
                <a:ea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</a:rPr>
              <a:t>netwerktegnologie</a:t>
            </a:r>
            <a:r>
              <a:rPr lang="en-US" dirty="0">
                <a:ea typeface="Calibri" panose="020F0502020204030204" pitchFamily="34" charset="0"/>
              </a:rPr>
              <a:t> wat </a:t>
            </a:r>
            <a:r>
              <a:rPr lang="en-US" dirty="0" err="1">
                <a:ea typeface="Calibri" panose="020F0502020204030204" pitchFamily="34" charset="0"/>
              </a:rPr>
              <a:t>radiogolwe</a:t>
            </a:r>
            <a:r>
              <a:rPr lang="en-US" dirty="0">
                <a:ea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</a:rPr>
              <a:t>gebruik</a:t>
            </a:r>
            <a:r>
              <a:rPr lang="en-US" dirty="0">
                <a:ea typeface="Calibri" panose="020F0502020204030204" pitchFamily="34" charset="0"/>
              </a:rPr>
              <a:t> </a:t>
            </a:r>
            <a:r>
              <a:rPr lang="en-US">
                <a:ea typeface="Calibri" panose="020F0502020204030204" pitchFamily="34" charset="0"/>
              </a:rPr>
              <a:t>om netwerktoegang </a:t>
            </a:r>
            <a:r>
              <a:rPr lang="en-US" dirty="0" err="1">
                <a:ea typeface="Calibri" panose="020F0502020204030204" pitchFamily="34" charset="0"/>
              </a:rPr>
              <a:t>te</a:t>
            </a:r>
            <a:r>
              <a:rPr lang="en-US" dirty="0">
                <a:ea typeface="Calibri" panose="020F0502020204030204" pitchFamily="34" charset="0"/>
              </a:rPr>
              <a:t> </a:t>
            </a:r>
            <a:r>
              <a:rPr lang="en-US" dirty="0" err="1">
                <a:ea typeface="Calibri" panose="020F0502020204030204" pitchFamily="34" charset="0"/>
              </a:rPr>
              <a:t>verskaf</a:t>
            </a:r>
            <a:r>
              <a:rPr lang="en-US" dirty="0">
                <a:ea typeface="Calibri" panose="020F0502020204030204" pitchFamily="34" charset="0"/>
              </a:rPr>
              <a:t>, </a:t>
            </a:r>
            <a:r>
              <a:rPr lang="en-US" dirty="0" err="1">
                <a:ea typeface="Calibri" panose="020F0502020204030204" pitchFamily="34" charset="0"/>
              </a:rPr>
              <a:t>klein</a:t>
            </a:r>
            <a:r>
              <a:rPr lang="en-US" dirty="0">
                <a:ea typeface="Calibri" panose="020F0502020204030204" pitchFamily="34" charset="0"/>
              </a:rPr>
              <a:t> area</a:t>
            </a:r>
          </a:p>
        </p:txBody>
      </p:sp>
    </p:spTree>
    <p:extLst>
      <p:ext uri="{BB962C8B-B14F-4D97-AF65-F5344CB8AC3E}">
        <p14:creationId xmlns:p14="http://schemas.microsoft.com/office/powerpoint/2010/main" val="42369869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92280" y="4193604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1"/>
          <p:cNvSpPr/>
          <p:nvPr/>
        </p:nvSpPr>
        <p:spPr>
          <a:xfrm>
            <a:off x="426894" y="2399273"/>
            <a:ext cx="8032406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200" dirty="0" err="1">
                <a:ea typeface="Calibri" panose="020F0502020204030204" pitchFamily="34" charset="0"/>
              </a:rPr>
              <a:t>Gebruik</a:t>
            </a:r>
            <a:r>
              <a:rPr lang="en-ZA" sz="2200" dirty="0">
                <a:ea typeface="Calibri" panose="020F0502020204030204" pitchFamily="34" charset="0"/>
              </a:rPr>
              <a:t> om </a:t>
            </a:r>
            <a:r>
              <a:rPr lang="en-ZA" sz="2200" dirty="0" err="1">
                <a:ea typeface="Calibri" panose="020F0502020204030204" pitchFamily="34" charset="0"/>
              </a:rPr>
              <a:t>sekuriteit</a:t>
            </a:r>
            <a:r>
              <a:rPr lang="en-ZA" sz="2200" dirty="0">
                <a:ea typeface="Calibri" panose="020F0502020204030204" pitchFamily="34" charset="0"/>
              </a:rPr>
              <a:t> </a:t>
            </a:r>
            <a:r>
              <a:rPr lang="en-ZA" sz="2200" dirty="0" err="1">
                <a:ea typeface="Calibri" panose="020F0502020204030204" pitchFamily="34" charset="0"/>
              </a:rPr>
              <a:t>en</a:t>
            </a:r>
            <a:r>
              <a:rPr lang="en-ZA" sz="2200" dirty="0">
                <a:ea typeface="Calibri" panose="020F0502020204030204" pitchFamily="34" charset="0"/>
              </a:rPr>
              <a:t> </a:t>
            </a:r>
            <a:r>
              <a:rPr lang="en-ZA" sz="2200" dirty="0" err="1">
                <a:ea typeface="Calibri" panose="020F0502020204030204" pitchFamily="34" charset="0"/>
              </a:rPr>
              <a:t>kommunikasie</a:t>
            </a:r>
            <a:r>
              <a:rPr lang="en-ZA" sz="2200" dirty="0">
                <a:ea typeface="Calibri" panose="020F0502020204030204" pitchFamily="34" charset="0"/>
              </a:rPr>
              <a:t> </a:t>
            </a:r>
            <a:r>
              <a:rPr lang="en-ZA" sz="2200" dirty="0" err="1">
                <a:ea typeface="Calibri" panose="020F0502020204030204" pitchFamily="34" charset="0"/>
              </a:rPr>
              <a:t>binne</a:t>
            </a:r>
            <a:r>
              <a:rPr lang="en-ZA" sz="2200" dirty="0">
                <a:ea typeface="Calibri" panose="020F0502020204030204" pitchFamily="34" charset="0"/>
              </a:rPr>
              <a:t> die </a:t>
            </a:r>
            <a:r>
              <a:rPr lang="en-ZA" sz="2200" dirty="0" err="1">
                <a:ea typeface="Calibri" panose="020F0502020204030204" pitchFamily="34" charset="0"/>
              </a:rPr>
              <a:t>netwerk</a:t>
            </a:r>
            <a:r>
              <a:rPr lang="en-ZA" sz="2200" dirty="0">
                <a:ea typeface="Calibri" panose="020F0502020204030204" pitchFamily="34" charset="0"/>
              </a:rPr>
              <a:t> </a:t>
            </a:r>
            <a:r>
              <a:rPr lang="en-ZA" sz="2200" dirty="0" err="1">
                <a:ea typeface="Calibri" panose="020F0502020204030204" pitchFamily="34" charset="0"/>
              </a:rPr>
              <a:t>te</a:t>
            </a:r>
            <a:r>
              <a:rPr lang="en-ZA" sz="2200" dirty="0">
                <a:ea typeface="Calibri" panose="020F0502020204030204" pitchFamily="34" charset="0"/>
              </a:rPr>
              <a:t> </a:t>
            </a:r>
            <a:r>
              <a:rPr lang="en-ZA" sz="2200" dirty="0" err="1">
                <a:ea typeface="Calibri" panose="020F0502020204030204" pitchFamily="34" charset="0"/>
              </a:rPr>
              <a:t>beheer</a:t>
            </a:r>
            <a:endParaRPr lang="en-ZA" sz="2200" dirty="0">
              <a:ea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200" dirty="0">
                <a:ea typeface="Calibri" panose="020F0502020204030204" pitchFamily="34" charset="0"/>
              </a:rPr>
              <a:t>In die </a:t>
            </a:r>
            <a:r>
              <a:rPr lang="en-ZA" sz="2200" dirty="0" err="1">
                <a:ea typeface="Calibri" panose="020F0502020204030204" pitchFamily="34" charset="0"/>
              </a:rPr>
              <a:t>bedryfstelselsagteware</a:t>
            </a:r>
            <a:r>
              <a:rPr lang="en-ZA" sz="2200" dirty="0">
                <a:ea typeface="Calibri" panose="020F0502020204030204" pitchFamily="34" charset="0"/>
              </a:rPr>
              <a:t> van die </a:t>
            </a:r>
            <a:r>
              <a:rPr lang="en-ZA" sz="2200" dirty="0" err="1">
                <a:ea typeface="Calibri" panose="020F0502020204030204" pitchFamily="34" charset="0"/>
              </a:rPr>
              <a:t>rekenaartoestel</a:t>
            </a:r>
            <a:r>
              <a:rPr lang="en-ZA" sz="2200" dirty="0">
                <a:ea typeface="Calibri" panose="020F0502020204030204" pitchFamily="34" charset="0"/>
              </a:rPr>
              <a:t> </a:t>
            </a:r>
            <a:r>
              <a:rPr lang="en-ZA" sz="2200" dirty="0" err="1">
                <a:ea typeface="Calibri" panose="020F0502020204030204" pitchFamily="34" charset="0"/>
              </a:rPr>
              <a:t>ingebou</a:t>
            </a:r>
            <a:endParaRPr lang="en-ZA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65" y="3573016"/>
            <a:ext cx="5674464" cy="266429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Action Button: Home 12">
            <a:hlinkClick r:id="rId4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dirty="0"/>
              <a:t>Die </a:t>
            </a:r>
            <a:r>
              <a:rPr lang="en-ZA" sz="3200" dirty="0" err="1"/>
              <a:t>opstel</a:t>
            </a:r>
            <a:r>
              <a:rPr lang="en-ZA" sz="3200" dirty="0"/>
              <a:t> van ’n </a:t>
            </a:r>
            <a:r>
              <a:rPr lang="en-ZA" sz="3200" dirty="0" err="1"/>
              <a:t>klein</a:t>
            </a:r>
            <a:r>
              <a:rPr lang="en-ZA" sz="3200" dirty="0"/>
              <a:t> </a:t>
            </a:r>
            <a:r>
              <a:rPr lang="en-ZA" sz="3200" dirty="0" err="1"/>
              <a:t>netwerk</a:t>
            </a:r>
            <a:endParaRPr lang="en-US" sz="32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Wat is </a:t>
            </a:r>
            <a:r>
              <a:rPr lang="en-US" sz="3600" b="1" dirty="0" err="1">
                <a:solidFill>
                  <a:srgbClr val="C00000"/>
                </a:solidFill>
              </a:rPr>
              <a:t>nodig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vir</a:t>
            </a:r>
            <a:r>
              <a:rPr lang="en-US" sz="3600" b="1" dirty="0">
                <a:solidFill>
                  <a:srgbClr val="C00000"/>
                </a:solidFill>
              </a:rPr>
              <a:t> ’n </a:t>
            </a:r>
            <a:r>
              <a:rPr lang="en-US" sz="3600" b="1" dirty="0" err="1">
                <a:solidFill>
                  <a:srgbClr val="C00000"/>
                </a:solidFill>
              </a:rPr>
              <a:t>netwerk</a:t>
            </a:r>
            <a:r>
              <a:rPr lang="en-US" sz="3600" b="1" dirty="0">
                <a:solidFill>
                  <a:srgbClr val="C00000"/>
                </a:solidFill>
              </a:rPr>
              <a:t>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6895" y="1865502"/>
            <a:ext cx="292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Sagteware</a:t>
            </a:r>
            <a:endParaRPr lang="en-ZA" sz="2800" b="1" dirty="0"/>
          </a:p>
        </p:txBody>
      </p:sp>
    </p:spTree>
    <p:extLst>
      <p:ext uri="{BB962C8B-B14F-4D97-AF65-F5344CB8AC3E}">
        <p14:creationId xmlns:p14="http://schemas.microsoft.com/office/powerpoint/2010/main" val="14712851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20272" y="422108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8" name="Action Button: Home 17">
            <a:hlinkClick r:id="rId3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TextBox 16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1" dirty="0" err="1">
                <a:latin typeface="+mj-lt"/>
              </a:rPr>
              <a:t>Koppeling</a:t>
            </a:r>
            <a:r>
              <a:rPr lang="en-ZA" sz="3200" b="1" dirty="0">
                <a:latin typeface="+mj-lt"/>
              </a:rPr>
              <a:t> </a:t>
            </a:r>
            <a:r>
              <a:rPr lang="en-ZA" sz="3200" b="1" dirty="0" err="1">
                <a:latin typeface="+mj-lt"/>
              </a:rPr>
              <a:t>aan</a:t>
            </a:r>
            <a:r>
              <a:rPr lang="en-ZA" sz="3200" b="1" dirty="0">
                <a:latin typeface="+mj-lt"/>
              </a:rPr>
              <a:t> die Internet</a:t>
            </a:r>
            <a:endParaRPr lang="en-US" sz="3200" b="1" dirty="0">
              <a:latin typeface="+mj-lt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Wat is </a:t>
            </a:r>
            <a:r>
              <a:rPr lang="en-US" sz="3600" b="1" dirty="0" err="1">
                <a:solidFill>
                  <a:srgbClr val="C00000"/>
                </a:solidFill>
              </a:rPr>
              <a:t>nodig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vir</a:t>
            </a:r>
            <a:r>
              <a:rPr lang="en-US" sz="3600" b="1" dirty="0">
                <a:solidFill>
                  <a:srgbClr val="C00000"/>
                </a:solidFill>
              </a:rPr>
              <a:t> ’n </a:t>
            </a:r>
            <a:r>
              <a:rPr lang="en-US" sz="3600" b="1" dirty="0" err="1">
                <a:solidFill>
                  <a:srgbClr val="C00000"/>
                </a:solidFill>
              </a:rPr>
              <a:t>netwerk</a:t>
            </a:r>
            <a:r>
              <a:rPr lang="en-US" sz="3600" b="1" dirty="0">
                <a:solidFill>
                  <a:srgbClr val="C00000"/>
                </a:solidFill>
              </a:rPr>
              <a:t>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7544" y="1869792"/>
            <a:ext cx="5446204" cy="2995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ZA" sz="2800" b="1" dirty="0">
                <a:latin typeface="Calibri" panose="020F0502020204030204" pitchFamily="34" charset="0"/>
                <a:ea typeface="Calibri" panose="020F0502020204030204" pitchFamily="34" charset="0"/>
              </a:rPr>
              <a:t>Internet</a:t>
            </a:r>
          </a:p>
          <a:p>
            <a:pPr>
              <a:spcAft>
                <a:spcPts val="1000"/>
              </a:spcAft>
            </a:pPr>
            <a:r>
              <a:rPr lang="en-ZA" sz="2400" dirty="0">
                <a:latin typeface="Calibri" panose="020F0502020204030204" pitchFamily="34" charset="0"/>
              </a:rPr>
              <a:t>Groot, </a:t>
            </a:r>
            <a:r>
              <a:rPr lang="en-ZA" sz="2400" dirty="0" err="1">
                <a:latin typeface="Calibri" panose="020F0502020204030204" pitchFamily="34" charset="0"/>
              </a:rPr>
              <a:t>wêreldwye</a:t>
            </a:r>
            <a:r>
              <a:rPr lang="en-ZA" sz="2400" dirty="0">
                <a:latin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</a:rPr>
              <a:t>rekenaarnetwerk</a:t>
            </a:r>
            <a:r>
              <a:rPr lang="en-ZA" sz="2400" dirty="0">
                <a:latin typeface="Calibri" panose="020F0502020204030204" pitchFamily="34" charset="0"/>
              </a:rPr>
              <a:t> wat </a:t>
            </a:r>
            <a:r>
              <a:rPr lang="en-ZA" sz="2400" dirty="0" err="1">
                <a:latin typeface="Calibri" panose="020F0502020204030204" pitchFamily="34" charset="0"/>
              </a:rPr>
              <a:t>uit</a:t>
            </a:r>
            <a:r>
              <a:rPr lang="en-ZA" sz="2400" dirty="0">
                <a:latin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</a:rPr>
              <a:t>rekenaars</a:t>
            </a:r>
            <a:r>
              <a:rPr lang="en-ZA" sz="2400" dirty="0">
                <a:latin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</a:rPr>
              <a:t>en</a:t>
            </a:r>
            <a:r>
              <a:rPr lang="en-ZA" sz="2400" dirty="0">
                <a:latin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</a:rPr>
              <a:t>netwerke</a:t>
            </a:r>
            <a:r>
              <a:rPr lang="en-ZA" sz="2400" dirty="0">
                <a:latin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</a:rPr>
              <a:t>bestaan</a:t>
            </a:r>
            <a:r>
              <a:rPr lang="en-ZA" sz="2400" dirty="0">
                <a:latin typeface="Calibri" panose="020F0502020204030204" pitchFamily="34" charset="0"/>
              </a:rPr>
              <a:t> wat </a:t>
            </a:r>
            <a:r>
              <a:rPr lang="en-ZA" sz="2400" dirty="0" err="1">
                <a:latin typeface="Calibri" panose="020F0502020204030204" pitchFamily="34" charset="0"/>
              </a:rPr>
              <a:t>aan</a:t>
            </a:r>
            <a:r>
              <a:rPr lang="en-ZA" sz="2400" dirty="0">
                <a:latin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</a:rPr>
              <a:t>mekaar</a:t>
            </a:r>
            <a:r>
              <a:rPr lang="en-ZA" sz="2400" dirty="0">
                <a:latin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</a:rPr>
              <a:t>verbind</a:t>
            </a:r>
            <a:r>
              <a:rPr lang="en-ZA" sz="2400" dirty="0">
                <a:latin typeface="Calibri" panose="020F0502020204030204" pitchFamily="34" charset="0"/>
              </a:rPr>
              <a:t> is </a:t>
            </a:r>
            <a:r>
              <a:rPr lang="en-ZA" sz="2400" dirty="0" err="1">
                <a:latin typeface="Calibri" panose="020F0502020204030204" pitchFamily="34" charset="0"/>
              </a:rPr>
              <a:t>deur</a:t>
            </a:r>
            <a:r>
              <a:rPr lang="en-ZA" sz="2400" dirty="0">
                <a:latin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</a:rPr>
              <a:t>kommunikasiemedia</a:t>
            </a:r>
            <a:endParaRPr lang="en-ZA" sz="2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</a:rPr>
              <a:t>Elke </a:t>
            </a:r>
            <a:r>
              <a:rPr lang="en-US" sz="2400" dirty="0" err="1">
                <a:latin typeface="Calibri" panose="020F0502020204030204" pitchFamily="34" charset="0"/>
              </a:rPr>
              <a:t>toestel</a:t>
            </a:r>
            <a:r>
              <a:rPr lang="en-US" sz="2400" dirty="0">
                <a:latin typeface="Calibri" panose="020F0502020204030204" pitchFamily="34" charset="0"/>
              </a:rPr>
              <a:t> wat </a:t>
            </a:r>
            <a:r>
              <a:rPr lang="en-US" sz="2400" dirty="0" err="1">
                <a:latin typeface="Calibri" panose="020F0502020204030204" pitchFamily="34" charset="0"/>
              </a:rPr>
              <a:t>aan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>
                <a:latin typeface="Calibri" panose="020F0502020204030204" pitchFamily="34" charset="0"/>
              </a:rPr>
              <a:t>die internet </a:t>
            </a:r>
            <a:r>
              <a:rPr lang="en-US" sz="2400" dirty="0" err="1">
                <a:latin typeface="Calibri" panose="020F0502020204030204" pitchFamily="34" charset="0"/>
              </a:rPr>
              <a:t>koppel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moet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sy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eie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ZA" sz="2400" dirty="0">
                <a:solidFill>
                  <a:srgbClr val="FF0000"/>
                </a:solidFill>
                <a:latin typeface="Calibri" panose="020F0502020204030204" pitchFamily="34" charset="0"/>
              </a:rPr>
              <a:t>IP-</a:t>
            </a:r>
            <a:r>
              <a:rPr lang="en-ZA" sz="2400" dirty="0" err="1">
                <a:solidFill>
                  <a:srgbClr val="FF0000"/>
                </a:solidFill>
                <a:latin typeface="Calibri" panose="020F0502020204030204" pitchFamily="34" charset="0"/>
              </a:rPr>
              <a:t>adres</a:t>
            </a:r>
            <a:r>
              <a:rPr lang="en-ZA" sz="24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</a:rPr>
              <a:t>hê</a:t>
            </a:r>
            <a:endParaRPr lang="en-US" sz="2400" dirty="0"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4908743"/>
            <a:ext cx="7128792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Om ’n </a:t>
            </a:r>
            <a:r>
              <a:rPr lang="en-ZA" sz="2400" b="1" dirty="0" err="1">
                <a:latin typeface="Calibri" panose="020F0502020204030204" pitchFamily="34" charset="0"/>
                <a:ea typeface="Calibri" panose="020F0502020204030204" pitchFamily="34" charset="0"/>
              </a:rPr>
              <a:t>toestel</a:t>
            </a: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b="1" dirty="0" err="1">
                <a:latin typeface="Calibri" panose="020F0502020204030204" pitchFamily="34" charset="0"/>
                <a:ea typeface="Calibri" panose="020F0502020204030204" pitchFamily="34" charset="0"/>
              </a:rPr>
              <a:t>aan</a:t>
            </a: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b="1">
                <a:latin typeface="Calibri" panose="020F0502020204030204" pitchFamily="34" charset="0"/>
                <a:ea typeface="Calibri" panose="020F0502020204030204" pitchFamily="34" charset="0"/>
              </a:rPr>
              <a:t>die internet </a:t>
            </a:r>
            <a:r>
              <a:rPr lang="en-ZA" sz="2400" b="1" dirty="0" err="1">
                <a:latin typeface="Calibri" panose="020F0502020204030204" pitchFamily="34" charset="0"/>
                <a:ea typeface="Calibri" panose="020F0502020204030204" pitchFamily="34" charset="0"/>
              </a:rPr>
              <a:t>te</a:t>
            </a: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b="1" dirty="0" err="1">
                <a:latin typeface="Calibri" panose="020F0502020204030204" pitchFamily="34" charset="0"/>
                <a:ea typeface="Calibri" panose="020F0502020204030204" pitchFamily="34" charset="0"/>
              </a:rPr>
              <a:t>koppel</a:t>
            </a: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ZA" sz="2400" b="1" dirty="0" err="1">
                <a:latin typeface="Calibri" panose="020F0502020204030204" pitchFamily="34" charset="0"/>
                <a:ea typeface="Calibri" panose="020F0502020204030204" pitchFamily="34" charset="0"/>
              </a:rPr>
              <a:t>benodig</a:t>
            </a: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b="1" dirty="0" err="1">
                <a:latin typeface="Calibri" panose="020F0502020204030204" pitchFamily="34" charset="0"/>
                <a:ea typeface="Calibri" panose="020F0502020204030204" pitchFamily="34" charset="0"/>
              </a:rPr>
              <a:t>jy</a:t>
            </a: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Internetdiensverskaffer</a:t>
            </a:r>
            <a:endParaRPr lang="en-ZA" sz="2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Internetkonneksie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497" y="2098220"/>
            <a:ext cx="2309694" cy="200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467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92280" y="4193604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1"/>
          <p:cNvSpPr/>
          <p:nvPr/>
        </p:nvSpPr>
        <p:spPr>
          <a:xfrm>
            <a:off x="525616" y="2542916"/>
            <a:ext cx="803240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ZA" sz="2000" dirty="0"/>
              <a:t>’n </a:t>
            </a:r>
            <a:r>
              <a:rPr lang="en-ZA" sz="2000" dirty="0" err="1"/>
              <a:t>Maatskappy</a:t>
            </a:r>
            <a:r>
              <a:rPr lang="en-ZA" sz="2000" dirty="0"/>
              <a:t> wat tot ’n </a:t>
            </a:r>
            <a:r>
              <a:rPr lang="en-ZA" sz="2000" dirty="0" err="1"/>
              <a:t>permanente</a:t>
            </a:r>
            <a:r>
              <a:rPr lang="en-ZA" sz="2000" dirty="0"/>
              <a:t>, </a:t>
            </a:r>
            <a:r>
              <a:rPr lang="en-ZA" sz="2000" err="1"/>
              <a:t>vinnige</a:t>
            </a:r>
            <a:r>
              <a:rPr lang="en-ZA" sz="2000"/>
              <a:t> internetkoppeling </a:t>
            </a:r>
            <a:r>
              <a:rPr lang="en-ZA" sz="2000" dirty="0" err="1"/>
              <a:t>beskik</a:t>
            </a:r>
            <a:r>
              <a:rPr lang="en-ZA" sz="2000" dirty="0"/>
              <a:t>. </a:t>
            </a:r>
            <a:endParaRPr lang="en-ZA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11559" y="3270274"/>
            <a:ext cx="5904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ISP’s </a:t>
            </a:r>
            <a:r>
              <a:rPr lang="en-US" sz="2400" err="1"/>
              <a:t>verkoop</a:t>
            </a:r>
            <a:r>
              <a:rPr lang="en-US" sz="2400"/>
              <a:t> internettoegang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dienste</a:t>
            </a:r>
            <a:r>
              <a:rPr lang="en-US" sz="2400" dirty="0"/>
              <a:t> </a:t>
            </a:r>
            <a:r>
              <a:rPr lang="en-US" sz="2400" dirty="0" err="1"/>
              <a:t>aan</a:t>
            </a:r>
            <a:r>
              <a:rPr lang="en-US" sz="2400" dirty="0"/>
              <a:t> </a:t>
            </a:r>
            <a:r>
              <a:rPr lang="en-US" sz="2400" dirty="0" err="1"/>
              <a:t>individue</a:t>
            </a:r>
            <a:r>
              <a:rPr lang="en-US" sz="2400" dirty="0"/>
              <a:t> of </a:t>
            </a:r>
            <a:r>
              <a:rPr lang="en-US" sz="2400" dirty="0" err="1"/>
              <a:t>organisasies</a:t>
            </a:r>
            <a:r>
              <a:rPr lang="en-US" sz="2400" dirty="0"/>
              <a:t> teen ’n </a:t>
            </a:r>
            <a:r>
              <a:rPr lang="en-US" sz="2400" dirty="0" err="1"/>
              <a:t>maandelikse</a:t>
            </a:r>
            <a:r>
              <a:rPr lang="en-US" sz="2400" dirty="0"/>
              <a:t> </a:t>
            </a:r>
            <a:r>
              <a:rPr lang="en-US" sz="2400" dirty="0" err="1"/>
              <a:t>fooi</a:t>
            </a:r>
            <a:endParaRPr lang="en-ZA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38" y="4598930"/>
            <a:ext cx="1438273" cy="10787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469" y="4590531"/>
            <a:ext cx="1451463" cy="10871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317" y="3270274"/>
            <a:ext cx="1078705" cy="107870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583" y="4676227"/>
            <a:ext cx="1363439" cy="106802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283" y="4667828"/>
            <a:ext cx="2070050" cy="1076426"/>
          </a:xfrm>
          <a:prstGeom prst="rect">
            <a:avLst/>
          </a:prstGeom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8" name="Action Button: Home 17">
            <a:hlinkClick r:id="rId8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TextBox 16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dirty="0" err="1"/>
              <a:t>Koppeling</a:t>
            </a:r>
            <a:r>
              <a:rPr lang="en-ZA" sz="3200" dirty="0"/>
              <a:t> </a:t>
            </a:r>
            <a:r>
              <a:rPr lang="en-ZA" sz="3200" dirty="0" err="1"/>
              <a:t>aan</a:t>
            </a:r>
            <a:r>
              <a:rPr lang="en-ZA" sz="3200" dirty="0"/>
              <a:t> die Internet</a:t>
            </a:r>
            <a:endParaRPr lang="en-US" sz="3200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Wat is </a:t>
            </a:r>
            <a:r>
              <a:rPr lang="en-US" sz="3600" b="1" dirty="0" err="1">
                <a:solidFill>
                  <a:srgbClr val="C00000"/>
                </a:solidFill>
              </a:rPr>
              <a:t>nodig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vir</a:t>
            </a:r>
            <a:r>
              <a:rPr lang="en-US" sz="3600" b="1" dirty="0">
                <a:solidFill>
                  <a:srgbClr val="C00000"/>
                </a:solidFill>
              </a:rPr>
              <a:t> ’n </a:t>
            </a:r>
            <a:r>
              <a:rPr lang="en-US" sz="3600" b="1" dirty="0" err="1">
                <a:solidFill>
                  <a:srgbClr val="C00000"/>
                </a:solidFill>
              </a:rPr>
              <a:t>netwerk</a:t>
            </a:r>
            <a:r>
              <a:rPr lang="en-US" sz="3600" b="1" dirty="0">
                <a:solidFill>
                  <a:srgbClr val="C00000"/>
                </a:solidFill>
              </a:rPr>
              <a:t>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7544" y="1865502"/>
            <a:ext cx="3929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Internetdiensverskaffer</a:t>
            </a:r>
            <a:endParaRPr lang="en-ZA" sz="2800" b="1" dirty="0"/>
          </a:p>
        </p:txBody>
      </p:sp>
    </p:spTree>
    <p:extLst>
      <p:ext uri="{BB962C8B-B14F-4D97-AF65-F5344CB8AC3E}">
        <p14:creationId xmlns:p14="http://schemas.microsoft.com/office/powerpoint/2010/main" val="40652818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92280" y="4193604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304090535"/>
              </p:ext>
            </p:extLst>
          </p:nvPr>
        </p:nvGraphicFramePr>
        <p:xfrm>
          <a:off x="1139788" y="2302898"/>
          <a:ext cx="6864424" cy="4006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7" name="Action Button: Home 16">
            <a:hlinkClick r:id="rId8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dirty="0" err="1"/>
              <a:t>Koppeling</a:t>
            </a:r>
            <a:r>
              <a:rPr lang="en-ZA" sz="3200" dirty="0"/>
              <a:t> </a:t>
            </a:r>
            <a:r>
              <a:rPr lang="en-ZA" sz="3200" dirty="0" err="1"/>
              <a:t>aan</a:t>
            </a:r>
            <a:r>
              <a:rPr lang="en-ZA" sz="3200" dirty="0"/>
              <a:t> die Internet</a:t>
            </a:r>
            <a:endParaRPr lang="en-US" sz="32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Wat is </a:t>
            </a:r>
            <a:r>
              <a:rPr lang="en-US" sz="3600" b="1" dirty="0" err="1">
                <a:solidFill>
                  <a:srgbClr val="C00000"/>
                </a:solidFill>
              </a:rPr>
              <a:t>nodig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vir</a:t>
            </a:r>
            <a:r>
              <a:rPr lang="en-US" sz="3600" b="1" dirty="0">
                <a:solidFill>
                  <a:srgbClr val="C00000"/>
                </a:solidFill>
              </a:rPr>
              <a:t> ’n </a:t>
            </a:r>
            <a:r>
              <a:rPr lang="en-US" sz="3600" b="1" dirty="0" err="1">
                <a:solidFill>
                  <a:srgbClr val="C00000"/>
                </a:solidFill>
              </a:rPr>
              <a:t>netwerk</a:t>
            </a:r>
            <a:r>
              <a:rPr lang="en-US" sz="3600" b="1" dirty="0">
                <a:solidFill>
                  <a:srgbClr val="C00000"/>
                </a:solidFill>
              </a:rPr>
              <a:t>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544" y="1865502"/>
            <a:ext cx="3929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Internetkonneksie</a:t>
            </a:r>
            <a:endParaRPr lang="en-ZA" sz="2800" b="1" dirty="0"/>
          </a:p>
        </p:txBody>
      </p:sp>
    </p:spTree>
    <p:extLst>
      <p:ext uri="{BB962C8B-B14F-4D97-AF65-F5344CB8AC3E}">
        <p14:creationId xmlns:p14="http://schemas.microsoft.com/office/powerpoint/2010/main" val="22230703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039025114"/>
              </p:ext>
            </p:extLst>
          </p:nvPr>
        </p:nvGraphicFramePr>
        <p:xfrm>
          <a:off x="1493819" y="200306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Action Button: Home 9">
            <a:hlinkClick r:id="rId8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1" dirty="0" err="1">
                <a:latin typeface="+mj-lt"/>
              </a:rPr>
              <a:t>Opsomming</a:t>
            </a:r>
            <a:r>
              <a:rPr lang="en-ZA" sz="3200" b="1" dirty="0">
                <a:latin typeface="+mj-lt"/>
              </a:rPr>
              <a:t> – </a:t>
            </a:r>
            <a:r>
              <a:rPr lang="en-ZA" sz="3200" b="1" dirty="0" err="1">
                <a:latin typeface="+mj-lt"/>
              </a:rPr>
              <a:t>konsepte</a:t>
            </a:r>
            <a:r>
              <a:rPr lang="en-ZA" sz="3200" b="1" dirty="0">
                <a:latin typeface="+mj-lt"/>
              </a:rPr>
              <a:t>, </a:t>
            </a:r>
            <a:r>
              <a:rPr lang="en-ZA" sz="3200" b="1" dirty="0" err="1">
                <a:latin typeface="+mj-lt"/>
              </a:rPr>
              <a:t>terme</a:t>
            </a:r>
            <a:r>
              <a:rPr lang="en-ZA" sz="3200" b="1" dirty="0">
                <a:latin typeface="+mj-lt"/>
              </a:rPr>
              <a:t> </a:t>
            </a:r>
            <a:r>
              <a:rPr lang="en-ZA" sz="3200" b="1" dirty="0" err="1">
                <a:latin typeface="+mj-lt"/>
              </a:rPr>
              <a:t>en</a:t>
            </a:r>
            <a:r>
              <a:rPr lang="en-ZA" sz="3200" b="1" dirty="0">
                <a:latin typeface="+mj-lt"/>
              </a:rPr>
              <a:t> </a:t>
            </a:r>
            <a:r>
              <a:rPr lang="en-ZA" sz="3200" b="1" dirty="0" err="1">
                <a:latin typeface="+mj-lt"/>
              </a:rPr>
              <a:t>wenke</a:t>
            </a:r>
            <a:endParaRPr lang="en-US" sz="3200" b="1" dirty="0">
              <a:latin typeface="+mj-lt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C00000"/>
                </a:solidFill>
              </a:rPr>
              <a:t>Toets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en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verbeter</a:t>
            </a:r>
            <a:endParaRPr lang="en-ZA" sz="3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5269" y="2702231"/>
            <a:ext cx="6950588" cy="9504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 err="1">
                <a:solidFill>
                  <a:srgbClr val="C00000"/>
                </a:solidFill>
              </a:rPr>
              <a:t>Skriftelike</a:t>
            </a:r>
            <a:r>
              <a:rPr lang="en-US" sz="5400" dirty="0">
                <a:solidFill>
                  <a:srgbClr val="C00000"/>
                </a:solidFill>
              </a:rPr>
              <a:t> module-</a:t>
            </a:r>
            <a:r>
              <a:rPr lang="en-US" sz="5400" dirty="0" err="1">
                <a:solidFill>
                  <a:srgbClr val="C00000"/>
                </a:solidFill>
              </a:rPr>
              <a:t>aktiwiteit</a:t>
            </a:r>
            <a:endParaRPr lang="en-ZA" sz="5400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3" name="Action Button: Home 22">
            <a:hlinkClick r:id="rId3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Retrospec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8895</TotalTime>
  <Words>551</Words>
  <Application>Microsoft Office PowerPoint</Application>
  <PresentationFormat>On-screen Show (4:3)</PresentationFormat>
  <Paragraphs>115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Retrospect</vt:lpstr>
      <vt:lpstr>Module 2.2  Basiese beginsels van netwerke</vt:lpstr>
      <vt:lpstr>Contents</vt:lpstr>
      <vt:lpstr>Klein netwerke – ’n PAN en ’n HAN</vt:lpstr>
      <vt:lpstr>Klein netwerke – ’n PAN en ’n HAN</vt:lpstr>
      <vt:lpstr>Wat is nodig vir ’n netwerk?</vt:lpstr>
      <vt:lpstr>Wat is nodig vir ’n netwerk?</vt:lpstr>
      <vt:lpstr>Wat is nodig vir ’n netwerk?</vt:lpstr>
      <vt:lpstr>Wat is nodig vir ’n netwerk?</vt:lpstr>
      <vt:lpstr>Wat is nodig vir ’n netwerk?</vt:lpstr>
      <vt:lpstr>Wat is nodig vir ’n netwerk?</vt:lpstr>
      <vt:lpstr>Wat is nodig vir ’n netwerk?</vt:lpstr>
      <vt:lpstr>Toets en verbeter</vt:lpstr>
      <vt:lpstr>Skriftelike module-aktiwiteit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2.2  Basiese beginsels van netwerke</dc:title>
  <cp:lastModifiedBy>Sandra Jacobs</cp:lastModifiedBy>
  <cp:revision>1</cp:revision>
  <dcterms:created xsi:type="dcterms:W3CDTF">2006-08-13T21:23:21Z</dcterms:created>
  <dcterms:modified xsi:type="dcterms:W3CDTF">2017-01-21T10:51:03Z</dcterms:modified>
</cp:coreProperties>
</file>