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809" autoAdjust="0"/>
    <p:restoredTop sz="96370" autoAdjust="0"/>
  </p:normalViewPr>
  <p:slideViewPr>
    <p:cSldViewPr snapToGrid="0">
      <p:cViewPr varScale="1">
        <p:scale>
          <a:sx n="111" d="100"/>
          <a:sy n="111" d="100"/>
        </p:scale>
        <p:origin x="6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4DC080-CC7B-4580-99AE-9744DB550DBE}" type="doc">
      <dgm:prSet loTypeId="urn:microsoft.com/office/officeart/2005/8/layout/hierarchy3" loCatId="relationship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C5BE90B-0CA9-4D25-9960-E25FF28A6035}">
      <dgm:prSet phldrT="[Text]"/>
      <dgm:spPr>
        <a:xfrm>
          <a:off x="276060" y="1308"/>
          <a:ext cx="844616" cy="422308"/>
        </a:xfrm>
      </dgm:spPr>
      <dgm:t>
        <a:bodyPr/>
        <a:lstStyle/>
        <a:p>
          <a:r>
            <a:rPr lang="en-US" dirty="0" err="1">
              <a:latin typeface="Calibri"/>
              <a:ea typeface="+mn-ea"/>
              <a:cs typeface="+mn-cs"/>
            </a:rPr>
            <a:t>Probleem</a:t>
          </a:r>
          <a:endParaRPr lang="en-US" dirty="0">
            <a:latin typeface="Calibri"/>
            <a:ea typeface="+mn-ea"/>
            <a:cs typeface="+mn-cs"/>
          </a:endParaRPr>
        </a:p>
      </dgm:t>
    </dgm:pt>
    <dgm:pt modelId="{41915A60-1E2C-4B8E-B133-02DE0972B187}" type="parTrans" cxnId="{8E075FCF-CA55-4B9C-B3E7-CE67B041E57F}">
      <dgm:prSet/>
      <dgm:spPr/>
      <dgm:t>
        <a:bodyPr/>
        <a:lstStyle/>
        <a:p>
          <a:endParaRPr lang="en-US"/>
        </a:p>
      </dgm:t>
    </dgm:pt>
    <dgm:pt modelId="{22078916-E521-4A33-8CB3-55687DC3A857}" type="sibTrans" cxnId="{8E075FCF-CA55-4B9C-B3E7-CE67B041E57F}">
      <dgm:prSet/>
      <dgm:spPr/>
      <dgm:t>
        <a:bodyPr/>
        <a:lstStyle/>
        <a:p>
          <a:endParaRPr lang="en-US"/>
        </a:p>
      </dgm:t>
    </dgm:pt>
    <dgm:pt modelId="{953F397B-6164-4E13-BE4D-C4E0B68725E3}">
      <dgm:prSet phldrT="[Text]"/>
      <dgm:spPr>
        <a:xfrm>
          <a:off x="444983" y="529193"/>
          <a:ext cx="675693" cy="422308"/>
        </a:xfrm>
      </dgm:spPr>
      <dgm:t>
        <a:bodyPr/>
        <a:lstStyle/>
        <a:p>
          <a:r>
            <a:rPr lang="en-US" dirty="0">
              <a:latin typeface="Calibri"/>
              <a:ea typeface="+mn-ea"/>
              <a:cs typeface="+mn-cs"/>
            </a:rPr>
            <a:t>Wat is ’n </a:t>
          </a:r>
          <a:r>
            <a:rPr lang="en-US" dirty="0" err="1">
              <a:latin typeface="Calibri"/>
              <a:ea typeface="+mn-ea"/>
              <a:cs typeface="+mn-cs"/>
            </a:rPr>
            <a:t>probleem</a:t>
          </a:r>
          <a:r>
            <a:rPr lang="en-US" dirty="0">
              <a:latin typeface="Calibri"/>
              <a:ea typeface="+mn-ea"/>
              <a:cs typeface="+mn-cs"/>
            </a:rPr>
            <a:t>?</a:t>
          </a:r>
        </a:p>
      </dgm:t>
    </dgm:pt>
    <dgm:pt modelId="{9A51E8C1-F66B-431C-B1D9-0A57F947C755}" type="parTrans" cxnId="{48B94AD2-B2E7-45C9-8070-434A3A7AA014}">
      <dgm:prSet/>
      <dgm:spPr>
        <a:xfrm>
          <a:off x="314801" y="423616"/>
          <a:ext cx="91440" cy="316731"/>
        </a:xfrm>
      </dgm:spPr>
      <dgm:t>
        <a:bodyPr/>
        <a:lstStyle/>
        <a:p>
          <a:endParaRPr lang="en-US"/>
        </a:p>
      </dgm:t>
    </dgm:pt>
    <dgm:pt modelId="{508581E6-2978-464A-A844-8D82F4745B4B}" type="sibTrans" cxnId="{48B94AD2-B2E7-45C9-8070-434A3A7AA014}">
      <dgm:prSet/>
      <dgm:spPr/>
      <dgm:t>
        <a:bodyPr/>
        <a:lstStyle/>
        <a:p>
          <a:endParaRPr lang="en-US"/>
        </a:p>
      </dgm:t>
    </dgm:pt>
    <dgm:pt modelId="{1FB0683B-4420-409C-A16A-D17534E5C630}">
      <dgm:prSet phldrT="[Text]"/>
      <dgm:spPr>
        <a:xfrm>
          <a:off x="444983" y="1057078"/>
          <a:ext cx="675693" cy="422308"/>
        </a:xfrm>
      </dgm:spPr>
      <dgm:t>
        <a:bodyPr/>
        <a:lstStyle/>
        <a:p>
          <a:r>
            <a:rPr lang="en-US" dirty="0">
              <a:latin typeface="Calibri"/>
              <a:ea typeface="+mn-ea"/>
              <a:cs typeface="+mn-cs"/>
            </a:rPr>
            <a:t>Wat is </a:t>
          </a:r>
          <a:r>
            <a:rPr lang="en-US" dirty="0" err="1">
              <a:latin typeface="Calibri"/>
              <a:ea typeface="+mn-ea"/>
              <a:cs typeface="+mn-cs"/>
            </a:rPr>
            <a:t>probleem-oplossing</a:t>
          </a:r>
          <a:r>
            <a:rPr lang="en-US" dirty="0">
              <a:latin typeface="Calibri"/>
              <a:ea typeface="+mn-ea"/>
              <a:cs typeface="+mn-cs"/>
            </a:rPr>
            <a:t>?</a:t>
          </a:r>
        </a:p>
      </dgm:t>
    </dgm:pt>
    <dgm:pt modelId="{E932C4EA-8518-4905-92D0-2FB3BBF9BD34}" type="parTrans" cxnId="{D6E5E41E-8BDB-439B-8754-094E7168EAE6}">
      <dgm:prSet/>
      <dgm:spPr>
        <a:xfrm>
          <a:off x="314801" y="423616"/>
          <a:ext cx="91440" cy="844616"/>
        </a:xfrm>
      </dgm:spPr>
      <dgm:t>
        <a:bodyPr/>
        <a:lstStyle/>
        <a:p>
          <a:endParaRPr lang="en-US"/>
        </a:p>
      </dgm:t>
    </dgm:pt>
    <dgm:pt modelId="{07C5380E-063A-4A9E-B674-987920DD1337}" type="sibTrans" cxnId="{D6E5E41E-8BDB-439B-8754-094E7168EAE6}">
      <dgm:prSet/>
      <dgm:spPr/>
      <dgm:t>
        <a:bodyPr/>
        <a:lstStyle/>
        <a:p>
          <a:endParaRPr lang="en-US"/>
        </a:p>
      </dgm:t>
    </dgm:pt>
    <dgm:pt modelId="{FEDAFA6E-CF15-4423-8EAD-17092E48AF26}">
      <dgm:prSet phldrT="[Text]"/>
      <dgm:spPr>
        <a:xfrm>
          <a:off x="2387601" y="1308"/>
          <a:ext cx="844616" cy="422308"/>
        </a:xfrm>
      </dgm:spPr>
      <dgm:t>
        <a:bodyPr/>
        <a:lstStyle/>
        <a:p>
          <a:r>
            <a:rPr lang="en-US" dirty="0" err="1">
              <a:latin typeface="Calibri"/>
              <a:ea typeface="+mn-ea"/>
              <a:cs typeface="+mn-cs"/>
            </a:rPr>
            <a:t>Rol</a:t>
          </a:r>
          <a:r>
            <a:rPr lang="en-US" dirty="0">
              <a:latin typeface="Calibri"/>
              <a:ea typeface="+mn-ea"/>
              <a:cs typeface="+mn-cs"/>
            </a:rPr>
            <a:t> van </a:t>
          </a:r>
          <a:r>
            <a:rPr lang="en-US" dirty="0" err="1">
              <a:latin typeface="Calibri"/>
              <a:ea typeface="+mn-ea"/>
              <a:cs typeface="+mn-cs"/>
            </a:rPr>
            <a:t>vrae</a:t>
          </a:r>
          <a:endParaRPr lang="en-US" dirty="0">
            <a:latin typeface="Calibri"/>
            <a:ea typeface="+mn-ea"/>
            <a:cs typeface="+mn-cs"/>
          </a:endParaRPr>
        </a:p>
      </dgm:t>
    </dgm:pt>
    <dgm:pt modelId="{9D8FDB68-8420-4C1E-975A-C6854B447784}" type="parTrans" cxnId="{F3F6D111-20E6-46FB-9416-EB60D02EBF7E}">
      <dgm:prSet/>
      <dgm:spPr/>
      <dgm:t>
        <a:bodyPr/>
        <a:lstStyle/>
        <a:p>
          <a:endParaRPr lang="en-US"/>
        </a:p>
      </dgm:t>
    </dgm:pt>
    <dgm:pt modelId="{5E88811B-5319-481A-9FA6-98B5A871E158}" type="sibTrans" cxnId="{F3F6D111-20E6-46FB-9416-EB60D02EBF7E}">
      <dgm:prSet/>
      <dgm:spPr/>
      <dgm:t>
        <a:bodyPr/>
        <a:lstStyle/>
        <a:p>
          <a:endParaRPr lang="en-US"/>
        </a:p>
      </dgm:t>
    </dgm:pt>
    <dgm:pt modelId="{EDCD0007-272D-467A-86A4-12D97A5C716D}">
      <dgm:prSet phldrT="[Text]"/>
      <dgm:spPr>
        <a:xfrm>
          <a:off x="2556524" y="529193"/>
          <a:ext cx="675693" cy="422308"/>
        </a:xfrm>
      </dgm:spPr>
      <dgm:t>
        <a:bodyPr/>
        <a:lstStyle/>
        <a:p>
          <a:r>
            <a:rPr lang="en-US" dirty="0" err="1">
              <a:latin typeface="Calibri"/>
              <a:ea typeface="+mn-ea"/>
              <a:cs typeface="+mn-cs"/>
            </a:rPr>
            <a:t>Waarom</a:t>
          </a:r>
          <a:r>
            <a:rPr lang="en-US" dirty="0">
              <a:latin typeface="Calibri"/>
              <a:ea typeface="+mn-ea"/>
              <a:cs typeface="+mn-cs"/>
            </a:rPr>
            <a:t> </a:t>
          </a:r>
          <a:r>
            <a:rPr lang="en-US" dirty="0" err="1">
              <a:latin typeface="Calibri"/>
              <a:ea typeface="+mn-ea"/>
              <a:cs typeface="+mn-cs"/>
            </a:rPr>
            <a:t>vra</a:t>
          </a:r>
          <a:r>
            <a:rPr lang="en-US" dirty="0">
              <a:latin typeface="Calibri"/>
              <a:ea typeface="+mn-ea"/>
              <a:cs typeface="+mn-cs"/>
            </a:rPr>
            <a:t> </a:t>
          </a:r>
          <a:r>
            <a:rPr lang="en-US" dirty="0" err="1">
              <a:latin typeface="Calibri"/>
              <a:ea typeface="+mn-ea"/>
              <a:cs typeface="+mn-cs"/>
            </a:rPr>
            <a:t>ons</a:t>
          </a:r>
          <a:r>
            <a:rPr lang="en-US" dirty="0">
              <a:latin typeface="Calibri"/>
              <a:ea typeface="+mn-ea"/>
              <a:cs typeface="+mn-cs"/>
            </a:rPr>
            <a:t> </a:t>
          </a:r>
          <a:r>
            <a:rPr lang="en-US" dirty="0" err="1">
              <a:latin typeface="Calibri"/>
              <a:ea typeface="+mn-ea"/>
              <a:cs typeface="+mn-cs"/>
            </a:rPr>
            <a:t>vrae</a:t>
          </a:r>
          <a:r>
            <a:rPr lang="en-US" dirty="0">
              <a:latin typeface="Calibri"/>
              <a:ea typeface="+mn-ea"/>
              <a:cs typeface="+mn-cs"/>
            </a:rPr>
            <a:t>?</a:t>
          </a:r>
        </a:p>
      </dgm:t>
    </dgm:pt>
    <dgm:pt modelId="{BBC166B6-FE95-4AFF-B2A8-222077D8F257}" type="parTrans" cxnId="{C3B18013-ED7C-469D-97BA-AD85C8E3985F}">
      <dgm:prSet/>
      <dgm:spPr>
        <a:xfrm>
          <a:off x="2426343" y="423616"/>
          <a:ext cx="91440" cy="316731"/>
        </a:xfrm>
      </dgm:spPr>
      <dgm:t>
        <a:bodyPr/>
        <a:lstStyle/>
        <a:p>
          <a:endParaRPr lang="en-US"/>
        </a:p>
      </dgm:t>
    </dgm:pt>
    <dgm:pt modelId="{283BD3E5-6034-40AA-B80C-14BE2A571B26}" type="sibTrans" cxnId="{C3B18013-ED7C-469D-97BA-AD85C8E3985F}">
      <dgm:prSet/>
      <dgm:spPr/>
      <dgm:t>
        <a:bodyPr/>
        <a:lstStyle/>
        <a:p>
          <a:endParaRPr lang="en-US"/>
        </a:p>
      </dgm:t>
    </dgm:pt>
    <dgm:pt modelId="{89442F55-04EA-49F5-ADE9-CD7EA88D31BF}">
      <dgm:prSet phldrT="[Text]"/>
      <dgm:spPr>
        <a:xfrm>
          <a:off x="2556524" y="1057078"/>
          <a:ext cx="675693" cy="422308"/>
        </a:xfrm>
      </dgm:spPr>
      <dgm:t>
        <a:bodyPr/>
        <a:lstStyle/>
        <a:p>
          <a:r>
            <a:rPr lang="en-US" dirty="0" err="1">
              <a:latin typeface="Calibri"/>
              <a:ea typeface="+mn-ea"/>
              <a:cs typeface="+mn-cs"/>
            </a:rPr>
            <a:t>Tipes</a:t>
          </a:r>
          <a:r>
            <a:rPr lang="en-US" dirty="0">
              <a:latin typeface="Calibri"/>
              <a:ea typeface="+mn-ea"/>
              <a:cs typeface="+mn-cs"/>
            </a:rPr>
            <a:t> </a:t>
          </a:r>
          <a:r>
            <a:rPr lang="en-US" dirty="0" err="1">
              <a:latin typeface="Calibri"/>
              <a:ea typeface="+mn-ea"/>
              <a:cs typeface="+mn-cs"/>
            </a:rPr>
            <a:t>vrae</a:t>
          </a:r>
          <a:endParaRPr lang="en-US" dirty="0">
            <a:latin typeface="Calibri"/>
            <a:ea typeface="+mn-ea"/>
            <a:cs typeface="+mn-cs"/>
          </a:endParaRPr>
        </a:p>
      </dgm:t>
    </dgm:pt>
    <dgm:pt modelId="{FFAA9F18-EF4E-49A6-A555-1F44F99F0A2C}" type="parTrans" cxnId="{8805A47C-9BE6-414E-9532-759E99AB13FB}">
      <dgm:prSet/>
      <dgm:spPr>
        <a:xfrm>
          <a:off x="2426343" y="423616"/>
          <a:ext cx="91440" cy="844616"/>
        </a:xfrm>
      </dgm:spPr>
      <dgm:t>
        <a:bodyPr/>
        <a:lstStyle/>
        <a:p>
          <a:endParaRPr lang="en-US"/>
        </a:p>
      </dgm:t>
    </dgm:pt>
    <dgm:pt modelId="{A3103C07-1235-4A13-81F7-AC7E6A6C28CA}" type="sibTrans" cxnId="{8805A47C-9BE6-414E-9532-759E99AB13FB}">
      <dgm:prSet/>
      <dgm:spPr/>
      <dgm:t>
        <a:bodyPr/>
        <a:lstStyle/>
        <a:p>
          <a:endParaRPr lang="en-US"/>
        </a:p>
      </dgm:t>
    </dgm:pt>
    <dgm:pt modelId="{31933227-AE3F-4515-B721-BEB1460F70B2}">
      <dgm:prSet/>
      <dgm:spPr>
        <a:xfrm>
          <a:off x="3443372" y="1308"/>
          <a:ext cx="844616" cy="422308"/>
        </a:xfrm>
      </dgm:spPr>
      <dgm:t>
        <a:bodyPr/>
        <a:lstStyle/>
        <a:p>
          <a:r>
            <a:rPr lang="en-US" dirty="0" err="1">
              <a:latin typeface="Calibri"/>
              <a:ea typeface="+mn-ea"/>
              <a:cs typeface="+mn-cs"/>
            </a:rPr>
            <a:t>Bronne</a:t>
          </a:r>
          <a:r>
            <a:rPr lang="en-US" dirty="0">
              <a:latin typeface="Calibri"/>
              <a:ea typeface="+mn-ea"/>
              <a:cs typeface="+mn-cs"/>
            </a:rPr>
            <a:t> van </a:t>
          </a:r>
          <a:r>
            <a:rPr lang="en-US" dirty="0" err="1">
              <a:latin typeface="Calibri"/>
              <a:ea typeface="+mn-ea"/>
              <a:cs typeface="+mn-cs"/>
            </a:rPr>
            <a:t>inligting</a:t>
          </a:r>
          <a:endParaRPr lang="en-US" dirty="0">
            <a:latin typeface="Calibri"/>
            <a:ea typeface="+mn-ea"/>
            <a:cs typeface="+mn-cs"/>
          </a:endParaRPr>
        </a:p>
      </dgm:t>
    </dgm:pt>
    <dgm:pt modelId="{AA929BE4-F9B6-4B0E-BBE3-B96E3AE0D3D7}" type="parTrans" cxnId="{D4361795-23DD-48C6-BD66-DBC1CD4585C5}">
      <dgm:prSet/>
      <dgm:spPr/>
      <dgm:t>
        <a:bodyPr/>
        <a:lstStyle/>
        <a:p>
          <a:endParaRPr lang="en-US"/>
        </a:p>
      </dgm:t>
    </dgm:pt>
    <dgm:pt modelId="{6ADF3C0D-9804-48FB-9F1E-EADEBEC939FE}" type="sibTrans" cxnId="{D4361795-23DD-48C6-BD66-DBC1CD4585C5}">
      <dgm:prSet/>
      <dgm:spPr/>
      <dgm:t>
        <a:bodyPr/>
        <a:lstStyle/>
        <a:p>
          <a:endParaRPr lang="en-US"/>
        </a:p>
      </dgm:t>
    </dgm:pt>
    <dgm:pt modelId="{D3B4C725-7891-4509-ABC3-E44FA1BB0FF0}">
      <dgm:prSet/>
      <dgm:spPr>
        <a:xfrm>
          <a:off x="3612295" y="529193"/>
          <a:ext cx="675693" cy="422308"/>
        </a:xfrm>
      </dgm:spPr>
      <dgm:t>
        <a:bodyPr/>
        <a:lstStyle/>
        <a:p>
          <a:r>
            <a:rPr lang="en-US" dirty="0" err="1">
              <a:latin typeface="Calibri"/>
              <a:ea typeface="+mn-ea"/>
              <a:cs typeface="+mn-cs"/>
            </a:rPr>
            <a:t>Elektroniese</a:t>
          </a:r>
          <a:r>
            <a:rPr lang="en-US" dirty="0">
              <a:latin typeface="Calibri"/>
              <a:ea typeface="+mn-ea"/>
              <a:cs typeface="+mn-cs"/>
            </a:rPr>
            <a:t> media</a:t>
          </a:r>
        </a:p>
      </dgm:t>
    </dgm:pt>
    <dgm:pt modelId="{45293962-383E-42A3-AAAA-580AEC4BF7F1}" type="parTrans" cxnId="{552B63B1-8D40-486F-995D-CD0909CCADAE}">
      <dgm:prSet/>
      <dgm:spPr>
        <a:xfrm>
          <a:off x="3482113" y="423616"/>
          <a:ext cx="91440" cy="316731"/>
        </a:xfrm>
      </dgm:spPr>
      <dgm:t>
        <a:bodyPr/>
        <a:lstStyle/>
        <a:p>
          <a:endParaRPr lang="en-ZA"/>
        </a:p>
      </dgm:t>
    </dgm:pt>
    <dgm:pt modelId="{7322316E-F4DD-4CF9-9CE7-247169586F60}" type="sibTrans" cxnId="{552B63B1-8D40-486F-995D-CD0909CCADAE}">
      <dgm:prSet/>
      <dgm:spPr/>
      <dgm:t>
        <a:bodyPr/>
        <a:lstStyle/>
        <a:p>
          <a:endParaRPr lang="en-ZA"/>
        </a:p>
      </dgm:t>
    </dgm:pt>
    <dgm:pt modelId="{E668C977-42FC-4C8A-8DEF-386C2CE872F0}">
      <dgm:prSet/>
      <dgm:spPr>
        <a:xfrm>
          <a:off x="3612295" y="1057078"/>
          <a:ext cx="675693" cy="422308"/>
        </a:xfrm>
      </dgm:spPr>
      <dgm:t>
        <a:bodyPr/>
        <a:lstStyle/>
        <a:p>
          <a:r>
            <a:rPr lang="en-US" dirty="0" err="1">
              <a:latin typeface="Calibri"/>
              <a:ea typeface="+mn-ea"/>
              <a:cs typeface="+mn-cs"/>
            </a:rPr>
            <a:t>Gedrukte</a:t>
          </a:r>
          <a:r>
            <a:rPr lang="en-US" dirty="0">
              <a:latin typeface="Calibri"/>
              <a:ea typeface="+mn-ea"/>
              <a:cs typeface="+mn-cs"/>
            </a:rPr>
            <a:t> media</a:t>
          </a:r>
        </a:p>
      </dgm:t>
    </dgm:pt>
    <dgm:pt modelId="{B0D94441-AC84-48A7-AB2E-2566F256EF78}" type="parTrans" cxnId="{D1FB91A3-1A35-47DA-8719-B06B6FC9A309}">
      <dgm:prSet/>
      <dgm:spPr>
        <a:xfrm>
          <a:off x="3482113" y="423616"/>
          <a:ext cx="91440" cy="844616"/>
        </a:xfrm>
      </dgm:spPr>
      <dgm:t>
        <a:bodyPr/>
        <a:lstStyle/>
        <a:p>
          <a:endParaRPr lang="en-ZA"/>
        </a:p>
      </dgm:t>
    </dgm:pt>
    <dgm:pt modelId="{93E308E4-A391-4E19-A264-C21442875E45}" type="sibTrans" cxnId="{D1FB91A3-1A35-47DA-8719-B06B6FC9A309}">
      <dgm:prSet/>
      <dgm:spPr/>
      <dgm:t>
        <a:bodyPr/>
        <a:lstStyle/>
        <a:p>
          <a:endParaRPr lang="en-ZA"/>
        </a:p>
      </dgm:t>
    </dgm:pt>
    <dgm:pt modelId="{53ACA0D8-50E7-450D-BFDE-2B8116FDD4C7}">
      <dgm:prSet/>
      <dgm:spPr>
        <a:xfrm>
          <a:off x="3612295" y="1584964"/>
          <a:ext cx="675693" cy="422308"/>
        </a:xfrm>
      </dgm:spPr>
      <dgm:t>
        <a:bodyPr/>
        <a:lstStyle/>
        <a:p>
          <a:r>
            <a:rPr lang="en-US" dirty="0" err="1">
              <a:latin typeface="Calibri"/>
              <a:ea typeface="+mn-ea"/>
              <a:cs typeface="+mn-cs"/>
            </a:rPr>
            <a:t>Mense</a:t>
          </a:r>
          <a:endParaRPr lang="en-ZA" dirty="0">
            <a:latin typeface="Calibri"/>
            <a:ea typeface="+mn-ea"/>
            <a:cs typeface="+mn-cs"/>
          </a:endParaRPr>
        </a:p>
      </dgm:t>
    </dgm:pt>
    <dgm:pt modelId="{A23AE4C5-22FB-4950-A297-6A8D98A701EE}" type="parTrans" cxnId="{9B94A3CD-1E67-49F2-B585-3F2C025B2003}">
      <dgm:prSet/>
      <dgm:spPr>
        <a:xfrm>
          <a:off x="3482113" y="423616"/>
          <a:ext cx="91440" cy="1372501"/>
        </a:xfrm>
      </dgm:spPr>
      <dgm:t>
        <a:bodyPr/>
        <a:lstStyle/>
        <a:p>
          <a:endParaRPr lang="en-ZA"/>
        </a:p>
      </dgm:t>
    </dgm:pt>
    <dgm:pt modelId="{72B15893-AF2A-4882-8A74-C9CE301A86EA}" type="sibTrans" cxnId="{9B94A3CD-1E67-49F2-B585-3F2C025B2003}">
      <dgm:prSet/>
      <dgm:spPr/>
      <dgm:t>
        <a:bodyPr/>
        <a:lstStyle/>
        <a:p>
          <a:endParaRPr lang="en-ZA"/>
        </a:p>
      </dgm:t>
    </dgm:pt>
    <dgm:pt modelId="{A79DEDF9-2D1C-425F-A9A2-5D75226E4C70}">
      <dgm:prSet/>
      <dgm:spPr>
        <a:xfrm>
          <a:off x="3612295" y="2112849"/>
          <a:ext cx="675693" cy="422308"/>
        </a:xfrm>
      </dgm:spPr>
      <dgm:t>
        <a:bodyPr/>
        <a:lstStyle/>
        <a:p>
          <a:r>
            <a:rPr lang="en-US" dirty="0">
              <a:latin typeface="Calibri"/>
              <a:ea typeface="+mn-ea"/>
              <a:cs typeface="+mn-cs"/>
            </a:rPr>
            <a:t>Ander</a:t>
          </a:r>
          <a:endParaRPr lang="en-ZA" dirty="0">
            <a:latin typeface="Calibri"/>
            <a:ea typeface="+mn-ea"/>
            <a:cs typeface="+mn-cs"/>
          </a:endParaRPr>
        </a:p>
      </dgm:t>
    </dgm:pt>
    <dgm:pt modelId="{ABEBE114-7E89-4A54-829D-29001621F5C4}" type="parTrans" cxnId="{E2FB13B9-BFBB-4276-953E-6A8A42D40965}">
      <dgm:prSet/>
      <dgm:spPr>
        <a:xfrm>
          <a:off x="3482113" y="423616"/>
          <a:ext cx="91440" cy="1900387"/>
        </a:xfrm>
      </dgm:spPr>
      <dgm:t>
        <a:bodyPr/>
        <a:lstStyle/>
        <a:p>
          <a:endParaRPr lang="en-ZA"/>
        </a:p>
      </dgm:t>
    </dgm:pt>
    <dgm:pt modelId="{F106FB2E-9A62-4EEE-A1F1-4CE29EB9D081}" type="sibTrans" cxnId="{E2FB13B9-BFBB-4276-953E-6A8A42D40965}">
      <dgm:prSet/>
      <dgm:spPr/>
      <dgm:t>
        <a:bodyPr/>
        <a:lstStyle/>
        <a:p>
          <a:endParaRPr lang="en-ZA"/>
        </a:p>
      </dgm:t>
    </dgm:pt>
    <dgm:pt modelId="{7C2EC025-0957-44B0-8803-175EAC3453A4}">
      <dgm:prSet/>
      <dgm:spPr/>
      <dgm:t>
        <a:bodyPr/>
        <a:lstStyle/>
        <a:p>
          <a:r>
            <a:rPr lang="en-US" dirty="0"/>
            <a:t>Hoe </a:t>
          </a:r>
          <a:r>
            <a:rPr lang="en-US" dirty="0" err="1"/>
            <a:t>ontleed</a:t>
          </a:r>
          <a:r>
            <a:rPr lang="en-US" dirty="0"/>
            <a:t> </a:t>
          </a:r>
          <a:r>
            <a:rPr lang="en-US" dirty="0" err="1"/>
            <a:t>jy</a:t>
          </a:r>
          <a:r>
            <a:rPr lang="en-US" dirty="0"/>
            <a:t> ’n </a:t>
          </a:r>
          <a:r>
            <a:rPr lang="en-US" dirty="0" err="1"/>
            <a:t>probleem</a:t>
          </a:r>
          <a:r>
            <a:rPr lang="en-US" dirty="0"/>
            <a:t>?</a:t>
          </a:r>
        </a:p>
      </dgm:t>
    </dgm:pt>
    <dgm:pt modelId="{25111445-6112-4BC5-9FEE-C8E2FCCD21A8}" type="parTrans" cxnId="{16F3E0C2-619F-44A3-B1FC-A4588A788D57}">
      <dgm:prSet/>
      <dgm:spPr/>
      <dgm:t>
        <a:bodyPr/>
        <a:lstStyle/>
        <a:p>
          <a:endParaRPr lang="en-ZA"/>
        </a:p>
      </dgm:t>
    </dgm:pt>
    <dgm:pt modelId="{102054C8-EAFE-4EFB-B8AA-D4BA888E5706}" type="sibTrans" cxnId="{16F3E0C2-619F-44A3-B1FC-A4588A788D57}">
      <dgm:prSet/>
      <dgm:spPr/>
      <dgm:t>
        <a:bodyPr/>
        <a:lstStyle/>
        <a:p>
          <a:endParaRPr lang="en-ZA"/>
        </a:p>
      </dgm:t>
    </dgm:pt>
    <dgm:pt modelId="{61D5AD5C-8F60-4D5F-A29C-ECB5846F6D4C}">
      <dgm:prSet phldrT="[Text]"/>
      <dgm:spPr>
        <a:xfrm>
          <a:off x="1331830" y="1308"/>
          <a:ext cx="844616" cy="422308"/>
        </a:xfrm>
      </dgm:spPr>
      <dgm:t>
        <a:bodyPr/>
        <a:lstStyle/>
        <a:p>
          <a:r>
            <a:rPr lang="en-US">
              <a:latin typeface="Calibri"/>
              <a:ea typeface="+mn-ea"/>
              <a:cs typeface="+mn-cs"/>
            </a:rPr>
            <a:t>Data vs. Inligting</a:t>
          </a:r>
          <a:endParaRPr lang="en-US" dirty="0">
            <a:latin typeface="Calibri"/>
            <a:ea typeface="+mn-ea"/>
            <a:cs typeface="+mn-cs"/>
          </a:endParaRPr>
        </a:p>
      </dgm:t>
    </dgm:pt>
    <dgm:pt modelId="{2B845117-FA63-467F-8712-D914CB7829E1}" type="parTrans" cxnId="{28C01781-25EF-408F-809A-19193D662492}">
      <dgm:prSet/>
      <dgm:spPr/>
    </dgm:pt>
    <dgm:pt modelId="{2A3531A9-C35F-48F0-A68E-E657B8E549A5}" type="sibTrans" cxnId="{28C01781-25EF-408F-809A-19193D662492}">
      <dgm:prSet/>
      <dgm:spPr/>
    </dgm:pt>
    <dgm:pt modelId="{DADDE89C-857C-4207-9178-119D79E63EF3}">
      <dgm:prSet phldrT="[Text]"/>
      <dgm:spPr>
        <a:xfrm>
          <a:off x="1500754" y="529193"/>
          <a:ext cx="675693" cy="422308"/>
        </a:xfrm>
      </dgm:spPr>
      <dgm:t>
        <a:bodyPr/>
        <a:lstStyle/>
        <a:p>
          <a:r>
            <a:rPr lang="en-US" dirty="0">
              <a:latin typeface="Calibri"/>
              <a:ea typeface="+mn-ea"/>
              <a:cs typeface="+mn-cs"/>
            </a:rPr>
            <a:t>Wat is data of feite?</a:t>
          </a:r>
        </a:p>
      </dgm:t>
    </dgm:pt>
    <dgm:pt modelId="{A853628A-6367-4811-91C1-3E648745A8F7}" type="parTrans" cxnId="{548D8E20-A0A9-42B3-BB57-58DF02EE9845}">
      <dgm:prSet/>
      <dgm:spPr/>
      <dgm:t>
        <a:bodyPr/>
        <a:lstStyle/>
        <a:p>
          <a:endParaRPr lang="en-US"/>
        </a:p>
      </dgm:t>
    </dgm:pt>
    <dgm:pt modelId="{A6F135FC-71D5-4E5B-A659-A088EA980D36}" type="sibTrans" cxnId="{548D8E20-A0A9-42B3-BB57-58DF02EE9845}">
      <dgm:prSet/>
      <dgm:spPr/>
      <dgm:t>
        <a:bodyPr/>
        <a:lstStyle/>
        <a:p>
          <a:endParaRPr lang="en-US"/>
        </a:p>
      </dgm:t>
    </dgm:pt>
    <dgm:pt modelId="{265575D1-15C6-4501-A769-3A088F617EAA}">
      <dgm:prSet phldrT="[Text]"/>
      <dgm:spPr>
        <a:xfrm>
          <a:off x="1500754" y="1057078"/>
          <a:ext cx="675693" cy="422308"/>
        </a:xfrm>
      </dgm:spPr>
      <dgm:t>
        <a:bodyPr/>
        <a:lstStyle/>
        <a:p>
          <a:r>
            <a:rPr lang="en-US" dirty="0">
              <a:latin typeface="Calibri"/>
              <a:ea typeface="+mn-ea"/>
              <a:cs typeface="+mn-cs"/>
            </a:rPr>
            <a:t>Wat is inligting?</a:t>
          </a:r>
        </a:p>
      </dgm:t>
    </dgm:pt>
    <dgm:pt modelId="{9669B198-F0A2-4349-941B-ED4BE5856F1F}" type="parTrans" cxnId="{82968BD8-012C-4BBF-B8F0-A7F28F62EE68}">
      <dgm:prSet/>
      <dgm:spPr/>
      <dgm:t>
        <a:bodyPr/>
        <a:lstStyle/>
        <a:p>
          <a:endParaRPr lang="en-US"/>
        </a:p>
      </dgm:t>
    </dgm:pt>
    <dgm:pt modelId="{2D90CC80-8903-434A-A098-F34BD725CEA9}" type="sibTrans" cxnId="{82968BD8-012C-4BBF-B8F0-A7F28F62EE68}">
      <dgm:prSet/>
      <dgm:spPr/>
      <dgm:t>
        <a:bodyPr/>
        <a:lstStyle/>
        <a:p>
          <a:endParaRPr lang="en-US"/>
        </a:p>
      </dgm:t>
    </dgm:pt>
    <dgm:pt modelId="{3C559731-5FD2-40E6-B7A3-7FDCC62A5CF5}" type="pres">
      <dgm:prSet presAssocID="{084DC080-CC7B-4580-99AE-9744DB550DB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8B883ED-D99E-45D5-A2A9-D6C3593E2273}" type="pres">
      <dgm:prSet presAssocID="{BC5BE90B-0CA9-4D25-9960-E25FF28A6035}" presName="root" presStyleCnt="0"/>
      <dgm:spPr/>
    </dgm:pt>
    <dgm:pt modelId="{F2204673-F8B8-4EB8-AFB9-AF8F91494A94}" type="pres">
      <dgm:prSet presAssocID="{BC5BE90B-0CA9-4D25-9960-E25FF28A6035}" presName="rootComposite" presStyleCnt="0"/>
      <dgm:spPr/>
    </dgm:pt>
    <dgm:pt modelId="{9C5B467D-DF2A-48AA-A746-E8A7E2ED69A3}" type="pres">
      <dgm:prSet presAssocID="{BC5BE90B-0CA9-4D25-9960-E25FF28A6035}" presName="rootText" presStyleLbl="node1" presStyleIdx="0" presStyleCnt="4"/>
      <dgm:spPr>
        <a:prstGeom prst="roundRect">
          <a:avLst>
            <a:gd name="adj" fmla="val 10000"/>
          </a:avLst>
        </a:prstGeom>
      </dgm:spPr>
    </dgm:pt>
    <dgm:pt modelId="{78A347B7-F558-45BC-BD74-8752263E7936}" type="pres">
      <dgm:prSet presAssocID="{BC5BE90B-0CA9-4D25-9960-E25FF28A6035}" presName="rootConnector" presStyleLbl="node1" presStyleIdx="0" presStyleCnt="4"/>
      <dgm:spPr/>
    </dgm:pt>
    <dgm:pt modelId="{DACE4376-3C32-4739-8DAD-F90A82957168}" type="pres">
      <dgm:prSet presAssocID="{BC5BE90B-0CA9-4D25-9960-E25FF28A6035}" presName="childShape" presStyleCnt="0"/>
      <dgm:spPr/>
    </dgm:pt>
    <dgm:pt modelId="{6CE2C187-5D93-4E99-8913-3E684DEAB014}" type="pres">
      <dgm:prSet presAssocID="{9A51E8C1-F66B-431C-B1D9-0A57F947C755}" presName="Name13" presStyleLbl="parChTrans1D2" presStyleIdx="0" presStyleCnt="11"/>
      <dgm:spPr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6731"/>
              </a:lnTo>
              <a:lnTo>
                <a:pt x="130181" y="316731"/>
              </a:lnTo>
            </a:path>
          </a:pathLst>
        </a:custGeom>
      </dgm:spPr>
    </dgm:pt>
    <dgm:pt modelId="{8E63F2E9-152B-426B-B176-2723AF2B86D0}" type="pres">
      <dgm:prSet presAssocID="{953F397B-6164-4E13-BE4D-C4E0B68725E3}" presName="childText" presStyleLbl="bgAcc1" presStyleIdx="0" presStyleCnt="11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667E8A48-B9E6-4ADA-914E-168F8DF29DD3}" type="pres">
      <dgm:prSet presAssocID="{E932C4EA-8518-4905-92D0-2FB3BBF9BD34}" presName="Name13" presStyleLbl="parChTrans1D2" presStyleIdx="1" presStyleCnt="11"/>
      <dgm:spPr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44616"/>
              </a:lnTo>
              <a:lnTo>
                <a:pt x="130181" y="844616"/>
              </a:lnTo>
            </a:path>
          </a:pathLst>
        </a:custGeom>
      </dgm:spPr>
    </dgm:pt>
    <dgm:pt modelId="{C28441D0-9310-4928-9ACE-8759C4972D38}" type="pres">
      <dgm:prSet presAssocID="{1FB0683B-4420-409C-A16A-D17534E5C630}" presName="childText" presStyleLbl="bgAcc1" presStyleIdx="1" presStyleCnt="11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BEF58A6C-9F50-40A3-BCC9-554D1FACCD8F}" type="pres">
      <dgm:prSet presAssocID="{25111445-6112-4BC5-9FEE-C8E2FCCD21A8}" presName="Name13" presStyleLbl="parChTrans1D2" presStyleIdx="2" presStyleCnt="11"/>
      <dgm:spPr/>
    </dgm:pt>
    <dgm:pt modelId="{E4F58FE4-87AB-4D31-899D-5D0D4DC403EE}" type="pres">
      <dgm:prSet presAssocID="{7C2EC025-0957-44B0-8803-175EAC3453A4}" presName="childText" presStyleLbl="bgAcc1" presStyleIdx="2" presStyleCnt="11">
        <dgm:presLayoutVars>
          <dgm:bulletEnabled val="1"/>
        </dgm:presLayoutVars>
      </dgm:prSet>
      <dgm:spPr/>
    </dgm:pt>
    <dgm:pt modelId="{E8F9C084-1CFE-47A5-B2A6-4BDBF4B35CDE}" type="pres">
      <dgm:prSet presAssocID="{FEDAFA6E-CF15-4423-8EAD-17092E48AF26}" presName="root" presStyleCnt="0"/>
      <dgm:spPr/>
    </dgm:pt>
    <dgm:pt modelId="{D9C770ED-0669-4158-9C12-24B6B5BB8B1F}" type="pres">
      <dgm:prSet presAssocID="{FEDAFA6E-CF15-4423-8EAD-17092E48AF26}" presName="rootComposite" presStyleCnt="0"/>
      <dgm:spPr/>
    </dgm:pt>
    <dgm:pt modelId="{4B02C2D2-C039-480A-9561-768EE1F6AC42}" type="pres">
      <dgm:prSet presAssocID="{FEDAFA6E-CF15-4423-8EAD-17092E48AF26}" presName="rootText" presStyleLbl="node1" presStyleIdx="1" presStyleCnt="4"/>
      <dgm:spPr>
        <a:prstGeom prst="roundRect">
          <a:avLst>
            <a:gd name="adj" fmla="val 10000"/>
          </a:avLst>
        </a:prstGeom>
      </dgm:spPr>
    </dgm:pt>
    <dgm:pt modelId="{152D8376-61D9-4612-A5E6-7D4F637540A4}" type="pres">
      <dgm:prSet presAssocID="{FEDAFA6E-CF15-4423-8EAD-17092E48AF26}" presName="rootConnector" presStyleLbl="node1" presStyleIdx="1" presStyleCnt="4"/>
      <dgm:spPr/>
    </dgm:pt>
    <dgm:pt modelId="{788BA274-1D04-4DFA-94D1-E4C3E3C8FEEC}" type="pres">
      <dgm:prSet presAssocID="{FEDAFA6E-CF15-4423-8EAD-17092E48AF26}" presName="childShape" presStyleCnt="0"/>
      <dgm:spPr/>
    </dgm:pt>
    <dgm:pt modelId="{A3286ED1-D36B-4909-BD73-84C221A0456A}" type="pres">
      <dgm:prSet presAssocID="{BBC166B6-FE95-4AFF-B2A8-222077D8F257}" presName="Name13" presStyleLbl="parChTrans1D2" presStyleIdx="3" presStyleCnt="11"/>
      <dgm:spPr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6731"/>
              </a:lnTo>
              <a:lnTo>
                <a:pt x="130181" y="316731"/>
              </a:lnTo>
            </a:path>
          </a:pathLst>
        </a:custGeom>
      </dgm:spPr>
    </dgm:pt>
    <dgm:pt modelId="{176887FA-8906-44BB-8CB8-6366E5E8939A}" type="pres">
      <dgm:prSet presAssocID="{EDCD0007-272D-467A-86A4-12D97A5C716D}" presName="childText" presStyleLbl="bgAcc1" presStyleIdx="3" presStyleCnt="11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89447557-83DD-4C29-879A-0A38D5502729}" type="pres">
      <dgm:prSet presAssocID="{FFAA9F18-EF4E-49A6-A555-1F44F99F0A2C}" presName="Name13" presStyleLbl="parChTrans1D2" presStyleIdx="4" presStyleCnt="11"/>
      <dgm:spPr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44616"/>
              </a:lnTo>
              <a:lnTo>
                <a:pt x="130181" y="844616"/>
              </a:lnTo>
            </a:path>
          </a:pathLst>
        </a:custGeom>
      </dgm:spPr>
    </dgm:pt>
    <dgm:pt modelId="{716270D6-026A-40E4-A89E-B165ADE49C26}" type="pres">
      <dgm:prSet presAssocID="{89442F55-04EA-49F5-ADE9-CD7EA88D31BF}" presName="childText" presStyleLbl="bgAcc1" presStyleIdx="4" presStyleCnt="11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4A442204-2DE7-4902-A5CE-88AB10BDFE94}" type="pres">
      <dgm:prSet presAssocID="{61D5AD5C-8F60-4D5F-A29C-ECB5846F6D4C}" presName="root" presStyleCnt="0"/>
      <dgm:spPr/>
    </dgm:pt>
    <dgm:pt modelId="{F14F1155-C883-420A-A639-000703029DBB}" type="pres">
      <dgm:prSet presAssocID="{61D5AD5C-8F60-4D5F-A29C-ECB5846F6D4C}" presName="rootComposite" presStyleCnt="0"/>
      <dgm:spPr/>
    </dgm:pt>
    <dgm:pt modelId="{F19D8578-DD33-4D59-AB72-50F80D1949D2}" type="pres">
      <dgm:prSet presAssocID="{61D5AD5C-8F60-4D5F-A29C-ECB5846F6D4C}" presName="rootText" presStyleLbl="node1" presStyleIdx="2" presStyleCnt="4"/>
      <dgm:spPr>
        <a:prstGeom prst="roundRect">
          <a:avLst>
            <a:gd name="adj" fmla="val 10000"/>
          </a:avLst>
        </a:prstGeom>
      </dgm:spPr>
    </dgm:pt>
    <dgm:pt modelId="{B0306F09-70C4-456D-879B-FAA7F84D50D6}" type="pres">
      <dgm:prSet presAssocID="{61D5AD5C-8F60-4D5F-A29C-ECB5846F6D4C}" presName="rootConnector" presStyleLbl="node1" presStyleIdx="2" presStyleCnt="4"/>
      <dgm:spPr/>
    </dgm:pt>
    <dgm:pt modelId="{6CA444A9-46AD-4A1D-8EBE-6159395927F0}" type="pres">
      <dgm:prSet presAssocID="{61D5AD5C-8F60-4D5F-A29C-ECB5846F6D4C}" presName="childShape" presStyleCnt="0"/>
      <dgm:spPr/>
    </dgm:pt>
    <dgm:pt modelId="{8EACBEC2-5D3D-409E-A6F2-BAC975EA9F58}" type="pres">
      <dgm:prSet presAssocID="{A853628A-6367-4811-91C1-3E648745A8F7}" presName="Name13" presStyleLbl="parChTrans1D2" presStyleIdx="5" presStyleCnt="11"/>
      <dgm:spPr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6731"/>
              </a:lnTo>
              <a:lnTo>
                <a:pt x="130181" y="316731"/>
              </a:lnTo>
            </a:path>
          </a:pathLst>
        </a:custGeom>
      </dgm:spPr>
    </dgm:pt>
    <dgm:pt modelId="{CCE7FB26-8F2A-4D0D-96BC-06906DDDD6A1}" type="pres">
      <dgm:prSet presAssocID="{DADDE89C-857C-4207-9178-119D79E63EF3}" presName="childText" presStyleLbl="bgAcc1" presStyleIdx="5" presStyleCnt="11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A205DAFE-B394-4979-94F3-F4BC3CDB4546}" type="pres">
      <dgm:prSet presAssocID="{9669B198-F0A2-4349-941B-ED4BE5856F1F}" presName="Name13" presStyleLbl="parChTrans1D2" presStyleIdx="6" presStyleCnt="11"/>
      <dgm:spPr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44616"/>
              </a:lnTo>
              <a:lnTo>
                <a:pt x="130181" y="844616"/>
              </a:lnTo>
            </a:path>
          </a:pathLst>
        </a:custGeom>
      </dgm:spPr>
    </dgm:pt>
    <dgm:pt modelId="{10D0529B-0613-4983-9257-BBB015AC4D7B}" type="pres">
      <dgm:prSet presAssocID="{265575D1-15C6-4501-A769-3A088F617EAA}" presName="childText" presStyleLbl="bgAcc1" presStyleIdx="6" presStyleCnt="11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56994F09-39A8-45DB-A6C7-4732B1FF9CE4}" type="pres">
      <dgm:prSet presAssocID="{31933227-AE3F-4515-B721-BEB1460F70B2}" presName="root" presStyleCnt="0"/>
      <dgm:spPr/>
    </dgm:pt>
    <dgm:pt modelId="{EBF83BE2-79EE-4284-B06F-D19661B92B5F}" type="pres">
      <dgm:prSet presAssocID="{31933227-AE3F-4515-B721-BEB1460F70B2}" presName="rootComposite" presStyleCnt="0"/>
      <dgm:spPr/>
    </dgm:pt>
    <dgm:pt modelId="{476CDD6D-D53E-4EB6-9D4F-2CDE7577AA30}" type="pres">
      <dgm:prSet presAssocID="{31933227-AE3F-4515-B721-BEB1460F70B2}" presName="rootText" presStyleLbl="node1" presStyleIdx="3" presStyleCnt="4"/>
      <dgm:spPr>
        <a:prstGeom prst="roundRect">
          <a:avLst>
            <a:gd name="adj" fmla="val 10000"/>
          </a:avLst>
        </a:prstGeom>
      </dgm:spPr>
    </dgm:pt>
    <dgm:pt modelId="{9F514599-2518-497B-9BE0-016526DA7971}" type="pres">
      <dgm:prSet presAssocID="{31933227-AE3F-4515-B721-BEB1460F70B2}" presName="rootConnector" presStyleLbl="node1" presStyleIdx="3" presStyleCnt="4"/>
      <dgm:spPr/>
    </dgm:pt>
    <dgm:pt modelId="{7D91C2C0-A522-45CA-B8ED-EE3496755648}" type="pres">
      <dgm:prSet presAssocID="{31933227-AE3F-4515-B721-BEB1460F70B2}" presName="childShape" presStyleCnt="0"/>
      <dgm:spPr/>
    </dgm:pt>
    <dgm:pt modelId="{56B6E35A-E636-4370-87E5-C381249F48D4}" type="pres">
      <dgm:prSet presAssocID="{45293962-383E-42A3-AAAA-580AEC4BF7F1}" presName="Name13" presStyleLbl="parChTrans1D2" presStyleIdx="7" presStyleCnt="11"/>
      <dgm:spPr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6731"/>
              </a:lnTo>
              <a:lnTo>
                <a:pt x="130181" y="316731"/>
              </a:lnTo>
            </a:path>
          </a:pathLst>
        </a:custGeom>
      </dgm:spPr>
    </dgm:pt>
    <dgm:pt modelId="{A3DD6F16-0DC7-4B2E-B4D5-38E852E4B0E7}" type="pres">
      <dgm:prSet presAssocID="{D3B4C725-7891-4509-ABC3-E44FA1BB0FF0}" presName="childText" presStyleLbl="bgAcc1" presStyleIdx="7" presStyleCnt="11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241AAF7C-6008-4539-8DAA-D868199F4CD6}" type="pres">
      <dgm:prSet presAssocID="{B0D94441-AC84-48A7-AB2E-2566F256EF78}" presName="Name13" presStyleLbl="parChTrans1D2" presStyleIdx="8" presStyleCnt="11"/>
      <dgm:spPr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44616"/>
              </a:lnTo>
              <a:lnTo>
                <a:pt x="130181" y="844616"/>
              </a:lnTo>
            </a:path>
          </a:pathLst>
        </a:custGeom>
      </dgm:spPr>
    </dgm:pt>
    <dgm:pt modelId="{4C487329-2EFF-457E-A2BF-0F758771A588}" type="pres">
      <dgm:prSet presAssocID="{E668C977-42FC-4C8A-8DEF-386C2CE872F0}" presName="childText" presStyleLbl="bgAcc1" presStyleIdx="8" presStyleCnt="11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4614709E-6FE6-4991-8273-C098A0884030}" type="pres">
      <dgm:prSet presAssocID="{A23AE4C5-22FB-4950-A297-6A8D98A701EE}" presName="Name13" presStyleLbl="parChTrans1D2" presStyleIdx="9" presStyleCnt="11"/>
      <dgm:spPr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372501"/>
              </a:lnTo>
              <a:lnTo>
                <a:pt x="130181" y="1372501"/>
              </a:lnTo>
            </a:path>
          </a:pathLst>
        </a:custGeom>
      </dgm:spPr>
    </dgm:pt>
    <dgm:pt modelId="{18A25B1F-A9B1-40D6-A231-D7910ACAA706}" type="pres">
      <dgm:prSet presAssocID="{53ACA0D8-50E7-450D-BFDE-2B8116FDD4C7}" presName="childText" presStyleLbl="bgAcc1" presStyleIdx="9" presStyleCnt="11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F0923E3E-99FC-4159-BAE5-6C8E0136372A}" type="pres">
      <dgm:prSet presAssocID="{ABEBE114-7E89-4A54-829D-29001621F5C4}" presName="Name13" presStyleLbl="parChTrans1D2" presStyleIdx="10" presStyleCnt="11"/>
      <dgm:spPr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00387"/>
              </a:lnTo>
              <a:lnTo>
                <a:pt x="130181" y="1900387"/>
              </a:lnTo>
            </a:path>
          </a:pathLst>
        </a:custGeom>
      </dgm:spPr>
    </dgm:pt>
    <dgm:pt modelId="{626D00A6-B721-4194-811E-BED8001B30B7}" type="pres">
      <dgm:prSet presAssocID="{A79DEDF9-2D1C-425F-A9A2-5D75226E4C70}" presName="childText" presStyleLbl="bgAcc1" presStyleIdx="10" presStyleCnt="11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</dgm:ptLst>
  <dgm:cxnLst>
    <dgm:cxn modelId="{BC11D0BF-A9FF-4003-A434-818E93D1A57C}" type="presOf" srcId="{31933227-AE3F-4515-B721-BEB1460F70B2}" destId="{9F514599-2518-497B-9BE0-016526DA7971}" srcOrd="1" destOrd="0" presId="urn:microsoft.com/office/officeart/2005/8/layout/hierarchy3"/>
    <dgm:cxn modelId="{8E075FCF-CA55-4B9C-B3E7-CE67B041E57F}" srcId="{084DC080-CC7B-4580-99AE-9744DB550DBE}" destId="{BC5BE90B-0CA9-4D25-9960-E25FF28A6035}" srcOrd="0" destOrd="0" parTransId="{41915A60-1E2C-4B8E-B133-02DE0972B187}" sibTransId="{22078916-E521-4A33-8CB3-55687DC3A857}"/>
    <dgm:cxn modelId="{DE7E9859-F6AB-46A6-8082-3257AE44887B}" type="presOf" srcId="{FEDAFA6E-CF15-4423-8EAD-17092E48AF26}" destId="{4B02C2D2-C039-480A-9561-768EE1F6AC42}" srcOrd="0" destOrd="0" presId="urn:microsoft.com/office/officeart/2005/8/layout/hierarchy3"/>
    <dgm:cxn modelId="{5D135802-93B7-4D17-AAD8-B25D9F277526}" type="presOf" srcId="{FEDAFA6E-CF15-4423-8EAD-17092E48AF26}" destId="{152D8376-61D9-4612-A5E6-7D4F637540A4}" srcOrd="1" destOrd="0" presId="urn:microsoft.com/office/officeart/2005/8/layout/hierarchy3"/>
    <dgm:cxn modelId="{D6E5E41E-8BDB-439B-8754-094E7168EAE6}" srcId="{BC5BE90B-0CA9-4D25-9960-E25FF28A6035}" destId="{1FB0683B-4420-409C-A16A-D17534E5C630}" srcOrd="1" destOrd="0" parTransId="{E932C4EA-8518-4905-92D0-2FB3BBF9BD34}" sibTransId="{07C5380E-063A-4A9E-B674-987920DD1337}"/>
    <dgm:cxn modelId="{2F3511F9-58C1-4F71-8472-49154F777A05}" type="presOf" srcId="{953F397B-6164-4E13-BE4D-C4E0B68725E3}" destId="{8E63F2E9-152B-426B-B176-2723AF2B86D0}" srcOrd="0" destOrd="0" presId="urn:microsoft.com/office/officeart/2005/8/layout/hierarchy3"/>
    <dgm:cxn modelId="{E2FB13B9-BFBB-4276-953E-6A8A42D40965}" srcId="{31933227-AE3F-4515-B721-BEB1460F70B2}" destId="{A79DEDF9-2D1C-425F-A9A2-5D75226E4C70}" srcOrd="3" destOrd="0" parTransId="{ABEBE114-7E89-4A54-829D-29001621F5C4}" sibTransId="{F106FB2E-9A62-4EEE-A1F1-4CE29EB9D081}"/>
    <dgm:cxn modelId="{548D8E20-A0A9-42B3-BB57-58DF02EE9845}" srcId="{61D5AD5C-8F60-4D5F-A29C-ECB5846F6D4C}" destId="{DADDE89C-857C-4207-9178-119D79E63EF3}" srcOrd="0" destOrd="0" parTransId="{A853628A-6367-4811-91C1-3E648745A8F7}" sibTransId="{A6F135FC-71D5-4E5B-A659-A088EA980D36}"/>
    <dgm:cxn modelId="{1E6D7563-2D02-47A6-BB53-1FE7EABDB091}" type="presOf" srcId="{61D5AD5C-8F60-4D5F-A29C-ECB5846F6D4C}" destId="{B0306F09-70C4-456D-879B-FAA7F84D50D6}" srcOrd="1" destOrd="0" presId="urn:microsoft.com/office/officeart/2005/8/layout/hierarchy3"/>
    <dgm:cxn modelId="{40AD9D7B-E9A0-45FE-8D6A-907A84158F2D}" type="presOf" srcId="{53ACA0D8-50E7-450D-BFDE-2B8116FDD4C7}" destId="{18A25B1F-A9B1-40D6-A231-D7910ACAA706}" srcOrd="0" destOrd="0" presId="urn:microsoft.com/office/officeart/2005/8/layout/hierarchy3"/>
    <dgm:cxn modelId="{CB88B1E4-B1BC-4DAD-9BA8-07FB7B19CCB9}" type="presOf" srcId="{9669B198-F0A2-4349-941B-ED4BE5856F1F}" destId="{A205DAFE-B394-4979-94F3-F4BC3CDB4546}" srcOrd="0" destOrd="0" presId="urn:microsoft.com/office/officeart/2005/8/layout/hierarchy3"/>
    <dgm:cxn modelId="{EDCB6599-6229-433E-83C7-1F317DC16BA3}" type="presOf" srcId="{ABEBE114-7E89-4A54-829D-29001621F5C4}" destId="{F0923E3E-99FC-4159-BAE5-6C8E0136372A}" srcOrd="0" destOrd="0" presId="urn:microsoft.com/office/officeart/2005/8/layout/hierarchy3"/>
    <dgm:cxn modelId="{782FDF9D-8834-4A95-B37A-79E610954993}" type="presOf" srcId="{DADDE89C-857C-4207-9178-119D79E63EF3}" destId="{CCE7FB26-8F2A-4D0D-96BC-06906DDDD6A1}" srcOrd="0" destOrd="0" presId="urn:microsoft.com/office/officeart/2005/8/layout/hierarchy3"/>
    <dgm:cxn modelId="{61B9745C-B7F0-4CA7-8DF3-B70D05887FF0}" type="presOf" srcId="{FFAA9F18-EF4E-49A6-A555-1F44F99F0A2C}" destId="{89447557-83DD-4C29-879A-0A38D5502729}" srcOrd="0" destOrd="0" presId="urn:microsoft.com/office/officeart/2005/8/layout/hierarchy3"/>
    <dgm:cxn modelId="{464C710D-F602-4BF4-8BA7-C871859D3E48}" type="presOf" srcId="{45293962-383E-42A3-AAAA-580AEC4BF7F1}" destId="{56B6E35A-E636-4370-87E5-C381249F48D4}" srcOrd="0" destOrd="0" presId="urn:microsoft.com/office/officeart/2005/8/layout/hierarchy3"/>
    <dgm:cxn modelId="{0A9B0A59-B66E-4BDC-BF55-A843DABD77A1}" type="presOf" srcId="{EDCD0007-272D-467A-86A4-12D97A5C716D}" destId="{176887FA-8906-44BB-8CB8-6366E5E8939A}" srcOrd="0" destOrd="0" presId="urn:microsoft.com/office/officeart/2005/8/layout/hierarchy3"/>
    <dgm:cxn modelId="{055E5B50-49C6-4DD3-B653-D198901CC05C}" type="presOf" srcId="{E668C977-42FC-4C8A-8DEF-386C2CE872F0}" destId="{4C487329-2EFF-457E-A2BF-0F758771A588}" srcOrd="0" destOrd="0" presId="urn:microsoft.com/office/officeart/2005/8/layout/hierarchy3"/>
    <dgm:cxn modelId="{F80D2092-4782-4419-B9A9-2DA7334C368D}" type="presOf" srcId="{D3B4C725-7891-4509-ABC3-E44FA1BB0FF0}" destId="{A3DD6F16-0DC7-4B2E-B4D5-38E852E4B0E7}" srcOrd="0" destOrd="0" presId="urn:microsoft.com/office/officeart/2005/8/layout/hierarchy3"/>
    <dgm:cxn modelId="{F01E630B-6AAB-4AD4-B17B-AC21C6ECDB09}" type="presOf" srcId="{A853628A-6367-4811-91C1-3E648745A8F7}" destId="{8EACBEC2-5D3D-409E-A6F2-BAC975EA9F58}" srcOrd="0" destOrd="0" presId="urn:microsoft.com/office/officeart/2005/8/layout/hierarchy3"/>
    <dgm:cxn modelId="{0BE97A44-71D9-41ED-B536-40871B9BBA16}" type="presOf" srcId="{A79DEDF9-2D1C-425F-A9A2-5D75226E4C70}" destId="{626D00A6-B721-4194-811E-BED8001B30B7}" srcOrd="0" destOrd="0" presId="urn:microsoft.com/office/officeart/2005/8/layout/hierarchy3"/>
    <dgm:cxn modelId="{16CC2974-1476-4A7B-8150-14F7BE79701A}" type="presOf" srcId="{BBC166B6-FE95-4AFF-B2A8-222077D8F257}" destId="{A3286ED1-D36B-4909-BD73-84C221A0456A}" srcOrd="0" destOrd="0" presId="urn:microsoft.com/office/officeart/2005/8/layout/hierarchy3"/>
    <dgm:cxn modelId="{552B63B1-8D40-486F-995D-CD0909CCADAE}" srcId="{31933227-AE3F-4515-B721-BEB1460F70B2}" destId="{D3B4C725-7891-4509-ABC3-E44FA1BB0FF0}" srcOrd="0" destOrd="0" parTransId="{45293962-383E-42A3-AAAA-580AEC4BF7F1}" sibTransId="{7322316E-F4DD-4CF9-9CE7-247169586F60}"/>
    <dgm:cxn modelId="{D1FB91A3-1A35-47DA-8719-B06B6FC9A309}" srcId="{31933227-AE3F-4515-B721-BEB1460F70B2}" destId="{E668C977-42FC-4C8A-8DEF-386C2CE872F0}" srcOrd="1" destOrd="0" parTransId="{B0D94441-AC84-48A7-AB2E-2566F256EF78}" sibTransId="{93E308E4-A391-4E19-A264-C21442875E45}"/>
    <dgm:cxn modelId="{B991E0D0-CE3E-4107-AAF3-34A66E5CFBBF}" type="presOf" srcId="{BC5BE90B-0CA9-4D25-9960-E25FF28A6035}" destId="{78A347B7-F558-45BC-BD74-8752263E7936}" srcOrd="1" destOrd="0" presId="urn:microsoft.com/office/officeart/2005/8/layout/hierarchy3"/>
    <dgm:cxn modelId="{D5D30B00-0E8F-423E-8F5C-4F74AEE2BB81}" type="presOf" srcId="{B0D94441-AC84-48A7-AB2E-2566F256EF78}" destId="{241AAF7C-6008-4539-8DAA-D868199F4CD6}" srcOrd="0" destOrd="0" presId="urn:microsoft.com/office/officeart/2005/8/layout/hierarchy3"/>
    <dgm:cxn modelId="{48B94AD2-B2E7-45C9-8070-434A3A7AA014}" srcId="{BC5BE90B-0CA9-4D25-9960-E25FF28A6035}" destId="{953F397B-6164-4E13-BE4D-C4E0B68725E3}" srcOrd="0" destOrd="0" parTransId="{9A51E8C1-F66B-431C-B1D9-0A57F947C755}" sibTransId="{508581E6-2978-464A-A844-8D82F4745B4B}"/>
    <dgm:cxn modelId="{B872FF92-5964-4AC2-B7C1-A455280C336F}" type="presOf" srcId="{61D5AD5C-8F60-4D5F-A29C-ECB5846F6D4C}" destId="{F19D8578-DD33-4D59-AB72-50F80D1949D2}" srcOrd="0" destOrd="0" presId="urn:microsoft.com/office/officeart/2005/8/layout/hierarchy3"/>
    <dgm:cxn modelId="{2FA1D163-5421-4D7A-BB17-328C5E524ACC}" type="presOf" srcId="{1FB0683B-4420-409C-A16A-D17534E5C630}" destId="{C28441D0-9310-4928-9ACE-8759C4972D38}" srcOrd="0" destOrd="0" presId="urn:microsoft.com/office/officeart/2005/8/layout/hierarchy3"/>
    <dgm:cxn modelId="{9B94A3CD-1E67-49F2-B585-3F2C025B2003}" srcId="{31933227-AE3F-4515-B721-BEB1460F70B2}" destId="{53ACA0D8-50E7-450D-BFDE-2B8116FDD4C7}" srcOrd="2" destOrd="0" parTransId="{A23AE4C5-22FB-4950-A297-6A8D98A701EE}" sibTransId="{72B15893-AF2A-4882-8A74-C9CE301A86EA}"/>
    <dgm:cxn modelId="{A5F5DC24-AE4D-444B-897B-1ED19219E72B}" type="presOf" srcId="{31933227-AE3F-4515-B721-BEB1460F70B2}" destId="{476CDD6D-D53E-4EB6-9D4F-2CDE7577AA30}" srcOrd="0" destOrd="0" presId="urn:microsoft.com/office/officeart/2005/8/layout/hierarchy3"/>
    <dgm:cxn modelId="{C3B18013-ED7C-469D-97BA-AD85C8E3985F}" srcId="{FEDAFA6E-CF15-4423-8EAD-17092E48AF26}" destId="{EDCD0007-272D-467A-86A4-12D97A5C716D}" srcOrd="0" destOrd="0" parTransId="{BBC166B6-FE95-4AFF-B2A8-222077D8F257}" sibTransId="{283BD3E5-6034-40AA-B80C-14BE2A571B26}"/>
    <dgm:cxn modelId="{F3F6D111-20E6-46FB-9416-EB60D02EBF7E}" srcId="{084DC080-CC7B-4580-99AE-9744DB550DBE}" destId="{FEDAFA6E-CF15-4423-8EAD-17092E48AF26}" srcOrd="1" destOrd="0" parTransId="{9D8FDB68-8420-4C1E-975A-C6854B447784}" sibTransId="{5E88811B-5319-481A-9FA6-98B5A871E158}"/>
    <dgm:cxn modelId="{00FA78E1-433F-4C90-ABC3-1998F3C3FB6E}" type="presOf" srcId="{BC5BE90B-0CA9-4D25-9960-E25FF28A6035}" destId="{9C5B467D-DF2A-48AA-A746-E8A7E2ED69A3}" srcOrd="0" destOrd="0" presId="urn:microsoft.com/office/officeart/2005/8/layout/hierarchy3"/>
    <dgm:cxn modelId="{47868AEF-ED82-4583-AD0E-1B8190F876E0}" type="presOf" srcId="{E932C4EA-8518-4905-92D0-2FB3BBF9BD34}" destId="{667E8A48-B9E6-4ADA-914E-168F8DF29DD3}" srcOrd="0" destOrd="0" presId="urn:microsoft.com/office/officeart/2005/8/layout/hierarchy3"/>
    <dgm:cxn modelId="{10A5AA83-E666-4AFE-996E-5DB76925CED4}" type="presOf" srcId="{9A51E8C1-F66B-431C-B1D9-0A57F947C755}" destId="{6CE2C187-5D93-4E99-8913-3E684DEAB014}" srcOrd="0" destOrd="0" presId="urn:microsoft.com/office/officeart/2005/8/layout/hierarchy3"/>
    <dgm:cxn modelId="{BD38BF59-5B5B-464A-9CF6-9EBB1BE917F7}" type="presOf" srcId="{89442F55-04EA-49F5-ADE9-CD7EA88D31BF}" destId="{716270D6-026A-40E4-A89E-B165ADE49C26}" srcOrd="0" destOrd="0" presId="urn:microsoft.com/office/officeart/2005/8/layout/hierarchy3"/>
    <dgm:cxn modelId="{E37D9A1E-9E7A-4C3B-B691-77801CF14EFB}" type="presOf" srcId="{7C2EC025-0957-44B0-8803-175EAC3453A4}" destId="{E4F58FE4-87AB-4D31-899D-5D0D4DC403EE}" srcOrd="0" destOrd="0" presId="urn:microsoft.com/office/officeart/2005/8/layout/hierarchy3"/>
    <dgm:cxn modelId="{D4361795-23DD-48C6-BD66-DBC1CD4585C5}" srcId="{084DC080-CC7B-4580-99AE-9744DB550DBE}" destId="{31933227-AE3F-4515-B721-BEB1460F70B2}" srcOrd="3" destOrd="0" parTransId="{AA929BE4-F9B6-4B0E-BBE3-B96E3AE0D3D7}" sibTransId="{6ADF3C0D-9804-48FB-9F1E-EADEBEC939FE}"/>
    <dgm:cxn modelId="{16F3E0C2-619F-44A3-B1FC-A4588A788D57}" srcId="{BC5BE90B-0CA9-4D25-9960-E25FF28A6035}" destId="{7C2EC025-0957-44B0-8803-175EAC3453A4}" srcOrd="2" destOrd="0" parTransId="{25111445-6112-4BC5-9FEE-C8E2FCCD21A8}" sibTransId="{102054C8-EAFE-4EFB-B8AA-D4BA888E5706}"/>
    <dgm:cxn modelId="{8805A47C-9BE6-414E-9532-759E99AB13FB}" srcId="{FEDAFA6E-CF15-4423-8EAD-17092E48AF26}" destId="{89442F55-04EA-49F5-ADE9-CD7EA88D31BF}" srcOrd="1" destOrd="0" parTransId="{FFAA9F18-EF4E-49A6-A555-1F44F99F0A2C}" sibTransId="{A3103C07-1235-4A13-81F7-AC7E6A6C28CA}"/>
    <dgm:cxn modelId="{C410B534-97B1-4E5F-9FA6-EDB5A1655C59}" type="presOf" srcId="{265575D1-15C6-4501-A769-3A088F617EAA}" destId="{10D0529B-0613-4983-9257-BBB015AC4D7B}" srcOrd="0" destOrd="0" presId="urn:microsoft.com/office/officeart/2005/8/layout/hierarchy3"/>
    <dgm:cxn modelId="{82968BD8-012C-4BBF-B8F0-A7F28F62EE68}" srcId="{61D5AD5C-8F60-4D5F-A29C-ECB5846F6D4C}" destId="{265575D1-15C6-4501-A769-3A088F617EAA}" srcOrd="1" destOrd="0" parTransId="{9669B198-F0A2-4349-941B-ED4BE5856F1F}" sibTransId="{2D90CC80-8903-434A-A098-F34BD725CEA9}"/>
    <dgm:cxn modelId="{CB327299-21B4-4F61-B838-46100276BF51}" type="presOf" srcId="{A23AE4C5-22FB-4950-A297-6A8D98A701EE}" destId="{4614709E-6FE6-4991-8273-C098A0884030}" srcOrd="0" destOrd="0" presId="urn:microsoft.com/office/officeart/2005/8/layout/hierarchy3"/>
    <dgm:cxn modelId="{BBE60DEA-34EF-4E3F-98E1-82143357038D}" type="presOf" srcId="{25111445-6112-4BC5-9FEE-C8E2FCCD21A8}" destId="{BEF58A6C-9F50-40A3-BCC9-554D1FACCD8F}" srcOrd="0" destOrd="0" presId="urn:microsoft.com/office/officeart/2005/8/layout/hierarchy3"/>
    <dgm:cxn modelId="{4D9094EE-5F44-4CFB-A411-ED5B7AA2ADE1}" type="presOf" srcId="{084DC080-CC7B-4580-99AE-9744DB550DBE}" destId="{3C559731-5FD2-40E6-B7A3-7FDCC62A5CF5}" srcOrd="0" destOrd="0" presId="urn:microsoft.com/office/officeart/2005/8/layout/hierarchy3"/>
    <dgm:cxn modelId="{28C01781-25EF-408F-809A-19193D662492}" srcId="{084DC080-CC7B-4580-99AE-9744DB550DBE}" destId="{61D5AD5C-8F60-4D5F-A29C-ECB5846F6D4C}" srcOrd="2" destOrd="0" parTransId="{2B845117-FA63-467F-8712-D914CB7829E1}" sibTransId="{2A3531A9-C35F-48F0-A68E-E657B8E549A5}"/>
    <dgm:cxn modelId="{BF3ACD8D-F8C6-491A-9B9B-B0A7832996B9}" type="presParOf" srcId="{3C559731-5FD2-40E6-B7A3-7FDCC62A5CF5}" destId="{38B883ED-D99E-45D5-A2A9-D6C3593E2273}" srcOrd="0" destOrd="0" presId="urn:microsoft.com/office/officeart/2005/8/layout/hierarchy3"/>
    <dgm:cxn modelId="{42A09BB9-F6C2-4811-A80A-76F83F74DFBB}" type="presParOf" srcId="{38B883ED-D99E-45D5-A2A9-D6C3593E2273}" destId="{F2204673-F8B8-4EB8-AFB9-AF8F91494A94}" srcOrd="0" destOrd="0" presId="urn:microsoft.com/office/officeart/2005/8/layout/hierarchy3"/>
    <dgm:cxn modelId="{4ECA3BAF-A33A-4FDC-A638-7E6739391958}" type="presParOf" srcId="{F2204673-F8B8-4EB8-AFB9-AF8F91494A94}" destId="{9C5B467D-DF2A-48AA-A746-E8A7E2ED69A3}" srcOrd="0" destOrd="0" presId="urn:microsoft.com/office/officeart/2005/8/layout/hierarchy3"/>
    <dgm:cxn modelId="{87C54AE8-6EAD-4514-93CE-8497BD198250}" type="presParOf" srcId="{F2204673-F8B8-4EB8-AFB9-AF8F91494A94}" destId="{78A347B7-F558-45BC-BD74-8752263E7936}" srcOrd="1" destOrd="0" presId="urn:microsoft.com/office/officeart/2005/8/layout/hierarchy3"/>
    <dgm:cxn modelId="{256A4BEA-898D-4C47-8B7D-5BDB2AF95873}" type="presParOf" srcId="{38B883ED-D99E-45D5-A2A9-D6C3593E2273}" destId="{DACE4376-3C32-4739-8DAD-F90A82957168}" srcOrd="1" destOrd="0" presId="urn:microsoft.com/office/officeart/2005/8/layout/hierarchy3"/>
    <dgm:cxn modelId="{87EB8303-D419-4674-BA10-6E9E213CF2C3}" type="presParOf" srcId="{DACE4376-3C32-4739-8DAD-F90A82957168}" destId="{6CE2C187-5D93-4E99-8913-3E684DEAB014}" srcOrd="0" destOrd="0" presId="urn:microsoft.com/office/officeart/2005/8/layout/hierarchy3"/>
    <dgm:cxn modelId="{B841A58B-3CA0-45BF-9175-FC8C42A65794}" type="presParOf" srcId="{DACE4376-3C32-4739-8DAD-F90A82957168}" destId="{8E63F2E9-152B-426B-B176-2723AF2B86D0}" srcOrd="1" destOrd="0" presId="urn:microsoft.com/office/officeart/2005/8/layout/hierarchy3"/>
    <dgm:cxn modelId="{D56DD205-9BD0-4D81-B2AB-0CCD4641198C}" type="presParOf" srcId="{DACE4376-3C32-4739-8DAD-F90A82957168}" destId="{667E8A48-B9E6-4ADA-914E-168F8DF29DD3}" srcOrd="2" destOrd="0" presId="urn:microsoft.com/office/officeart/2005/8/layout/hierarchy3"/>
    <dgm:cxn modelId="{5702434E-979C-4408-8299-A9C378665425}" type="presParOf" srcId="{DACE4376-3C32-4739-8DAD-F90A82957168}" destId="{C28441D0-9310-4928-9ACE-8759C4972D38}" srcOrd="3" destOrd="0" presId="urn:microsoft.com/office/officeart/2005/8/layout/hierarchy3"/>
    <dgm:cxn modelId="{ACA36628-FF6B-47A3-B824-D1ED832DA761}" type="presParOf" srcId="{DACE4376-3C32-4739-8DAD-F90A82957168}" destId="{BEF58A6C-9F50-40A3-BCC9-554D1FACCD8F}" srcOrd="4" destOrd="0" presId="urn:microsoft.com/office/officeart/2005/8/layout/hierarchy3"/>
    <dgm:cxn modelId="{9B7BAE2D-E579-4389-B865-0E15C8206AEE}" type="presParOf" srcId="{DACE4376-3C32-4739-8DAD-F90A82957168}" destId="{E4F58FE4-87AB-4D31-899D-5D0D4DC403EE}" srcOrd="5" destOrd="0" presId="urn:microsoft.com/office/officeart/2005/8/layout/hierarchy3"/>
    <dgm:cxn modelId="{D1D8159D-9343-43FA-89C3-9795CE3E87DC}" type="presParOf" srcId="{3C559731-5FD2-40E6-B7A3-7FDCC62A5CF5}" destId="{E8F9C084-1CFE-47A5-B2A6-4BDBF4B35CDE}" srcOrd="1" destOrd="0" presId="urn:microsoft.com/office/officeart/2005/8/layout/hierarchy3"/>
    <dgm:cxn modelId="{80F9B268-C79E-4CF2-B6F6-FE6A0DD22A8C}" type="presParOf" srcId="{E8F9C084-1CFE-47A5-B2A6-4BDBF4B35CDE}" destId="{D9C770ED-0669-4158-9C12-24B6B5BB8B1F}" srcOrd="0" destOrd="0" presId="urn:microsoft.com/office/officeart/2005/8/layout/hierarchy3"/>
    <dgm:cxn modelId="{6F7CB46F-09BF-4C03-8502-480B25F76522}" type="presParOf" srcId="{D9C770ED-0669-4158-9C12-24B6B5BB8B1F}" destId="{4B02C2D2-C039-480A-9561-768EE1F6AC42}" srcOrd="0" destOrd="0" presId="urn:microsoft.com/office/officeart/2005/8/layout/hierarchy3"/>
    <dgm:cxn modelId="{C6F93A40-663E-4965-B7F5-2DA79F6FA2B6}" type="presParOf" srcId="{D9C770ED-0669-4158-9C12-24B6B5BB8B1F}" destId="{152D8376-61D9-4612-A5E6-7D4F637540A4}" srcOrd="1" destOrd="0" presId="urn:microsoft.com/office/officeart/2005/8/layout/hierarchy3"/>
    <dgm:cxn modelId="{05F5F731-437D-407E-B6EA-8D8055808621}" type="presParOf" srcId="{E8F9C084-1CFE-47A5-B2A6-4BDBF4B35CDE}" destId="{788BA274-1D04-4DFA-94D1-E4C3E3C8FEEC}" srcOrd="1" destOrd="0" presId="urn:microsoft.com/office/officeart/2005/8/layout/hierarchy3"/>
    <dgm:cxn modelId="{5658BEA3-5B60-4FAB-A5EF-CD7711EA9E6B}" type="presParOf" srcId="{788BA274-1D04-4DFA-94D1-E4C3E3C8FEEC}" destId="{A3286ED1-D36B-4909-BD73-84C221A0456A}" srcOrd="0" destOrd="0" presId="urn:microsoft.com/office/officeart/2005/8/layout/hierarchy3"/>
    <dgm:cxn modelId="{62973E37-37E7-472F-951B-7863C768CA14}" type="presParOf" srcId="{788BA274-1D04-4DFA-94D1-E4C3E3C8FEEC}" destId="{176887FA-8906-44BB-8CB8-6366E5E8939A}" srcOrd="1" destOrd="0" presId="urn:microsoft.com/office/officeart/2005/8/layout/hierarchy3"/>
    <dgm:cxn modelId="{A893EFB1-AEF8-4404-B0B6-95201B37D549}" type="presParOf" srcId="{788BA274-1D04-4DFA-94D1-E4C3E3C8FEEC}" destId="{89447557-83DD-4C29-879A-0A38D5502729}" srcOrd="2" destOrd="0" presId="urn:microsoft.com/office/officeart/2005/8/layout/hierarchy3"/>
    <dgm:cxn modelId="{725FC928-F86F-4B6F-838A-1B0E4C73E732}" type="presParOf" srcId="{788BA274-1D04-4DFA-94D1-E4C3E3C8FEEC}" destId="{716270D6-026A-40E4-A89E-B165ADE49C26}" srcOrd="3" destOrd="0" presId="urn:microsoft.com/office/officeart/2005/8/layout/hierarchy3"/>
    <dgm:cxn modelId="{A11CC91E-607B-47E4-AF6B-8FD7BC9DDF78}" type="presParOf" srcId="{3C559731-5FD2-40E6-B7A3-7FDCC62A5CF5}" destId="{4A442204-2DE7-4902-A5CE-88AB10BDFE94}" srcOrd="2" destOrd="0" presId="urn:microsoft.com/office/officeart/2005/8/layout/hierarchy3"/>
    <dgm:cxn modelId="{2C7F9549-F751-4138-B190-67E49E459D62}" type="presParOf" srcId="{4A442204-2DE7-4902-A5CE-88AB10BDFE94}" destId="{F14F1155-C883-420A-A639-000703029DBB}" srcOrd="0" destOrd="0" presId="urn:microsoft.com/office/officeart/2005/8/layout/hierarchy3"/>
    <dgm:cxn modelId="{20DA6585-0182-4EED-B95E-1F5E91692FE4}" type="presParOf" srcId="{F14F1155-C883-420A-A639-000703029DBB}" destId="{F19D8578-DD33-4D59-AB72-50F80D1949D2}" srcOrd="0" destOrd="0" presId="urn:microsoft.com/office/officeart/2005/8/layout/hierarchy3"/>
    <dgm:cxn modelId="{23D86EEB-0189-44BA-B576-B22AC341F81B}" type="presParOf" srcId="{F14F1155-C883-420A-A639-000703029DBB}" destId="{B0306F09-70C4-456D-879B-FAA7F84D50D6}" srcOrd="1" destOrd="0" presId="urn:microsoft.com/office/officeart/2005/8/layout/hierarchy3"/>
    <dgm:cxn modelId="{3C01581A-B952-48F9-9368-38BCFDA5533F}" type="presParOf" srcId="{4A442204-2DE7-4902-A5CE-88AB10BDFE94}" destId="{6CA444A9-46AD-4A1D-8EBE-6159395927F0}" srcOrd="1" destOrd="0" presId="urn:microsoft.com/office/officeart/2005/8/layout/hierarchy3"/>
    <dgm:cxn modelId="{2AEFAAF4-75C7-4147-884A-A3C51EF1CA47}" type="presParOf" srcId="{6CA444A9-46AD-4A1D-8EBE-6159395927F0}" destId="{8EACBEC2-5D3D-409E-A6F2-BAC975EA9F58}" srcOrd="0" destOrd="0" presId="urn:microsoft.com/office/officeart/2005/8/layout/hierarchy3"/>
    <dgm:cxn modelId="{5D772DAB-9E63-4484-8508-CCF2F4B28A4C}" type="presParOf" srcId="{6CA444A9-46AD-4A1D-8EBE-6159395927F0}" destId="{CCE7FB26-8F2A-4D0D-96BC-06906DDDD6A1}" srcOrd="1" destOrd="0" presId="urn:microsoft.com/office/officeart/2005/8/layout/hierarchy3"/>
    <dgm:cxn modelId="{811B6977-E946-4B10-B0A0-2A25F2934EFF}" type="presParOf" srcId="{6CA444A9-46AD-4A1D-8EBE-6159395927F0}" destId="{A205DAFE-B394-4979-94F3-F4BC3CDB4546}" srcOrd="2" destOrd="0" presId="urn:microsoft.com/office/officeart/2005/8/layout/hierarchy3"/>
    <dgm:cxn modelId="{8D91AB47-9EF9-479D-83A5-74C8391FB91D}" type="presParOf" srcId="{6CA444A9-46AD-4A1D-8EBE-6159395927F0}" destId="{10D0529B-0613-4983-9257-BBB015AC4D7B}" srcOrd="3" destOrd="0" presId="urn:microsoft.com/office/officeart/2005/8/layout/hierarchy3"/>
    <dgm:cxn modelId="{3783CBB9-526D-4928-80CA-E9B73A35E681}" type="presParOf" srcId="{3C559731-5FD2-40E6-B7A3-7FDCC62A5CF5}" destId="{56994F09-39A8-45DB-A6C7-4732B1FF9CE4}" srcOrd="3" destOrd="0" presId="urn:microsoft.com/office/officeart/2005/8/layout/hierarchy3"/>
    <dgm:cxn modelId="{0473EE7D-678D-49B6-BF45-CC5677FD3C1F}" type="presParOf" srcId="{56994F09-39A8-45DB-A6C7-4732B1FF9CE4}" destId="{EBF83BE2-79EE-4284-B06F-D19661B92B5F}" srcOrd="0" destOrd="0" presId="urn:microsoft.com/office/officeart/2005/8/layout/hierarchy3"/>
    <dgm:cxn modelId="{9CE9A4F5-55EB-4F05-A96A-BEB7246CADCA}" type="presParOf" srcId="{EBF83BE2-79EE-4284-B06F-D19661B92B5F}" destId="{476CDD6D-D53E-4EB6-9D4F-2CDE7577AA30}" srcOrd="0" destOrd="0" presId="urn:microsoft.com/office/officeart/2005/8/layout/hierarchy3"/>
    <dgm:cxn modelId="{A9C172C8-F43D-435E-A8FB-6969F1B5B467}" type="presParOf" srcId="{EBF83BE2-79EE-4284-B06F-D19661B92B5F}" destId="{9F514599-2518-497B-9BE0-016526DA7971}" srcOrd="1" destOrd="0" presId="urn:microsoft.com/office/officeart/2005/8/layout/hierarchy3"/>
    <dgm:cxn modelId="{80145E4A-BCC0-43F8-BCD1-B30A348BB92E}" type="presParOf" srcId="{56994F09-39A8-45DB-A6C7-4732B1FF9CE4}" destId="{7D91C2C0-A522-45CA-B8ED-EE3496755648}" srcOrd="1" destOrd="0" presId="urn:microsoft.com/office/officeart/2005/8/layout/hierarchy3"/>
    <dgm:cxn modelId="{C4751B57-9464-4839-9C6C-ED0D52E50C09}" type="presParOf" srcId="{7D91C2C0-A522-45CA-B8ED-EE3496755648}" destId="{56B6E35A-E636-4370-87E5-C381249F48D4}" srcOrd="0" destOrd="0" presId="urn:microsoft.com/office/officeart/2005/8/layout/hierarchy3"/>
    <dgm:cxn modelId="{D94F8A60-1980-48AC-946C-2B5C18A7729B}" type="presParOf" srcId="{7D91C2C0-A522-45CA-B8ED-EE3496755648}" destId="{A3DD6F16-0DC7-4B2E-B4D5-38E852E4B0E7}" srcOrd="1" destOrd="0" presId="urn:microsoft.com/office/officeart/2005/8/layout/hierarchy3"/>
    <dgm:cxn modelId="{8BAD3424-28C9-4865-B841-86619FE1B045}" type="presParOf" srcId="{7D91C2C0-A522-45CA-B8ED-EE3496755648}" destId="{241AAF7C-6008-4539-8DAA-D868199F4CD6}" srcOrd="2" destOrd="0" presId="urn:microsoft.com/office/officeart/2005/8/layout/hierarchy3"/>
    <dgm:cxn modelId="{14F392EA-97AF-431D-81AA-838EA69DC32D}" type="presParOf" srcId="{7D91C2C0-A522-45CA-B8ED-EE3496755648}" destId="{4C487329-2EFF-457E-A2BF-0F758771A588}" srcOrd="3" destOrd="0" presId="urn:microsoft.com/office/officeart/2005/8/layout/hierarchy3"/>
    <dgm:cxn modelId="{02486902-E19B-438D-9C46-AA5DDF92D9BA}" type="presParOf" srcId="{7D91C2C0-A522-45CA-B8ED-EE3496755648}" destId="{4614709E-6FE6-4991-8273-C098A0884030}" srcOrd="4" destOrd="0" presId="urn:microsoft.com/office/officeart/2005/8/layout/hierarchy3"/>
    <dgm:cxn modelId="{C216C8D5-9FC4-4115-AEFA-DFC26FDF5328}" type="presParOf" srcId="{7D91C2C0-A522-45CA-B8ED-EE3496755648}" destId="{18A25B1F-A9B1-40D6-A231-D7910ACAA706}" srcOrd="5" destOrd="0" presId="urn:microsoft.com/office/officeart/2005/8/layout/hierarchy3"/>
    <dgm:cxn modelId="{4ECC23F7-8F47-4A50-8C4E-C40571A595EF}" type="presParOf" srcId="{7D91C2C0-A522-45CA-B8ED-EE3496755648}" destId="{F0923E3E-99FC-4159-BAE5-6C8E0136372A}" srcOrd="6" destOrd="0" presId="urn:microsoft.com/office/officeart/2005/8/layout/hierarchy3"/>
    <dgm:cxn modelId="{00B7BCF0-988E-4D40-BD4A-0210B5CAFC31}" type="presParOf" srcId="{7D91C2C0-A522-45CA-B8ED-EE3496755648}" destId="{626D00A6-B721-4194-811E-BED8001B30B7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5B467D-DF2A-48AA-A746-E8A7E2ED69A3}">
      <dsp:nvSpPr>
        <dsp:cNvPr id="0" name=""/>
        <dsp:cNvSpPr/>
      </dsp:nvSpPr>
      <dsp:spPr>
        <a:xfrm>
          <a:off x="1205406" y="866"/>
          <a:ext cx="1105559" cy="5527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latin typeface="Calibri"/>
              <a:ea typeface="+mn-ea"/>
              <a:cs typeface="+mn-cs"/>
            </a:rPr>
            <a:t>Probleem</a:t>
          </a:r>
          <a:endParaRPr lang="en-US" sz="1700" kern="1200" dirty="0">
            <a:latin typeface="Calibri"/>
            <a:ea typeface="+mn-ea"/>
            <a:cs typeface="+mn-cs"/>
          </a:endParaRPr>
        </a:p>
      </dsp:txBody>
      <dsp:txXfrm>
        <a:off x="1221596" y="17056"/>
        <a:ext cx="1073179" cy="520399"/>
      </dsp:txXfrm>
    </dsp:sp>
    <dsp:sp modelId="{6CE2C187-5D93-4E99-8913-3E684DEAB014}">
      <dsp:nvSpPr>
        <dsp:cNvPr id="0" name=""/>
        <dsp:cNvSpPr/>
      </dsp:nvSpPr>
      <dsp:spPr>
        <a:xfrm>
          <a:off x="1315962" y="553646"/>
          <a:ext cx="110555" cy="41458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6731"/>
              </a:lnTo>
              <a:lnTo>
                <a:pt x="130181" y="316731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63F2E9-152B-426B-B176-2723AF2B86D0}">
      <dsp:nvSpPr>
        <dsp:cNvPr id="0" name=""/>
        <dsp:cNvSpPr/>
      </dsp:nvSpPr>
      <dsp:spPr>
        <a:xfrm>
          <a:off x="1426518" y="691841"/>
          <a:ext cx="884447" cy="5527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Calibri"/>
              <a:ea typeface="+mn-ea"/>
              <a:cs typeface="+mn-cs"/>
            </a:rPr>
            <a:t>Wat is ’n </a:t>
          </a:r>
          <a:r>
            <a:rPr lang="en-US" sz="1100" kern="1200" dirty="0" err="1">
              <a:latin typeface="Calibri"/>
              <a:ea typeface="+mn-ea"/>
              <a:cs typeface="+mn-cs"/>
            </a:rPr>
            <a:t>probleem</a:t>
          </a:r>
          <a:r>
            <a:rPr lang="en-US" sz="1100" kern="1200" dirty="0">
              <a:latin typeface="Calibri"/>
              <a:ea typeface="+mn-ea"/>
              <a:cs typeface="+mn-cs"/>
            </a:rPr>
            <a:t>?</a:t>
          </a:r>
        </a:p>
      </dsp:txBody>
      <dsp:txXfrm>
        <a:off x="1442708" y="708031"/>
        <a:ext cx="852067" cy="520399"/>
      </dsp:txXfrm>
    </dsp:sp>
    <dsp:sp modelId="{667E8A48-B9E6-4ADA-914E-168F8DF29DD3}">
      <dsp:nvSpPr>
        <dsp:cNvPr id="0" name=""/>
        <dsp:cNvSpPr/>
      </dsp:nvSpPr>
      <dsp:spPr>
        <a:xfrm>
          <a:off x="1315962" y="553646"/>
          <a:ext cx="110555" cy="110555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44616"/>
              </a:lnTo>
              <a:lnTo>
                <a:pt x="130181" y="844616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8441D0-9310-4928-9ACE-8759C4972D38}">
      <dsp:nvSpPr>
        <dsp:cNvPr id="0" name=""/>
        <dsp:cNvSpPr/>
      </dsp:nvSpPr>
      <dsp:spPr>
        <a:xfrm>
          <a:off x="1426518" y="1382816"/>
          <a:ext cx="884447" cy="5527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Calibri"/>
              <a:ea typeface="+mn-ea"/>
              <a:cs typeface="+mn-cs"/>
            </a:rPr>
            <a:t>Wat is </a:t>
          </a:r>
          <a:r>
            <a:rPr lang="en-US" sz="1100" kern="1200" dirty="0" err="1">
              <a:latin typeface="Calibri"/>
              <a:ea typeface="+mn-ea"/>
              <a:cs typeface="+mn-cs"/>
            </a:rPr>
            <a:t>probleem-oplossing</a:t>
          </a:r>
          <a:r>
            <a:rPr lang="en-US" sz="1100" kern="1200" dirty="0">
              <a:latin typeface="Calibri"/>
              <a:ea typeface="+mn-ea"/>
              <a:cs typeface="+mn-cs"/>
            </a:rPr>
            <a:t>?</a:t>
          </a:r>
        </a:p>
      </dsp:txBody>
      <dsp:txXfrm>
        <a:off x="1442708" y="1399006"/>
        <a:ext cx="852067" cy="520399"/>
      </dsp:txXfrm>
    </dsp:sp>
    <dsp:sp modelId="{BEF58A6C-9F50-40A3-BCC9-554D1FACCD8F}">
      <dsp:nvSpPr>
        <dsp:cNvPr id="0" name=""/>
        <dsp:cNvSpPr/>
      </dsp:nvSpPr>
      <dsp:spPr>
        <a:xfrm>
          <a:off x="1315962" y="553646"/>
          <a:ext cx="110555" cy="17965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96534"/>
              </a:lnTo>
              <a:lnTo>
                <a:pt x="110555" y="1796534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F58FE4-87AB-4D31-899D-5D0D4DC403EE}">
      <dsp:nvSpPr>
        <dsp:cNvPr id="0" name=""/>
        <dsp:cNvSpPr/>
      </dsp:nvSpPr>
      <dsp:spPr>
        <a:xfrm>
          <a:off x="1426518" y="2073791"/>
          <a:ext cx="884447" cy="5527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Hoe </a:t>
          </a:r>
          <a:r>
            <a:rPr lang="en-US" sz="1100" kern="1200" dirty="0" err="1"/>
            <a:t>ontleed</a:t>
          </a:r>
          <a:r>
            <a:rPr lang="en-US" sz="1100" kern="1200" dirty="0"/>
            <a:t> </a:t>
          </a:r>
          <a:r>
            <a:rPr lang="en-US" sz="1100" kern="1200" dirty="0" err="1"/>
            <a:t>jy</a:t>
          </a:r>
          <a:r>
            <a:rPr lang="en-US" sz="1100" kern="1200" dirty="0"/>
            <a:t> ’n </a:t>
          </a:r>
          <a:r>
            <a:rPr lang="en-US" sz="1100" kern="1200" dirty="0" err="1"/>
            <a:t>probleem</a:t>
          </a:r>
          <a:r>
            <a:rPr lang="en-US" sz="1100" kern="1200" dirty="0"/>
            <a:t>?</a:t>
          </a:r>
        </a:p>
      </dsp:txBody>
      <dsp:txXfrm>
        <a:off x="1442708" y="2089981"/>
        <a:ext cx="852067" cy="520399"/>
      </dsp:txXfrm>
    </dsp:sp>
    <dsp:sp modelId="{4B02C2D2-C039-480A-9561-768EE1F6AC42}">
      <dsp:nvSpPr>
        <dsp:cNvPr id="0" name=""/>
        <dsp:cNvSpPr/>
      </dsp:nvSpPr>
      <dsp:spPr>
        <a:xfrm>
          <a:off x="2587355" y="866"/>
          <a:ext cx="1105559" cy="5527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latin typeface="Calibri"/>
              <a:ea typeface="+mn-ea"/>
              <a:cs typeface="+mn-cs"/>
            </a:rPr>
            <a:t>Rol</a:t>
          </a:r>
          <a:r>
            <a:rPr lang="en-US" sz="1700" kern="1200" dirty="0">
              <a:latin typeface="Calibri"/>
              <a:ea typeface="+mn-ea"/>
              <a:cs typeface="+mn-cs"/>
            </a:rPr>
            <a:t> van </a:t>
          </a:r>
          <a:r>
            <a:rPr lang="en-US" sz="1700" kern="1200" dirty="0" err="1">
              <a:latin typeface="Calibri"/>
              <a:ea typeface="+mn-ea"/>
              <a:cs typeface="+mn-cs"/>
            </a:rPr>
            <a:t>vrae</a:t>
          </a:r>
          <a:endParaRPr lang="en-US" sz="1700" kern="1200" dirty="0">
            <a:latin typeface="Calibri"/>
            <a:ea typeface="+mn-ea"/>
            <a:cs typeface="+mn-cs"/>
          </a:endParaRPr>
        </a:p>
      </dsp:txBody>
      <dsp:txXfrm>
        <a:off x="2603545" y="17056"/>
        <a:ext cx="1073179" cy="520399"/>
      </dsp:txXfrm>
    </dsp:sp>
    <dsp:sp modelId="{A3286ED1-D36B-4909-BD73-84C221A0456A}">
      <dsp:nvSpPr>
        <dsp:cNvPr id="0" name=""/>
        <dsp:cNvSpPr/>
      </dsp:nvSpPr>
      <dsp:spPr>
        <a:xfrm>
          <a:off x="2697911" y="553646"/>
          <a:ext cx="110555" cy="41458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6731"/>
              </a:lnTo>
              <a:lnTo>
                <a:pt x="130181" y="316731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6887FA-8906-44BB-8CB8-6366E5E8939A}">
      <dsp:nvSpPr>
        <dsp:cNvPr id="0" name=""/>
        <dsp:cNvSpPr/>
      </dsp:nvSpPr>
      <dsp:spPr>
        <a:xfrm>
          <a:off x="2808467" y="691841"/>
          <a:ext cx="884447" cy="5527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>
              <a:latin typeface="Calibri"/>
              <a:ea typeface="+mn-ea"/>
              <a:cs typeface="+mn-cs"/>
            </a:rPr>
            <a:t>Waarom</a:t>
          </a:r>
          <a:r>
            <a:rPr lang="en-US" sz="1100" kern="1200" dirty="0">
              <a:latin typeface="Calibri"/>
              <a:ea typeface="+mn-ea"/>
              <a:cs typeface="+mn-cs"/>
            </a:rPr>
            <a:t> </a:t>
          </a:r>
          <a:r>
            <a:rPr lang="en-US" sz="1100" kern="1200" dirty="0" err="1">
              <a:latin typeface="Calibri"/>
              <a:ea typeface="+mn-ea"/>
              <a:cs typeface="+mn-cs"/>
            </a:rPr>
            <a:t>vra</a:t>
          </a:r>
          <a:r>
            <a:rPr lang="en-US" sz="1100" kern="1200" dirty="0">
              <a:latin typeface="Calibri"/>
              <a:ea typeface="+mn-ea"/>
              <a:cs typeface="+mn-cs"/>
            </a:rPr>
            <a:t> </a:t>
          </a:r>
          <a:r>
            <a:rPr lang="en-US" sz="1100" kern="1200" dirty="0" err="1">
              <a:latin typeface="Calibri"/>
              <a:ea typeface="+mn-ea"/>
              <a:cs typeface="+mn-cs"/>
            </a:rPr>
            <a:t>ons</a:t>
          </a:r>
          <a:r>
            <a:rPr lang="en-US" sz="1100" kern="1200" dirty="0">
              <a:latin typeface="Calibri"/>
              <a:ea typeface="+mn-ea"/>
              <a:cs typeface="+mn-cs"/>
            </a:rPr>
            <a:t> </a:t>
          </a:r>
          <a:r>
            <a:rPr lang="en-US" sz="1100" kern="1200" dirty="0" err="1">
              <a:latin typeface="Calibri"/>
              <a:ea typeface="+mn-ea"/>
              <a:cs typeface="+mn-cs"/>
            </a:rPr>
            <a:t>vrae</a:t>
          </a:r>
          <a:r>
            <a:rPr lang="en-US" sz="1100" kern="1200" dirty="0">
              <a:latin typeface="Calibri"/>
              <a:ea typeface="+mn-ea"/>
              <a:cs typeface="+mn-cs"/>
            </a:rPr>
            <a:t>?</a:t>
          </a:r>
        </a:p>
      </dsp:txBody>
      <dsp:txXfrm>
        <a:off x="2824657" y="708031"/>
        <a:ext cx="852067" cy="520399"/>
      </dsp:txXfrm>
    </dsp:sp>
    <dsp:sp modelId="{89447557-83DD-4C29-879A-0A38D5502729}">
      <dsp:nvSpPr>
        <dsp:cNvPr id="0" name=""/>
        <dsp:cNvSpPr/>
      </dsp:nvSpPr>
      <dsp:spPr>
        <a:xfrm>
          <a:off x="2697911" y="553646"/>
          <a:ext cx="110555" cy="110555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44616"/>
              </a:lnTo>
              <a:lnTo>
                <a:pt x="130181" y="844616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6270D6-026A-40E4-A89E-B165ADE49C26}">
      <dsp:nvSpPr>
        <dsp:cNvPr id="0" name=""/>
        <dsp:cNvSpPr/>
      </dsp:nvSpPr>
      <dsp:spPr>
        <a:xfrm>
          <a:off x="2808467" y="1382816"/>
          <a:ext cx="884447" cy="5527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>
              <a:latin typeface="Calibri"/>
              <a:ea typeface="+mn-ea"/>
              <a:cs typeface="+mn-cs"/>
            </a:rPr>
            <a:t>Tipes</a:t>
          </a:r>
          <a:r>
            <a:rPr lang="en-US" sz="1100" kern="1200" dirty="0">
              <a:latin typeface="Calibri"/>
              <a:ea typeface="+mn-ea"/>
              <a:cs typeface="+mn-cs"/>
            </a:rPr>
            <a:t> </a:t>
          </a:r>
          <a:r>
            <a:rPr lang="en-US" sz="1100" kern="1200" dirty="0" err="1">
              <a:latin typeface="Calibri"/>
              <a:ea typeface="+mn-ea"/>
              <a:cs typeface="+mn-cs"/>
            </a:rPr>
            <a:t>vrae</a:t>
          </a:r>
          <a:endParaRPr lang="en-US" sz="1100" kern="1200" dirty="0">
            <a:latin typeface="Calibri"/>
            <a:ea typeface="+mn-ea"/>
            <a:cs typeface="+mn-cs"/>
          </a:endParaRPr>
        </a:p>
      </dsp:txBody>
      <dsp:txXfrm>
        <a:off x="2824657" y="1399006"/>
        <a:ext cx="852067" cy="520399"/>
      </dsp:txXfrm>
    </dsp:sp>
    <dsp:sp modelId="{F19D8578-DD33-4D59-AB72-50F80D1949D2}">
      <dsp:nvSpPr>
        <dsp:cNvPr id="0" name=""/>
        <dsp:cNvSpPr/>
      </dsp:nvSpPr>
      <dsp:spPr>
        <a:xfrm>
          <a:off x="3969305" y="866"/>
          <a:ext cx="1105559" cy="5527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Calibri"/>
              <a:ea typeface="+mn-ea"/>
              <a:cs typeface="+mn-cs"/>
            </a:rPr>
            <a:t>Data vs. Inligting</a:t>
          </a:r>
          <a:endParaRPr lang="en-US" sz="1700" kern="1200" dirty="0">
            <a:latin typeface="Calibri"/>
            <a:ea typeface="+mn-ea"/>
            <a:cs typeface="+mn-cs"/>
          </a:endParaRPr>
        </a:p>
      </dsp:txBody>
      <dsp:txXfrm>
        <a:off x="3985495" y="17056"/>
        <a:ext cx="1073179" cy="520399"/>
      </dsp:txXfrm>
    </dsp:sp>
    <dsp:sp modelId="{8EACBEC2-5D3D-409E-A6F2-BAC975EA9F58}">
      <dsp:nvSpPr>
        <dsp:cNvPr id="0" name=""/>
        <dsp:cNvSpPr/>
      </dsp:nvSpPr>
      <dsp:spPr>
        <a:xfrm>
          <a:off x="4079861" y="553646"/>
          <a:ext cx="110555" cy="41458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6731"/>
              </a:lnTo>
              <a:lnTo>
                <a:pt x="130181" y="316731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E7FB26-8F2A-4D0D-96BC-06906DDDD6A1}">
      <dsp:nvSpPr>
        <dsp:cNvPr id="0" name=""/>
        <dsp:cNvSpPr/>
      </dsp:nvSpPr>
      <dsp:spPr>
        <a:xfrm>
          <a:off x="4190417" y="691841"/>
          <a:ext cx="884447" cy="5527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Calibri"/>
              <a:ea typeface="+mn-ea"/>
              <a:cs typeface="+mn-cs"/>
            </a:rPr>
            <a:t>Wat is data of feite?</a:t>
          </a:r>
        </a:p>
      </dsp:txBody>
      <dsp:txXfrm>
        <a:off x="4206607" y="708031"/>
        <a:ext cx="852067" cy="520399"/>
      </dsp:txXfrm>
    </dsp:sp>
    <dsp:sp modelId="{A205DAFE-B394-4979-94F3-F4BC3CDB4546}">
      <dsp:nvSpPr>
        <dsp:cNvPr id="0" name=""/>
        <dsp:cNvSpPr/>
      </dsp:nvSpPr>
      <dsp:spPr>
        <a:xfrm>
          <a:off x="4079861" y="553646"/>
          <a:ext cx="110555" cy="110555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44616"/>
              </a:lnTo>
              <a:lnTo>
                <a:pt x="130181" y="844616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D0529B-0613-4983-9257-BBB015AC4D7B}">
      <dsp:nvSpPr>
        <dsp:cNvPr id="0" name=""/>
        <dsp:cNvSpPr/>
      </dsp:nvSpPr>
      <dsp:spPr>
        <a:xfrm>
          <a:off x="4190417" y="1382816"/>
          <a:ext cx="884447" cy="5527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Calibri"/>
              <a:ea typeface="+mn-ea"/>
              <a:cs typeface="+mn-cs"/>
            </a:rPr>
            <a:t>Wat is inligting?</a:t>
          </a:r>
        </a:p>
      </dsp:txBody>
      <dsp:txXfrm>
        <a:off x="4206607" y="1399006"/>
        <a:ext cx="852067" cy="520399"/>
      </dsp:txXfrm>
    </dsp:sp>
    <dsp:sp modelId="{476CDD6D-D53E-4EB6-9D4F-2CDE7577AA30}">
      <dsp:nvSpPr>
        <dsp:cNvPr id="0" name=""/>
        <dsp:cNvSpPr/>
      </dsp:nvSpPr>
      <dsp:spPr>
        <a:xfrm>
          <a:off x="5351255" y="866"/>
          <a:ext cx="1105559" cy="5527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latin typeface="Calibri"/>
              <a:ea typeface="+mn-ea"/>
              <a:cs typeface="+mn-cs"/>
            </a:rPr>
            <a:t>Bronne</a:t>
          </a:r>
          <a:r>
            <a:rPr lang="en-US" sz="1700" kern="1200" dirty="0">
              <a:latin typeface="Calibri"/>
              <a:ea typeface="+mn-ea"/>
              <a:cs typeface="+mn-cs"/>
            </a:rPr>
            <a:t> van </a:t>
          </a:r>
          <a:r>
            <a:rPr lang="en-US" sz="1700" kern="1200" dirty="0" err="1">
              <a:latin typeface="Calibri"/>
              <a:ea typeface="+mn-ea"/>
              <a:cs typeface="+mn-cs"/>
            </a:rPr>
            <a:t>inligting</a:t>
          </a:r>
          <a:endParaRPr lang="en-US" sz="1700" kern="1200" dirty="0">
            <a:latin typeface="Calibri"/>
            <a:ea typeface="+mn-ea"/>
            <a:cs typeface="+mn-cs"/>
          </a:endParaRPr>
        </a:p>
      </dsp:txBody>
      <dsp:txXfrm>
        <a:off x="5367445" y="17056"/>
        <a:ext cx="1073179" cy="520399"/>
      </dsp:txXfrm>
    </dsp:sp>
    <dsp:sp modelId="{56B6E35A-E636-4370-87E5-C381249F48D4}">
      <dsp:nvSpPr>
        <dsp:cNvPr id="0" name=""/>
        <dsp:cNvSpPr/>
      </dsp:nvSpPr>
      <dsp:spPr>
        <a:xfrm>
          <a:off x="5461811" y="553646"/>
          <a:ext cx="110555" cy="41458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6731"/>
              </a:lnTo>
              <a:lnTo>
                <a:pt x="130181" y="316731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DD6F16-0DC7-4B2E-B4D5-38E852E4B0E7}">
      <dsp:nvSpPr>
        <dsp:cNvPr id="0" name=""/>
        <dsp:cNvSpPr/>
      </dsp:nvSpPr>
      <dsp:spPr>
        <a:xfrm>
          <a:off x="5572367" y="691841"/>
          <a:ext cx="884447" cy="5527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>
              <a:latin typeface="Calibri"/>
              <a:ea typeface="+mn-ea"/>
              <a:cs typeface="+mn-cs"/>
            </a:rPr>
            <a:t>Elektroniese</a:t>
          </a:r>
          <a:r>
            <a:rPr lang="en-US" sz="1100" kern="1200" dirty="0">
              <a:latin typeface="Calibri"/>
              <a:ea typeface="+mn-ea"/>
              <a:cs typeface="+mn-cs"/>
            </a:rPr>
            <a:t> media</a:t>
          </a:r>
        </a:p>
      </dsp:txBody>
      <dsp:txXfrm>
        <a:off x="5588557" y="708031"/>
        <a:ext cx="852067" cy="520399"/>
      </dsp:txXfrm>
    </dsp:sp>
    <dsp:sp modelId="{241AAF7C-6008-4539-8DAA-D868199F4CD6}">
      <dsp:nvSpPr>
        <dsp:cNvPr id="0" name=""/>
        <dsp:cNvSpPr/>
      </dsp:nvSpPr>
      <dsp:spPr>
        <a:xfrm>
          <a:off x="5461811" y="553646"/>
          <a:ext cx="110555" cy="110555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44616"/>
              </a:lnTo>
              <a:lnTo>
                <a:pt x="130181" y="844616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487329-2EFF-457E-A2BF-0F758771A588}">
      <dsp:nvSpPr>
        <dsp:cNvPr id="0" name=""/>
        <dsp:cNvSpPr/>
      </dsp:nvSpPr>
      <dsp:spPr>
        <a:xfrm>
          <a:off x="5572367" y="1382816"/>
          <a:ext cx="884447" cy="5527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>
              <a:latin typeface="Calibri"/>
              <a:ea typeface="+mn-ea"/>
              <a:cs typeface="+mn-cs"/>
            </a:rPr>
            <a:t>Gedrukte</a:t>
          </a:r>
          <a:r>
            <a:rPr lang="en-US" sz="1100" kern="1200" dirty="0">
              <a:latin typeface="Calibri"/>
              <a:ea typeface="+mn-ea"/>
              <a:cs typeface="+mn-cs"/>
            </a:rPr>
            <a:t> media</a:t>
          </a:r>
        </a:p>
      </dsp:txBody>
      <dsp:txXfrm>
        <a:off x="5588557" y="1399006"/>
        <a:ext cx="852067" cy="520399"/>
      </dsp:txXfrm>
    </dsp:sp>
    <dsp:sp modelId="{4614709E-6FE6-4991-8273-C098A0884030}">
      <dsp:nvSpPr>
        <dsp:cNvPr id="0" name=""/>
        <dsp:cNvSpPr/>
      </dsp:nvSpPr>
      <dsp:spPr>
        <a:xfrm>
          <a:off x="5461811" y="553646"/>
          <a:ext cx="110555" cy="17965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372501"/>
              </a:lnTo>
              <a:lnTo>
                <a:pt x="130181" y="1372501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A25B1F-A9B1-40D6-A231-D7910ACAA706}">
      <dsp:nvSpPr>
        <dsp:cNvPr id="0" name=""/>
        <dsp:cNvSpPr/>
      </dsp:nvSpPr>
      <dsp:spPr>
        <a:xfrm>
          <a:off x="5572367" y="2073791"/>
          <a:ext cx="884447" cy="5527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>
              <a:latin typeface="Calibri"/>
              <a:ea typeface="+mn-ea"/>
              <a:cs typeface="+mn-cs"/>
            </a:rPr>
            <a:t>Mense</a:t>
          </a:r>
          <a:endParaRPr lang="en-ZA" sz="1100" kern="1200" dirty="0">
            <a:latin typeface="Calibri"/>
            <a:ea typeface="+mn-ea"/>
            <a:cs typeface="+mn-cs"/>
          </a:endParaRPr>
        </a:p>
      </dsp:txBody>
      <dsp:txXfrm>
        <a:off x="5588557" y="2089981"/>
        <a:ext cx="852067" cy="520399"/>
      </dsp:txXfrm>
    </dsp:sp>
    <dsp:sp modelId="{F0923E3E-99FC-4159-BAE5-6C8E0136372A}">
      <dsp:nvSpPr>
        <dsp:cNvPr id="0" name=""/>
        <dsp:cNvSpPr/>
      </dsp:nvSpPr>
      <dsp:spPr>
        <a:xfrm>
          <a:off x="5461811" y="553646"/>
          <a:ext cx="110555" cy="248750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00387"/>
              </a:lnTo>
              <a:lnTo>
                <a:pt x="130181" y="1900387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6D00A6-B721-4194-811E-BED8001B30B7}">
      <dsp:nvSpPr>
        <dsp:cNvPr id="0" name=""/>
        <dsp:cNvSpPr/>
      </dsp:nvSpPr>
      <dsp:spPr>
        <a:xfrm>
          <a:off x="5572367" y="2764766"/>
          <a:ext cx="884447" cy="5527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Calibri"/>
              <a:ea typeface="+mn-ea"/>
              <a:cs typeface="+mn-cs"/>
            </a:rPr>
            <a:t>Ander</a:t>
          </a:r>
          <a:endParaRPr lang="en-ZA" sz="1100" kern="1200" dirty="0">
            <a:latin typeface="Calibri"/>
            <a:ea typeface="+mn-ea"/>
            <a:cs typeface="+mn-cs"/>
          </a:endParaRPr>
        </a:p>
      </dsp:txBody>
      <dsp:txXfrm>
        <a:off x="5588557" y="2780956"/>
        <a:ext cx="852067" cy="5203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CCE8C0-A47E-4AD1-8861-04ECC3D51013}" type="datetimeFigureOut">
              <a:rPr lang="en-ZA" smtClean="0"/>
              <a:t>2017/01/21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1F71E-47B2-4E0B-BD70-2E971CE7000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50080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8CEB-E57D-4BAD-9832-693392072B1D}" type="datetime1">
              <a:rPr lang="en-US" smtClean="0"/>
              <a:t>1/21/2017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444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F0BB5-F32D-447D-B409-061FB291BD76}" type="datetime1">
              <a:rPr lang="en-US" smtClean="0"/>
              <a:t>1/21/2017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584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A1044-523D-492C-8C82-3598D39FC7C5}" type="datetime1">
              <a:rPr lang="en-US" smtClean="0"/>
              <a:t>1/21/2017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41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BF2A-390C-4FDA-BCD4-160858DEA500}" type="datetime1">
              <a:rPr lang="en-US" smtClean="0"/>
              <a:t>1/21/2017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102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DDD5-F6C2-468A-90AD-685595F74F80}" type="datetime1">
              <a:rPr lang="en-US" smtClean="0"/>
              <a:t>1/21/2017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77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E910-FF91-47E3-AF20-A99D8F4D200C}" type="datetime1">
              <a:rPr lang="en-US" smtClean="0"/>
              <a:t>1/21/2017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164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5596F-D969-4BF9-A923-ED33FA81ADD5}" type="datetime1">
              <a:rPr lang="en-US" smtClean="0"/>
              <a:t>1/21/2017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640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D2B0D-EB01-4524-9554-E8AAECEDBEF5}" type="datetime1">
              <a:rPr lang="en-US" smtClean="0"/>
              <a:t>1/21/2017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640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B0332478-FFA5-4171-931A-8069E0ACD6A7}" type="datetime1">
              <a:rPr lang="en-US" smtClean="0"/>
              <a:t>1/21/2017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601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B4EDE-2587-4087-B92F-96C266D06D16}" type="datetime1">
              <a:rPr lang="en-US" smtClean="0"/>
              <a:t>1/21/2017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46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BD683-A065-494E-9D57-BC3DEE1004E2}" type="datetime1">
              <a:rPr lang="en-US" smtClean="0"/>
              <a:t>1/21/2017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6989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4AC23-66E0-4897-9348-9FFF238F7192}" type="datetime1">
              <a:rPr lang="en-US" smtClean="0"/>
              <a:t>1/21/2017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796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slide" Target="slide5.xml"/><Relationship Id="rId7" Type="http://schemas.openxmlformats.org/officeDocument/2006/relationships/slide" Target="slide1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slide" Target="slide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/>
              <a:t>’n </a:t>
            </a:r>
            <a:r>
              <a:rPr lang="en-GB" dirty="0" err="1"/>
              <a:t>strategie</a:t>
            </a:r>
            <a:r>
              <a:rPr lang="en-GB" dirty="0"/>
              <a:t> </a:t>
            </a:r>
            <a:r>
              <a:rPr lang="en-GB" dirty="0" err="1"/>
              <a:t>vir</a:t>
            </a:r>
            <a:r>
              <a:rPr lang="en-GB" dirty="0"/>
              <a:t> die </a:t>
            </a:r>
            <a:r>
              <a:rPr lang="en-GB" dirty="0" err="1"/>
              <a:t>oplos</a:t>
            </a:r>
            <a:r>
              <a:rPr lang="en-GB" dirty="0"/>
              <a:t> van </a:t>
            </a:r>
            <a:r>
              <a:rPr lang="en-GB" dirty="0" err="1"/>
              <a:t>probleme</a:t>
            </a: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2700" dirty="0"/>
              <a:t>Module 6.1 </a:t>
            </a:r>
            <a:endParaRPr lang="en-ZA" sz="2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05" y="1224104"/>
            <a:ext cx="1773202" cy="2520000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175359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9236" y="842463"/>
            <a:ext cx="2656839" cy="539133"/>
          </a:xfrm>
        </p:spPr>
        <p:txBody>
          <a:bodyPr/>
          <a:lstStyle/>
          <a:p>
            <a:r>
              <a:rPr lang="en-US" b="1" dirty="0" err="1"/>
              <a:t>inhoud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4" y="1999773"/>
            <a:ext cx="4861950" cy="2991190"/>
          </a:xfrm>
        </p:spPr>
        <p:txBody>
          <a:bodyPr>
            <a:noAutofit/>
          </a:bodyPr>
          <a:lstStyle/>
          <a:p>
            <a:pPr indent="-324000"/>
            <a:r>
              <a:rPr lang="en-ZA" sz="1950" b="1" dirty="0">
                <a:hlinkClick r:id="rId2" action="ppaction://hlinksldjump"/>
              </a:rPr>
              <a:t>Inleiding</a:t>
            </a:r>
            <a:endParaRPr lang="en-ZA" sz="1950" b="1" dirty="0"/>
          </a:p>
          <a:p>
            <a:pPr indent="-324000"/>
            <a:r>
              <a:rPr lang="en-ZA" sz="1950" b="1" dirty="0">
                <a:hlinkClick r:id="rId3" action="ppaction://hlinksldjump"/>
              </a:rPr>
              <a:t>Algemene probleemoplossing</a:t>
            </a:r>
            <a:endParaRPr lang="en-ZA" sz="1950" b="1" dirty="0"/>
          </a:p>
          <a:p>
            <a:pPr indent="-324000"/>
            <a:r>
              <a:rPr lang="en-GB" sz="1950" b="1" dirty="0">
                <a:hlinkClick r:id="rId4" action="ppaction://hlinksldjump"/>
              </a:rPr>
              <a:t>Die rol wat vrae speel</a:t>
            </a:r>
            <a:endParaRPr lang="en-ZA" sz="1950" b="1" dirty="0"/>
          </a:p>
          <a:p>
            <a:pPr indent="-324000"/>
            <a:r>
              <a:rPr lang="en-GB" sz="1950" b="1" i="1" dirty="0">
                <a:hlinkClick r:id="rId5" action="ppaction://hlinksldjump"/>
              </a:rPr>
              <a:t>Aktiwiteit 1</a:t>
            </a:r>
            <a:endParaRPr lang="en-ZA" sz="1950" b="1" i="1" dirty="0"/>
          </a:p>
          <a:p>
            <a:pPr indent="-324000"/>
            <a:r>
              <a:rPr lang="en-GB" sz="1950" b="1" dirty="0">
                <a:hlinkClick r:id="rId6" action="ppaction://hlinksldjump"/>
              </a:rPr>
              <a:t>Data en inligting</a:t>
            </a:r>
            <a:endParaRPr lang="en-ZA" sz="1950" b="1" dirty="0"/>
          </a:p>
          <a:p>
            <a:pPr indent="-324000"/>
            <a:r>
              <a:rPr lang="af-ZA" sz="1950" b="1" i="1" dirty="0">
                <a:hlinkClick r:id="rId7" action="ppaction://hlinksldjump"/>
              </a:rPr>
              <a:t>Aktiwiteit 2 </a:t>
            </a:r>
            <a:endParaRPr lang="en-ZA" sz="1950" b="1" i="1" dirty="0"/>
          </a:p>
          <a:p>
            <a:pPr indent="-324000"/>
            <a:r>
              <a:rPr lang="en-GB" sz="1950" b="1" dirty="0">
                <a:hlinkClick r:id="rId8" action="ppaction://hlinksldjump"/>
              </a:rPr>
              <a:t>Toets </a:t>
            </a:r>
            <a:r>
              <a:rPr lang="en-GB" sz="1950" b="1">
                <a:hlinkClick r:id="rId8" action="ppaction://hlinksldjump"/>
              </a:rPr>
              <a:t>en verbeter</a:t>
            </a:r>
            <a:endParaRPr lang="en-ZA" sz="195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292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 err="1"/>
              <a:t>inleiding</a:t>
            </a:r>
            <a:br>
              <a:rPr lang="en-ZA" b="1" dirty="0"/>
            </a:b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656717" y="1014656"/>
            <a:ext cx="3928900" cy="854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16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Meeste</a:t>
            </a:r>
            <a:r>
              <a:rPr lang="en-ZA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16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probleme</a:t>
            </a:r>
            <a:r>
              <a:rPr lang="en-ZA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word ‘</a:t>
            </a:r>
            <a:r>
              <a:rPr lang="en-ZA" sz="16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outomaties</a:t>
            </a:r>
            <a:r>
              <a:rPr lang="en-ZA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 </a:t>
            </a:r>
            <a:r>
              <a:rPr lang="en-ZA" sz="16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opgelos</a:t>
            </a:r>
            <a:r>
              <a:rPr lang="en-ZA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 </a:t>
            </a:r>
            <a:r>
              <a:rPr lang="en-ZA" sz="16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Jy</a:t>
            </a:r>
            <a:r>
              <a:rPr lang="en-ZA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16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besef</a:t>
            </a:r>
            <a:r>
              <a:rPr lang="en-ZA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16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nie</a:t>
            </a:r>
            <a:r>
              <a:rPr lang="en-ZA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16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eers</a:t>
            </a:r>
            <a:r>
              <a:rPr lang="en-ZA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16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</a:t>
            </a:r>
            <a:r>
              <a:rPr lang="en-ZA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16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jy</a:t>
            </a:r>
            <a:r>
              <a:rPr lang="en-ZA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16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eintlik</a:t>
            </a:r>
            <a:r>
              <a:rPr lang="en-ZA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’n </a:t>
            </a:r>
            <a:r>
              <a:rPr lang="en-ZA" sz="16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paar</a:t>
            </a:r>
            <a:r>
              <a:rPr lang="en-ZA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16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stappe</a:t>
            </a:r>
            <a:r>
              <a:rPr lang="en-ZA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16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volg</a:t>
            </a:r>
            <a:r>
              <a:rPr lang="en-ZA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16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nie</a:t>
            </a:r>
            <a:r>
              <a:rPr lang="en-ZA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ZA" sz="165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68310" y="2670326"/>
            <a:ext cx="1282373" cy="24621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 13"/>
          <p:cNvSpPr/>
          <p:nvPr/>
        </p:nvSpPr>
        <p:spPr>
          <a:xfrm>
            <a:off x="794209" y="2135090"/>
            <a:ext cx="7534231" cy="410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50"/>
              </a:spcAft>
            </a:pPr>
            <a:r>
              <a:rPr lang="en-US" dirty="0" err="1"/>
              <a:t>Gestel</a:t>
            </a:r>
            <a:r>
              <a:rPr lang="en-US" dirty="0"/>
              <a:t> </a:t>
            </a:r>
            <a:r>
              <a:rPr lang="en-US" dirty="0" err="1"/>
              <a:t>jy</a:t>
            </a:r>
            <a:r>
              <a:rPr lang="en-US" dirty="0"/>
              <a:t> </a:t>
            </a:r>
            <a:r>
              <a:rPr lang="en-US" dirty="0" err="1"/>
              <a:t>wil</a:t>
            </a:r>
            <a:r>
              <a:rPr lang="en-US" dirty="0"/>
              <a:t> </a:t>
            </a:r>
            <a:r>
              <a:rPr lang="en-US" dirty="0" err="1"/>
              <a:t>saam</a:t>
            </a:r>
            <a:r>
              <a:rPr lang="en-US" dirty="0"/>
              <a:t> met </a:t>
            </a:r>
            <a:r>
              <a:rPr lang="en-US" dirty="0" err="1"/>
              <a:t>jou</a:t>
            </a:r>
            <a:r>
              <a:rPr lang="en-US" dirty="0"/>
              <a:t> </a:t>
            </a:r>
            <a:r>
              <a:rPr lang="en-US" dirty="0" err="1"/>
              <a:t>maats</a:t>
            </a:r>
            <a:r>
              <a:rPr lang="en-US" dirty="0"/>
              <a:t> </a:t>
            </a:r>
            <a:r>
              <a:rPr lang="en-US" dirty="0" err="1"/>
              <a:t>uitgaan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moet</a:t>
            </a:r>
            <a:r>
              <a:rPr lang="en-US" dirty="0"/>
              <a:t> </a:t>
            </a:r>
            <a:r>
              <a:rPr lang="en-US" dirty="0" err="1"/>
              <a:t>besluit</a:t>
            </a:r>
            <a:r>
              <a:rPr lang="en-US" dirty="0"/>
              <a:t> wat </a:t>
            </a:r>
            <a:r>
              <a:rPr lang="en-US" dirty="0" err="1"/>
              <a:t>jy</a:t>
            </a:r>
            <a:r>
              <a:rPr lang="en-US" dirty="0"/>
              <a:t> </a:t>
            </a:r>
            <a:r>
              <a:rPr lang="en-US" dirty="0" err="1"/>
              <a:t>gaan</a:t>
            </a:r>
            <a:r>
              <a:rPr lang="en-US" dirty="0"/>
              <a:t> </a:t>
            </a:r>
            <a:r>
              <a:rPr lang="en-US" dirty="0" err="1"/>
              <a:t>aantrek</a:t>
            </a:r>
            <a:r>
              <a:rPr lang="en-US" dirty="0"/>
              <a:t>. </a:t>
            </a:r>
            <a:endParaRPr lang="en-ZA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822167" y="3498373"/>
            <a:ext cx="243720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500" dirty="0" err="1"/>
              <a:t>Watter</a:t>
            </a:r>
            <a:r>
              <a:rPr lang="en-GB" sz="1500" dirty="0"/>
              <a:t> </a:t>
            </a:r>
            <a:r>
              <a:rPr lang="en-GB" sz="1500" dirty="0" err="1"/>
              <a:t>klere</a:t>
            </a:r>
            <a:r>
              <a:rPr lang="en-GB" sz="1500" dirty="0"/>
              <a:t> hang in my </a:t>
            </a:r>
            <a:r>
              <a:rPr lang="en-GB" sz="1500" dirty="0" err="1"/>
              <a:t>kas</a:t>
            </a:r>
            <a:r>
              <a:rPr lang="en-GB" sz="1500" dirty="0"/>
              <a:t>?</a:t>
            </a:r>
            <a:endParaRPr lang="en-ZA" sz="1500" dirty="0"/>
          </a:p>
        </p:txBody>
      </p:sp>
      <p:sp>
        <p:nvSpPr>
          <p:cNvPr id="16" name="Rectangle 15"/>
          <p:cNvSpPr/>
          <p:nvPr/>
        </p:nvSpPr>
        <p:spPr>
          <a:xfrm>
            <a:off x="2798022" y="2771976"/>
            <a:ext cx="220637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500" dirty="0"/>
              <a:t>Hoe </a:t>
            </a:r>
            <a:r>
              <a:rPr lang="en-GB" sz="1500" dirty="0" err="1"/>
              <a:t>gaan</a:t>
            </a:r>
            <a:r>
              <a:rPr lang="en-GB" sz="1500" dirty="0"/>
              <a:t> die </a:t>
            </a:r>
            <a:r>
              <a:rPr lang="en-GB" sz="1500" dirty="0" err="1"/>
              <a:t>weer</a:t>
            </a:r>
            <a:r>
              <a:rPr lang="en-GB" sz="1500" dirty="0"/>
              <a:t> wees? </a:t>
            </a:r>
            <a:endParaRPr lang="en-ZA" sz="1500" dirty="0"/>
          </a:p>
        </p:txBody>
      </p:sp>
      <p:sp>
        <p:nvSpPr>
          <p:cNvPr id="17" name="Rectangle 16"/>
          <p:cNvSpPr/>
          <p:nvPr/>
        </p:nvSpPr>
        <p:spPr>
          <a:xfrm>
            <a:off x="3036816" y="4220776"/>
            <a:ext cx="180017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500" dirty="0" err="1"/>
              <a:t>Waarnatoe</a:t>
            </a:r>
            <a:r>
              <a:rPr lang="en-GB" sz="1500" dirty="0"/>
              <a:t> </a:t>
            </a:r>
            <a:r>
              <a:rPr lang="en-GB" sz="1500" dirty="0" err="1"/>
              <a:t>gaan</a:t>
            </a:r>
            <a:r>
              <a:rPr lang="en-GB" sz="1500" dirty="0"/>
              <a:t> </a:t>
            </a:r>
            <a:r>
              <a:rPr lang="en-GB" sz="1500" dirty="0" err="1"/>
              <a:t>ek</a:t>
            </a:r>
            <a:r>
              <a:rPr lang="en-GB" sz="1500" dirty="0"/>
              <a:t>? </a:t>
            </a:r>
            <a:endParaRPr lang="en-ZA" sz="1500" dirty="0"/>
          </a:p>
        </p:txBody>
      </p:sp>
      <p:sp>
        <p:nvSpPr>
          <p:cNvPr id="18" name="Oval Callout 17"/>
          <p:cNvSpPr/>
          <p:nvPr/>
        </p:nvSpPr>
        <p:spPr>
          <a:xfrm>
            <a:off x="2522723" y="2628122"/>
            <a:ext cx="2731213" cy="577418"/>
          </a:xfrm>
          <a:prstGeom prst="wedgeEllipseCallout">
            <a:avLst>
              <a:gd name="adj1" fmla="val -61682"/>
              <a:gd name="adj2" fmla="val 5375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350"/>
          </a:p>
        </p:txBody>
      </p:sp>
      <p:sp>
        <p:nvSpPr>
          <p:cNvPr id="19" name="Oval Callout 18"/>
          <p:cNvSpPr/>
          <p:nvPr/>
        </p:nvSpPr>
        <p:spPr>
          <a:xfrm>
            <a:off x="2528888" y="3350949"/>
            <a:ext cx="2725048" cy="554291"/>
          </a:xfrm>
          <a:prstGeom prst="wedgeEllipseCallout">
            <a:avLst>
              <a:gd name="adj1" fmla="val -62743"/>
              <a:gd name="adj2" fmla="val -2670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350"/>
          </a:p>
        </p:txBody>
      </p:sp>
      <p:sp>
        <p:nvSpPr>
          <p:cNvPr id="20" name="Oval Callout 19"/>
          <p:cNvSpPr/>
          <p:nvPr/>
        </p:nvSpPr>
        <p:spPr>
          <a:xfrm>
            <a:off x="2528887" y="4116688"/>
            <a:ext cx="2693194" cy="550487"/>
          </a:xfrm>
          <a:prstGeom prst="wedgeEllipseCallout">
            <a:avLst>
              <a:gd name="adj1" fmla="val -63008"/>
              <a:gd name="adj2" fmla="val -11494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350"/>
          </a:p>
        </p:txBody>
      </p:sp>
      <p:sp>
        <p:nvSpPr>
          <p:cNvPr id="21" name="Rectangle 20"/>
          <p:cNvSpPr/>
          <p:nvPr/>
        </p:nvSpPr>
        <p:spPr>
          <a:xfrm>
            <a:off x="3080024" y="4852113"/>
            <a:ext cx="1891865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450"/>
              </a:spcBef>
              <a:spcAft>
                <a:spcPts val="225"/>
              </a:spcAft>
            </a:pPr>
            <a:r>
              <a:rPr lang="en-US" b="1" dirty="0">
                <a:solidFill>
                  <a:srgbClr val="FF0000"/>
                </a:solidFill>
              </a:rPr>
              <a:t>Neem ’n </a:t>
            </a:r>
            <a:r>
              <a:rPr lang="en-US" b="1" dirty="0" err="1">
                <a:solidFill>
                  <a:srgbClr val="FF0000"/>
                </a:solidFill>
              </a:rPr>
              <a:t>besluit</a:t>
            </a:r>
            <a:endParaRPr lang="en-ZA" b="1" dirty="0">
              <a:solidFill>
                <a:srgbClr val="FF00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72119" y="4852113"/>
            <a:ext cx="3386055" cy="410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450"/>
              </a:spcBef>
              <a:spcAft>
                <a:spcPts val="225"/>
              </a:spcAft>
            </a:pPr>
            <a:r>
              <a:rPr lang="en-US" dirty="0"/>
              <a:t>Trek ’n hemp </a:t>
            </a:r>
            <a:r>
              <a:rPr lang="en-US" dirty="0" err="1"/>
              <a:t>en</a:t>
            </a:r>
            <a:r>
              <a:rPr lang="en-US" dirty="0"/>
              <a:t> warm </a:t>
            </a:r>
            <a:r>
              <a:rPr lang="en-US" dirty="0" err="1"/>
              <a:t>baadjie</a:t>
            </a:r>
            <a:r>
              <a:rPr lang="en-US" dirty="0"/>
              <a:t> </a:t>
            </a:r>
            <a:r>
              <a:rPr lang="en-US" dirty="0" err="1"/>
              <a:t>aan</a:t>
            </a:r>
            <a:endParaRPr lang="en-ZA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372119" y="3350948"/>
            <a:ext cx="3336131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GB" dirty="0" err="1"/>
              <a:t>Ek</a:t>
            </a:r>
            <a:r>
              <a:rPr lang="en-GB" dirty="0"/>
              <a:t> het 3 </a:t>
            </a:r>
            <a:r>
              <a:rPr lang="en-GB" dirty="0" err="1"/>
              <a:t>mooi</a:t>
            </a:r>
            <a:r>
              <a:rPr lang="en-GB" dirty="0"/>
              <a:t> </a:t>
            </a:r>
            <a:r>
              <a:rPr lang="en-GB" dirty="0" err="1"/>
              <a:t>hemde</a:t>
            </a:r>
            <a:r>
              <a:rPr lang="en-GB" dirty="0"/>
              <a:t>; </a:t>
            </a:r>
            <a:r>
              <a:rPr lang="en-GB" dirty="0" err="1"/>
              <a:t>daar</a:t>
            </a:r>
            <a:r>
              <a:rPr lang="en-GB" dirty="0"/>
              <a:t> is ’n warm </a:t>
            </a:r>
            <a:r>
              <a:rPr lang="en-GB" dirty="0" err="1"/>
              <a:t>baadjie</a:t>
            </a:r>
            <a:r>
              <a:rPr lang="en-GB" dirty="0"/>
              <a:t> in my </a:t>
            </a:r>
            <a:r>
              <a:rPr lang="en-GB" dirty="0" err="1"/>
              <a:t>kas</a:t>
            </a:r>
            <a:endParaRPr lang="en-ZA" dirty="0"/>
          </a:p>
        </p:txBody>
      </p:sp>
      <p:sp>
        <p:nvSpPr>
          <p:cNvPr id="25" name="Rectangle 24"/>
          <p:cNvSpPr/>
          <p:nvPr/>
        </p:nvSpPr>
        <p:spPr>
          <a:xfrm>
            <a:off x="5372119" y="2725432"/>
            <a:ext cx="2057381" cy="41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GB" dirty="0" err="1"/>
              <a:t>Dit</a:t>
            </a:r>
            <a:r>
              <a:rPr lang="en-GB" dirty="0"/>
              <a:t> </a:t>
            </a:r>
            <a:r>
              <a:rPr lang="en-GB" dirty="0" err="1"/>
              <a:t>gaan</a:t>
            </a:r>
            <a:r>
              <a:rPr lang="en-GB" dirty="0"/>
              <a:t> </a:t>
            </a:r>
            <a:r>
              <a:rPr lang="en-GB" dirty="0" err="1"/>
              <a:t>koud</a:t>
            </a:r>
            <a:r>
              <a:rPr lang="en-GB" dirty="0"/>
              <a:t> wees</a:t>
            </a:r>
            <a:endParaRPr lang="en-ZA" dirty="0"/>
          </a:p>
        </p:txBody>
      </p:sp>
      <p:sp>
        <p:nvSpPr>
          <p:cNvPr id="26" name="Rectangle 25"/>
          <p:cNvSpPr/>
          <p:nvPr/>
        </p:nvSpPr>
        <p:spPr>
          <a:xfrm>
            <a:off x="5372119" y="4207442"/>
            <a:ext cx="2919022" cy="41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GB" dirty="0" err="1"/>
              <a:t>Ons</a:t>
            </a:r>
            <a:r>
              <a:rPr lang="en-GB" dirty="0"/>
              <a:t> </a:t>
            </a:r>
            <a:r>
              <a:rPr lang="en-GB" dirty="0" err="1"/>
              <a:t>gaan</a:t>
            </a:r>
            <a:r>
              <a:rPr lang="en-GB" dirty="0"/>
              <a:t> </a:t>
            </a:r>
            <a:r>
              <a:rPr lang="en-GB" dirty="0" err="1"/>
              <a:t>fliek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99248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21" grpId="0"/>
      <p:bldP spid="23" grpId="0" animBg="1"/>
      <p:bldP spid="24" grpId="0"/>
      <p:bldP spid="25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 err="1"/>
              <a:t>Inleiding</a:t>
            </a:r>
            <a:r>
              <a:rPr lang="en-ZA" b="1" dirty="0"/>
              <a:t> (</a:t>
            </a:r>
            <a:r>
              <a:rPr lang="en-ZA" b="1" cap="none" dirty="0" err="1"/>
              <a:t>vervolg</a:t>
            </a:r>
            <a:r>
              <a:rPr lang="en-ZA" b="1" dirty="0"/>
              <a:t>)</a:t>
            </a:r>
            <a:br>
              <a:rPr lang="en-ZA" b="1" dirty="0"/>
            </a:br>
            <a:endParaRPr lang="en-Z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684" y="2930977"/>
            <a:ext cx="1742929" cy="20522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2"/>
          <p:cNvSpPr/>
          <p:nvPr/>
        </p:nvSpPr>
        <p:spPr>
          <a:xfrm>
            <a:off x="787401" y="2028957"/>
            <a:ext cx="7503740" cy="410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50"/>
              </a:spcAft>
            </a:pPr>
            <a:r>
              <a:rPr lang="en-US" dirty="0" err="1"/>
              <a:t>Gestel</a:t>
            </a:r>
            <a:r>
              <a:rPr lang="en-US" dirty="0"/>
              <a:t> </a:t>
            </a:r>
            <a:r>
              <a:rPr lang="en-US" dirty="0" err="1"/>
              <a:t>jy</a:t>
            </a:r>
            <a:r>
              <a:rPr lang="en-US" dirty="0"/>
              <a:t> </a:t>
            </a:r>
            <a:r>
              <a:rPr lang="en-US" dirty="0" err="1"/>
              <a:t>kry</a:t>
            </a:r>
            <a:r>
              <a:rPr lang="en-US" dirty="0"/>
              <a:t> ’n punt van 50 </a:t>
            </a:r>
            <a:r>
              <a:rPr lang="en-US" dirty="0" err="1"/>
              <a:t>vir</a:t>
            </a:r>
            <a:r>
              <a:rPr lang="en-US" dirty="0"/>
              <a:t> ’n </a:t>
            </a:r>
            <a:r>
              <a:rPr lang="en-US" dirty="0" err="1"/>
              <a:t>toets</a:t>
            </a:r>
            <a:r>
              <a:rPr lang="en-US" dirty="0"/>
              <a:t>.  </a:t>
            </a:r>
            <a:r>
              <a:rPr lang="en-US" dirty="0" err="1"/>
              <a:t>Jy</a:t>
            </a:r>
            <a:r>
              <a:rPr lang="en-US" dirty="0"/>
              <a:t> </a:t>
            </a:r>
            <a:r>
              <a:rPr lang="en-US" dirty="0" err="1"/>
              <a:t>wil</a:t>
            </a:r>
            <a:r>
              <a:rPr lang="en-US" dirty="0"/>
              <a:t> </a:t>
            </a:r>
            <a:r>
              <a:rPr lang="en-US" dirty="0" err="1"/>
              <a:t>weet</a:t>
            </a:r>
            <a:r>
              <a:rPr lang="en-US" dirty="0"/>
              <a:t> of die punt </a:t>
            </a:r>
            <a:r>
              <a:rPr lang="en-US" dirty="0" err="1"/>
              <a:t>goed</a:t>
            </a:r>
            <a:r>
              <a:rPr lang="en-US" dirty="0"/>
              <a:t> of </a:t>
            </a:r>
            <a:r>
              <a:rPr lang="en-US" dirty="0" err="1"/>
              <a:t>sleg</a:t>
            </a:r>
            <a:r>
              <a:rPr lang="en-US" dirty="0"/>
              <a:t> is. </a:t>
            </a:r>
            <a:endParaRPr lang="en-ZA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91554" y="2955513"/>
            <a:ext cx="2568460" cy="3843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450"/>
              </a:spcAft>
            </a:pPr>
            <a:r>
              <a:rPr lang="en-US" sz="1650" dirty="0" err="1"/>
              <a:t>Waaruit</a:t>
            </a:r>
            <a:r>
              <a:rPr lang="en-US" sz="1650" dirty="0"/>
              <a:t> het die </a:t>
            </a:r>
            <a:r>
              <a:rPr lang="en-US" sz="1650" dirty="0" err="1"/>
              <a:t>toets</a:t>
            </a:r>
            <a:r>
              <a:rPr lang="en-US" sz="1650" dirty="0"/>
              <a:t> </a:t>
            </a:r>
            <a:r>
              <a:rPr lang="en-US" sz="1650" dirty="0" err="1"/>
              <a:t>getel</a:t>
            </a:r>
            <a:r>
              <a:rPr lang="en-US" sz="1650" dirty="0"/>
              <a:t>?</a:t>
            </a:r>
            <a:endParaRPr lang="en-ZA" sz="1650" dirty="0"/>
          </a:p>
        </p:txBody>
      </p:sp>
      <p:sp>
        <p:nvSpPr>
          <p:cNvPr id="5" name="Rectangle 4"/>
          <p:cNvSpPr/>
          <p:nvPr/>
        </p:nvSpPr>
        <p:spPr>
          <a:xfrm>
            <a:off x="3316407" y="3316448"/>
            <a:ext cx="1731564" cy="3843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225"/>
              </a:spcAft>
            </a:pPr>
            <a:r>
              <a:rPr lang="en-US" sz="1650" dirty="0"/>
              <a:t>Die </a:t>
            </a:r>
            <a:r>
              <a:rPr lang="en-US" sz="1650" dirty="0" err="1"/>
              <a:t>toets</a:t>
            </a:r>
            <a:r>
              <a:rPr lang="en-US" sz="1650" dirty="0"/>
              <a:t> is </a:t>
            </a:r>
            <a:r>
              <a:rPr lang="en-US" sz="1650" dirty="0" err="1"/>
              <a:t>uit</a:t>
            </a:r>
            <a:r>
              <a:rPr lang="en-US" sz="1650" dirty="0"/>
              <a:t> 60</a:t>
            </a:r>
            <a:endParaRPr lang="en-ZA" sz="1650" dirty="0"/>
          </a:p>
        </p:txBody>
      </p:sp>
      <p:sp>
        <p:nvSpPr>
          <p:cNvPr id="6" name="Rectangle 5"/>
          <p:cNvSpPr/>
          <p:nvPr/>
        </p:nvSpPr>
        <p:spPr>
          <a:xfrm>
            <a:off x="3722935" y="3676686"/>
            <a:ext cx="3233514" cy="3843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450"/>
              </a:spcAft>
            </a:pPr>
            <a:r>
              <a:rPr lang="en-US" sz="1650" dirty="0" err="1"/>
              <a:t>Verwerk</a:t>
            </a:r>
            <a:r>
              <a:rPr lang="en-US" sz="1650" dirty="0"/>
              <a:t> </a:t>
            </a:r>
            <a:r>
              <a:rPr lang="en-US" sz="1650" dirty="0" err="1"/>
              <a:t>dit</a:t>
            </a:r>
            <a:r>
              <a:rPr lang="en-US" sz="1650" dirty="0"/>
              <a:t>: 50 ÷ 60 x 100 = 83.3%</a:t>
            </a:r>
            <a:endParaRPr lang="en-ZA" sz="1650" dirty="0"/>
          </a:p>
        </p:txBody>
      </p:sp>
      <p:sp>
        <p:nvSpPr>
          <p:cNvPr id="11" name="Rectangle 10"/>
          <p:cNvSpPr/>
          <p:nvPr/>
        </p:nvSpPr>
        <p:spPr>
          <a:xfrm>
            <a:off x="4075349" y="4248075"/>
            <a:ext cx="2892005" cy="75507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50"/>
              </a:spcBef>
              <a:spcAft>
                <a:spcPts val="225"/>
              </a:spcAft>
            </a:pPr>
            <a:r>
              <a:rPr lang="en-US" b="1" dirty="0">
                <a:solidFill>
                  <a:srgbClr val="FF0000"/>
                </a:solidFill>
              </a:rPr>
              <a:t>Neem ’n </a:t>
            </a:r>
            <a:r>
              <a:rPr lang="en-US" b="1" dirty="0" err="1">
                <a:solidFill>
                  <a:srgbClr val="FF0000"/>
                </a:solidFill>
              </a:rPr>
              <a:t>besluit</a:t>
            </a:r>
            <a:endParaRPr lang="en-ZA" b="1" dirty="0">
              <a:solidFill>
                <a:srgbClr val="FF0000"/>
              </a:solidFill>
            </a:endParaRPr>
          </a:p>
          <a:p>
            <a:pPr>
              <a:lnSpc>
                <a:spcPct val="115000"/>
              </a:lnSpc>
              <a:spcAft>
                <a:spcPts val="450"/>
              </a:spcAft>
            </a:pPr>
            <a:r>
              <a:rPr lang="en-US" dirty="0"/>
              <a:t>83% is ’n </a:t>
            </a:r>
            <a:r>
              <a:rPr lang="en-US" dirty="0" err="1"/>
              <a:t>baie</a:t>
            </a:r>
            <a:r>
              <a:rPr lang="en-US" dirty="0"/>
              <a:t> </a:t>
            </a:r>
            <a:r>
              <a:rPr lang="en-US" dirty="0" err="1"/>
              <a:t>goeie</a:t>
            </a:r>
            <a:r>
              <a:rPr lang="en-US" dirty="0"/>
              <a:t> punt!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ZA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278" y="3267696"/>
            <a:ext cx="1623120" cy="17164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Action Button: Home 7">
            <a:hlinkClick r:id="rId4" action="ppaction://hlinksldjump" highlightClick="1"/>
          </p:cNvPr>
          <p:cNvSpPr/>
          <p:nvPr/>
        </p:nvSpPr>
        <p:spPr>
          <a:xfrm>
            <a:off x="10551" y="5552342"/>
            <a:ext cx="474785" cy="437857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350"/>
          </a:p>
        </p:txBody>
      </p:sp>
    </p:spTree>
    <p:extLst>
      <p:ext uri="{BB962C8B-B14F-4D97-AF65-F5344CB8AC3E}">
        <p14:creationId xmlns:p14="http://schemas.microsoft.com/office/powerpoint/2010/main" val="287796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 err="1"/>
              <a:t>Algemene</a:t>
            </a:r>
            <a:r>
              <a:rPr lang="en-ZA" b="1" dirty="0"/>
              <a:t> </a:t>
            </a:r>
            <a:r>
              <a:rPr lang="en-ZA" b="1" dirty="0" err="1"/>
              <a:t>probleemoplossing</a:t>
            </a:r>
            <a:endParaRPr lang="en-ZA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088684" y="2382340"/>
            <a:ext cx="7202456" cy="2335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50"/>
              </a:spcAft>
            </a:pPr>
            <a:r>
              <a:rPr lang="en-GB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Die </a:t>
            </a:r>
            <a:r>
              <a:rPr lang="en-GB" sz="21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volgende</a:t>
            </a:r>
            <a:r>
              <a:rPr lang="en-GB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1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basiese</a:t>
            </a:r>
            <a:r>
              <a:rPr lang="en-GB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1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stappe</a:t>
            </a:r>
            <a:r>
              <a:rPr lang="en-GB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1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kan</a:t>
            </a:r>
            <a:r>
              <a:rPr lang="en-GB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1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gevolg</a:t>
            </a:r>
            <a:r>
              <a:rPr lang="en-GB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word om </a:t>
            </a:r>
            <a:r>
              <a:rPr lang="en-GB" sz="21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probleme</a:t>
            </a:r>
            <a:r>
              <a:rPr lang="en-GB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 </a:t>
            </a:r>
            <a:r>
              <a:rPr lang="en-GB" sz="21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</a:t>
            </a:r>
            <a:r>
              <a:rPr lang="en-GB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1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lang="en-GB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257175" indent="-405000">
              <a:lnSpc>
                <a:spcPct val="115000"/>
              </a:lnSpc>
              <a:spcAft>
                <a:spcPts val="750"/>
              </a:spcAft>
              <a:buFont typeface="+mj-lt"/>
              <a:buAutoNum type="arabicPeriod"/>
              <a:tabLst>
                <a:tab pos="171450" algn="l"/>
              </a:tabLst>
            </a:pPr>
            <a:r>
              <a:rPr lang="en-ZA" sz="2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Ontleed</a:t>
            </a:r>
            <a:r>
              <a:rPr lang="en-ZA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die </a:t>
            </a:r>
            <a:r>
              <a:rPr lang="en-ZA" sz="2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probleem</a:t>
            </a:r>
            <a:endParaRPr lang="en-ZA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57175" indent="-405000">
              <a:lnSpc>
                <a:spcPct val="115000"/>
              </a:lnSpc>
              <a:spcAft>
                <a:spcPts val="750"/>
              </a:spcAft>
              <a:buFont typeface="+mj-lt"/>
              <a:buAutoNum type="arabicPeriod"/>
              <a:tabLst>
                <a:tab pos="171450" algn="l"/>
              </a:tabLst>
            </a:pPr>
            <a:r>
              <a:rPr lang="en-ZA" sz="2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Samel</a:t>
            </a:r>
            <a:r>
              <a:rPr lang="en-ZA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en-ZA" sz="2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ZA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inligting</a:t>
            </a:r>
            <a:r>
              <a:rPr lang="en-ZA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ZA" sz="2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ZA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verwerk</a:t>
            </a:r>
            <a:r>
              <a:rPr lang="en-ZA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dit</a:t>
            </a:r>
            <a:endParaRPr lang="en-ZA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57175" indent="-405000">
              <a:lnSpc>
                <a:spcPct val="115000"/>
              </a:lnSpc>
              <a:spcAft>
                <a:spcPts val="750"/>
              </a:spcAft>
              <a:buFont typeface="+mj-lt"/>
              <a:buAutoNum type="arabicPeriod"/>
            </a:pPr>
            <a:r>
              <a:rPr lang="en-ZA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die </a:t>
            </a:r>
            <a:r>
              <a:rPr lang="en-ZA" sz="2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probleem</a:t>
            </a:r>
            <a:r>
              <a:rPr lang="en-ZA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 </a:t>
            </a:r>
            <a:r>
              <a:rPr lang="en-ZA" sz="2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ZA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bied</a:t>
            </a:r>
            <a:r>
              <a:rPr lang="en-ZA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die </a:t>
            </a:r>
            <a:r>
              <a:rPr lang="en-ZA" sz="2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oplossing</a:t>
            </a:r>
            <a:r>
              <a:rPr lang="en-ZA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ZA" sz="2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inligting</a:t>
            </a:r>
            <a:r>
              <a:rPr lang="en-ZA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ZA" sz="2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aan</a:t>
            </a:r>
            <a:endParaRPr lang="en-ZA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ction Button: Home 7">
            <a:hlinkClick r:id="rId2" action="ppaction://hlinksldjump" highlightClick="1"/>
          </p:cNvPr>
          <p:cNvSpPr/>
          <p:nvPr/>
        </p:nvSpPr>
        <p:spPr>
          <a:xfrm>
            <a:off x="10551" y="5552342"/>
            <a:ext cx="474785" cy="437857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350"/>
          </a:p>
        </p:txBody>
      </p:sp>
    </p:spTree>
    <p:extLst>
      <p:ext uri="{BB962C8B-B14F-4D97-AF65-F5344CB8AC3E}">
        <p14:creationId xmlns:p14="http://schemas.microsoft.com/office/powerpoint/2010/main" val="273942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Die </a:t>
            </a:r>
            <a:r>
              <a:rPr lang="en-US" b="1" dirty="0" err="1"/>
              <a:t>rol</a:t>
            </a:r>
            <a:r>
              <a:rPr lang="en-US" b="1" dirty="0"/>
              <a:t> wat </a:t>
            </a:r>
            <a:r>
              <a:rPr lang="en-US" b="1" dirty="0" err="1"/>
              <a:t>vrae</a:t>
            </a:r>
            <a:r>
              <a:rPr lang="en-US" b="1" dirty="0"/>
              <a:t> </a:t>
            </a:r>
            <a:r>
              <a:rPr lang="en-US" b="1" dirty="0" err="1"/>
              <a:t>speel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134" y="4226782"/>
            <a:ext cx="7437814" cy="9045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F0000"/>
                </a:solidFill>
              </a:rPr>
              <a:t>Geslote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vrae</a:t>
            </a:r>
            <a:r>
              <a:rPr lang="en-US" sz="1800" b="1" dirty="0">
                <a:solidFill>
                  <a:srgbClr val="FF0000"/>
                </a:solidFill>
              </a:rPr>
              <a:t>:</a:t>
            </a:r>
            <a:r>
              <a:rPr lang="en-US" sz="2100" dirty="0"/>
              <a:t>	</a:t>
            </a:r>
            <a:r>
              <a:rPr lang="en-GB" sz="1800" dirty="0"/>
              <a:t>Wat?   </a:t>
            </a:r>
            <a:r>
              <a:rPr lang="en-GB" sz="1800" dirty="0" err="1"/>
              <a:t>Wanneer</a:t>
            </a:r>
            <a:r>
              <a:rPr lang="en-GB" sz="1800" dirty="0"/>
              <a:t>?   </a:t>
            </a:r>
            <a:r>
              <a:rPr lang="en-GB" sz="1800" dirty="0" err="1"/>
              <a:t>Wie</a:t>
            </a:r>
            <a:r>
              <a:rPr lang="en-GB" sz="1800" dirty="0"/>
              <a:t>?   </a:t>
            </a:r>
            <a:r>
              <a:rPr lang="en-GB" sz="1800" dirty="0" err="1"/>
              <a:t>Hoeveel</a:t>
            </a:r>
            <a:r>
              <a:rPr lang="en-GB" sz="1800" dirty="0"/>
              <a:t>?   </a:t>
            </a:r>
            <a:r>
              <a:rPr lang="en-GB" sz="1800" dirty="0" err="1"/>
              <a:t>Waar</a:t>
            </a:r>
            <a:r>
              <a:rPr lang="en-GB" sz="1800" dirty="0"/>
              <a:t>?</a:t>
            </a:r>
          </a:p>
          <a:p>
            <a:pPr marL="0" indent="0">
              <a:buNone/>
            </a:pPr>
            <a:r>
              <a:rPr lang="en-GB" sz="1800" b="1" dirty="0" err="1">
                <a:solidFill>
                  <a:srgbClr val="FF0000"/>
                </a:solidFill>
              </a:rPr>
              <a:t>Oop</a:t>
            </a:r>
            <a:r>
              <a:rPr lang="en-GB" sz="1800" b="1" dirty="0">
                <a:solidFill>
                  <a:srgbClr val="FF0000"/>
                </a:solidFill>
              </a:rPr>
              <a:t> </a:t>
            </a:r>
            <a:r>
              <a:rPr lang="en-GB" sz="1800" b="1" dirty="0" err="1">
                <a:solidFill>
                  <a:srgbClr val="FF0000"/>
                </a:solidFill>
              </a:rPr>
              <a:t>vrae</a:t>
            </a:r>
            <a:r>
              <a:rPr lang="en-GB" sz="1800" b="1" dirty="0">
                <a:solidFill>
                  <a:srgbClr val="FF0000"/>
                </a:solidFill>
              </a:rPr>
              <a:t>: </a:t>
            </a:r>
            <a:r>
              <a:rPr lang="en-GB" sz="1800" dirty="0"/>
              <a:t>		Hoe?   Wat as? </a:t>
            </a:r>
            <a:endParaRPr lang="en-US" sz="1800" dirty="0"/>
          </a:p>
          <a:p>
            <a:endParaRPr lang="en-ZA" sz="18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374575" y="1173173"/>
            <a:ext cx="354905" cy="76174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45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5" name="Rectangle 4"/>
          <p:cNvSpPr/>
          <p:nvPr/>
        </p:nvSpPr>
        <p:spPr>
          <a:xfrm>
            <a:off x="6101719" y="1065217"/>
            <a:ext cx="354905" cy="76174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45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6" name="Rectangle 5"/>
          <p:cNvSpPr/>
          <p:nvPr/>
        </p:nvSpPr>
        <p:spPr>
          <a:xfrm>
            <a:off x="6629571" y="1407399"/>
            <a:ext cx="354905" cy="76174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45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7" name="Rectangle 6"/>
          <p:cNvSpPr/>
          <p:nvPr/>
        </p:nvSpPr>
        <p:spPr>
          <a:xfrm>
            <a:off x="6990791" y="1065217"/>
            <a:ext cx="354905" cy="76174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45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8" name="Rectangle 7"/>
          <p:cNvSpPr/>
          <p:nvPr/>
        </p:nvSpPr>
        <p:spPr>
          <a:xfrm>
            <a:off x="7366219" y="1346280"/>
            <a:ext cx="354905" cy="76174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45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664177" y="2346210"/>
            <a:ext cx="588785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324000">
              <a:lnSpc>
                <a:spcPct val="115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200000"/>
              <a:buFont typeface="Symbol" panose="05050102010706020507" pitchFamily="18" charset="2"/>
              <a:buChar char=""/>
              <a:tabLst>
                <a:tab pos="171450" algn="l"/>
              </a:tabLs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moet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gedoen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word of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opgelos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word?</a:t>
            </a:r>
            <a:endParaRPr lang="en-ZA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57175" indent="-324000">
              <a:lnSpc>
                <a:spcPct val="115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200000"/>
              <a:buFont typeface="Symbol" panose="05050102010706020507" pitchFamily="18" charset="2"/>
              <a:buChar char=""/>
              <a:tabLst>
                <a:tab pos="171450" algn="l"/>
              </a:tabLs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Was is die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aspekte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van die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probleem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waarna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moet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kyk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ZA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57175" indent="-324000">
              <a:lnSpc>
                <a:spcPct val="115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200000"/>
              <a:buFont typeface="Symbol" panose="05050102010706020507" pitchFamily="18" charset="2"/>
              <a:buChar char=""/>
              <a:tabLst>
                <a:tab pos="171450" algn="l"/>
              </a:tabLst>
            </a:pPr>
            <a:r>
              <a:rPr lang="af-Z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gegee? Wat weet ek reeds?</a:t>
            </a:r>
            <a:endParaRPr lang="en-ZA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57175" indent="-324000">
              <a:lnSpc>
                <a:spcPct val="115000"/>
              </a:lnSpc>
              <a:spcBef>
                <a:spcPts val="900"/>
              </a:spcBef>
              <a:spcAft>
                <a:spcPts val="750"/>
              </a:spcAft>
              <a:buClr>
                <a:schemeClr val="accent1">
                  <a:lumMod val="75000"/>
                </a:schemeClr>
              </a:buClr>
              <a:buSzPct val="200000"/>
              <a:buFont typeface="Symbol" panose="05050102010706020507" pitchFamily="18" charset="2"/>
              <a:buChar char=""/>
              <a:tabLst>
                <a:tab pos="171450" algn="l"/>
              </a:tabLst>
            </a:pPr>
            <a:r>
              <a:rPr lang="af-Z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 kort? Watter inligting moet ek kry of uitwerk?</a:t>
            </a:r>
            <a:endParaRPr lang="en-ZA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63233" y="1989652"/>
            <a:ext cx="595150" cy="198515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12450" b="1" dirty="0">
                <a:ln w="12700">
                  <a:solidFill>
                    <a:schemeClr val="accent1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8653" y="2316081"/>
            <a:ext cx="1543295" cy="20313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Help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jou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om die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probleem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te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verstaan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asook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watter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feite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en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inligting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jy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nog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kort</a:t>
            </a:r>
            <a:endParaRPr lang="en-ZA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4" name="Action Button: Home 7">
            <a:hlinkClick r:id="rId2" action="ppaction://hlinksldjump" highlightClick="1"/>
          </p:cNvPr>
          <p:cNvSpPr/>
          <p:nvPr/>
        </p:nvSpPr>
        <p:spPr>
          <a:xfrm>
            <a:off x="10551" y="5552342"/>
            <a:ext cx="474785" cy="437857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350"/>
          </a:p>
        </p:txBody>
      </p:sp>
    </p:spTree>
    <p:extLst>
      <p:ext uri="{BB962C8B-B14F-4D97-AF65-F5344CB8AC3E}">
        <p14:creationId xmlns:p14="http://schemas.microsoft.com/office/powerpoint/2010/main" val="334818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1984" y="2174347"/>
            <a:ext cx="2553419" cy="1415963"/>
          </a:xfrm>
        </p:spPr>
        <p:txBody>
          <a:bodyPr/>
          <a:lstStyle/>
          <a:p>
            <a:r>
              <a:rPr lang="en-GB" b="1" i="1" dirty="0" err="1">
                <a:solidFill>
                  <a:schemeClr val="accent2">
                    <a:lumMod val="75000"/>
                  </a:schemeClr>
                </a:solidFill>
              </a:rPr>
              <a:t>Aktiwiteit</a:t>
            </a:r>
            <a:r>
              <a:rPr lang="en-GB" b="1" i="1" dirty="0">
                <a:solidFill>
                  <a:schemeClr val="accent2">
                    <a:lumMod val="75000"/>
                  </a:schemeClr>
                </a:solidFill>
              </a:rPr>
              <a:t> 1</a:t>
            </a:r>
            <a:br>
              <a:rPr lang="en-ZA" b="1" i="1" dirty="0"/>
            </a:br>
            <a:endParaRPr lang="en-Z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423" y="1645322"/>
            <a:ext cx="3643943" cy="27511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Action Button: Home 7">
            <a:hlinkClick r:id="rId3" action="ppaction://hlinksldjump" highlightClick="1"/>
          </p:cNvPr>
          <p:cNvSpPr/>
          <p:nvPr/>
        </p:nvSpPr>
        <p:spPr>
          <a:xfrm>
            <a:off x="10551" y="5552342"/>
            <a:ext cx="474785" cy="437857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350"/>
          </a:p>
        </p:txBody>
      </p:sp>
    </p:spTree>
    <p:extLst>
      <p:ext uri="{BB962C8B-B14F-4D97-AF65-F5344CB8AC3E}">
        <p14:creationId xmlns:p14="http://schemas.microsoft.com/office/powerpoint/2010/main" val="1142809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853" y="798973"/>
            <a:ext cx="4693137" cy="380469"/>
          </a:xfrm>
        </p:spPr>
        <p:txBody>
          <a:bodyPr>
            <a:noAutofit/>
          </a:bodyPr>
          <a:lstStyle/>
          <a:p>
            <a:pPr>
              <a:spcBef>
                <a:spcPts val="1800"/>
              </a:spcBef>
            </a:pPr>
            <a:r>
              <a:rPr lang="en-GB" b="1" dirty="0"/>
              <a:t>Data </a:t>
            </a:r>
            <a:r>
              <a:rPr lang="en-GB" b="1" dirty="0" err="1"/>
              <a:t>en</a:t>
            </a:r>
            <a:r>
              <a:rPr lang="en-GB" b="1" dirty="0"/>
              <a:t> </a:t>
            </a:r>
            <a:r>
              <a:rPr lang="en-GB" b="1" dirty="0" err="1"/>
              <a:t>inligting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4" y="2738327"/>
            <a:ext cx="2913973" cy="1864448"/>
          </a:xfrm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900"/>
              </a:spcAft>
              <a:buNone/>
            </a:pPr>
            <a:r>
              <a:rPr lang="af-ZA" sz="2625" b="1" dirty="0"/>
              <a:t>Data</a:t>
            </a:r>
            <a:r>
              <a:rPr lang="af-ZA" sz="2625" b="1"/>
              <a:t>:</a:t>
            </a:r>
            <a:r>
              <a:rPr lang="af-ZA" sz="2625"/>
              <a:t> </a:t>
            </a:r>
            <a:br>
              <a:rPr lang="af-ZA" sz="2625"/>
            </a:br>
            <a:r>
              <a:rPr lang="af-ZA" sz="2100"/>
              <a:t>rou </a:t>
            </a:r>
            <a:r>
              <a:rPr lang="af-ZA" sz="2100" dirty="0"/>
              <a:t>feite of items</a:t>
            </a:r>
            <a:r>
              <a:rPr lang="af-ZA" sz="2100"/>
              <a:t>. </a:t>
            </a:r>
            <a:endParaRPr lang="en-ZA" sz="2100" dirty="0"/>
          </a:p>
          <a:p>
            <a:pPr marL="0" indent="0">
              <a:buNone/>
            </a:pPr>
            <a:r>
              <a:rPr lang="en-ZA" sz="2625" b="1" dirty="0"/>
              <a:t>I</a:t>
            </a:r>
            <a:r>
              <a:rPr lang="af-ZA" sz="2625" b="1" dirty="0" err="1"/>
              <a:t>nligting</a:t>
            </a:r>
            <a:r>
              <a:rPr lang="af-ZA" sz="2625" b="1"/>
              <a:t>:</a:t>
            </a:r>
            <a:r>
              <a:rPr lang="af-ZA" sz="2625"/>
              <a:t> </a:t>
            </a:r>
            <a:br>
              <a:rPr lang="af-ZA" sz="2625"/>
            </a:br>
            <a:r>
              <a:rPr lang="af-ZA" sz="2100"/>
              <a:t>verwerkte </a:t>
            </a:r>
            <a:r>
              <a:rPr lang="af-ZA" sz="2100" dirty="0"/>
              <a:t>feite of data</a:t>
            </a:r>
            <a:r>
              <a:rPr lang="af-ZA" sz="2100"/>
              <a:t>. </a:t>
            </a:r>
            <a:endParaRPr lang="en-ZA" sz="2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341991" y="2078614"/>
            <a:ext cx="768955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100" b="1" cap="all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Die </a:t>
            </a:r>
            <a:r>
              <a:rPr lang="en-GB" sz="2100" b="1" cap="all" dirty="0" err="1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verskil</a:t>
            </a:r>
            <a:r>
              <a:rPr lang="en-GB" sz="2100" b="1" cap="all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GB" sz="2100" b="1" cap="all" dirty="0" err="1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tussen</a:t>
            </a:r>
            <a:r>
              <a:rPr lang="en-GB" sz="2100" b="1" cap="all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data </a:t>
            </a:r>
            <a:r>
              <a:rPr lang="en-GB" sz="2100" b="1" cap="all" dirty="0" err="1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GB" sz="2100" b="1" cap="all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GB" sz="2100" b="1" cap="all" dirty="0" err="1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inligting</a:t>
            </a:r>
            <a:endParaRPr lang="en-US" sz="2100" b="1" cap="all" dirty="0">
              <a:solidFill>
                <a:schemeClr val="accent2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Action Button: Home 7">
            <a:hlinkClick r:id="rId2" action="ppaction://hlinksldjump" highlightClick="1"/>
          </p:cNvPr>
          <p:cNvSpPr/>
          <p:nvPr/>
        </p:nvSpPr>
        <p:spPr>
          <a:xfrm>
            <a:off x="10551" y="5552342"/>
            <a:ext cx="474785" cy="437857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58546">
            <a:off x="4050641" y="2831241"/>
            <a:ext cx="4498136" cy="2785942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3467669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1588" y="2487218"/>
            <a:ext cx="3711129" cy="1192363"/>
          </a:xfrm>
        </p:spPr>
        <p:txBody>
          <a:bodyPr>
            <a:normAutofit fontScale="92500" lnSpcReduction="20000"/>
          </a:bodyPr>
          <a:lstStyle/>
          <a:p>
            <a:pPr marL="0" indent="0">
              <a:spcAft>
                <a:spcPts val="1350"/>
              </a:spcAft>
              <a:buNone/>
            </a:pPr>
            <a:r>
              <a:rPr lang="af-ZA" sz="1800" b="1" dirty="0"/>
              <a:t>Elektroniese media</a:t>
            </a:r>
            <a:br>
              <a:rPr lang="af-ZA" sz="1800" b="1" dirty="0"/>
            </a:br>
            <a:r>
              <a:rPr lang="af-ZA" sz="1875" dirty="0"/>
              <a:t>’n Manier waarop ’n elektroniese toestel gebruik word om digitale inhoud by ’n gebruiker te kry</a:t>
            </a:r>
            <a:endParaRPr lang="af-ZA" sz="1800" b="1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284" y="2388313"/>
            <a:ext cx="3512257" cy="263419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066692" y="2988439"/>
            <a:ext cx="1561515" cy="78483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1500" b="1" dirty="0"/>
              <a:t>Web: </a:t>
            </a:r>
            <a:r>
              <a:rPr lang="en-US" sz="1500" b="1" dirty="0" err="1"/>
              <a:t>voorkeurbron</a:t>
            </a:r>
            <a:r>
              <a:rPr lang="en-US" sz="1500" b="1" dirty="0"/>
              <a:t> van </a:t>
            </a:r>
            <a:r>
              <a:rPr lang="en-US" sz="1500" b="1" dirty="0" err="1"/>
              <a:t>inligting</a:t>
            </a:r>
            <a:endParaRPr lang="en-ZA" sz="15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321588" y="1962918"/>
            <a:ext cx="332153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100" b="1">
                <a:solidFill>
                  <a:schemeClr val="accent2">
                    <a:lumMod val="50000"/>
                  </a:schemeClr>
                </a:solidFill>
              </a:rPr>
              <a:t>INLIGTINGSBRONNE </a:t>
            </a:r>
            <a:endParaRPr lang="en-US" sz="21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360947" y="3660595"/>
            <a:ext cx="1814732" cy="138499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 err="1">
                <a:solidFill>
                  <a:srgbClr val="FF0000"/>
                </a:solidFill>
              </a:rPr>
              <a:t>rekenaars</a:t>
            </a:r>
            <a:endParaRPr lang="en-GB" sz="2100" dirty="0">
              <a:solidFill>
                <a:srgbClr val="FF0000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 err="1">
                <a:solidFill>
                  <a:srgbClr val="FF0000"/>
                </a:solidFill>
              </a:rPr>
              <a:t>slimfone</a:t>
            </a:r>
            <a:endParaRPr lang="en-GB" sz="2100" dirty="0">
              <a:solidFill>
                <a:srgbClr val="FF0000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>
                <a:solidFill>
                  <a:srgbClr val="FF0000"/>
                </a:solidFill>
              </a:rPr>
              <a:t>radio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>
                <a:solidFill>
                  <a:srgbClr val="FF0000"/>
                </a:solidFill>
              </a:rPr>
              <a:t>TV</a:t>
            </a:r>
            <a:endParaRPr lang="en-US" sz="2100" dirty="0">
              <a:solidFill>
                <a:srgbClr val="FF0000"/>
              </a:solidFill>
            </a:endParaRPr>
          </a:p>
        </p:txBody>
      </p:sp>
      <p:sp>
        <p:nvSpPr>
          <p:cNvPr id="9" name="Action Button: Home 7">
            <a:hlinkClick r:id="rId3" action="ppaction://hlinksldjump" highlightClick="1"/>
          </p:cNvPr>
          <p:cNvSpPr/>
          <p:nvPr/>
        </p:nvSpPr>
        <p:spPr>
          <a:xfrm>
            <a:off x="10551" y="5552342"/>
            <a:ext cx="474785" cy="437857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350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1343853" y="849976"/>
            <a:ext cx="6328508" cy="401572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800"/>
              </a:spcBef>
            </a:pPr>
            <a:r>
              <a:rPr lang="en-GB" b="1" dirty="0"/>
              <a:t>Data </a:t>
            </a:r>
            <a:r>
              <a:rPr lang="en-GB" b="1" dirty="0" err="1"/>
              <a:t>en</a:t>
            </a:r>
            <a:r>
              <a:rPr lang="en-GB" b="1" dirty="0"/>
              <a:t> </a:t>
            </a:r>
            <a:r>
              <a:rPr lang="en-GB" b="1" dirty="0" err="1"/>
              <a:t>inligting</a:t>
            </a:r>
            <a:r>
              <a:rPr lang="en-GB" b="1" dirty="0"/>
              <a:t> (</a:t>
            </a:r>
            <a:r>
              <a:rPr lang="en-GB" b="1" cap="none" dirty="0" err="1"/>
              <a:t>vervolg</a:t>
            </a:r>
            <a:r>
              <a:rPr lang="en-GB" b="1" dirty="0"/>
              <a:t>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692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2479" y="2490572"/>
            <a:ext cx="3933483" cy="25879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af-ZA" sz="1800" b="1" dirty="0"/>
              <a:t>Gedrukte media</a:t>
            </a:r>
          </a:p>
          <a:p>
            <a:pPr marL="0" indent="0">
              <a:buNone/>
            </a:pPr>
            <a:r>
              <a:rPr lang="en-GB" sz="1650" dirty="0" err="1"/>
              <a:t>Baie</a:t>
            </a:r>
            <a:r>
              <a:rPr lang="en-GB" sz="1650" dirty="0"/>
              <a:t> </a:t>
            </a:r>
            <a:r>
              <a:rPr lang="en-GB" sz="1650" dirty="0" err="1"/>
              <a:t>materiaal</a:t>
            </a:r>
            <a:r>
              <a:rPr lang="en-GB" sz="1650" dirty="0"/>
              <a:t> is </a:t>
            </a:r>
            <a:r>
              <a:rPr lang="en-GB" sz="1650" dirty="0" err="1"/>
              <a:t>nooit</a:t>
            </a:r>
            <a:r>
              <a:rPr lang="en-GB" sz="1650" dirty="0"/>
              <a:t> </a:t>
            </a:r>
            <a:r>
              <a:rPr lang="en-GB" sz="1650" dirty="0" err="1"/>
              <a:t>digitaal</a:t>
            </a:r>
            <a:r>
              <a:rPr lang="en-GB" sz="1650" dirty="0"/>
              <a:t> </a:t>
            </a:r>
            <a:r>
              <a:rPr lang="en-GB" sz="1650" dirty="0" err="1"/>
              <a:t>uitgegee</a:t>
            </a:r>
            <a:r>
              <a:rPr lang="en-GB" sz="1650" dirty="0"/>
              <a:t> </a:t>
            </a:r>
            <a:r>
              <a:rPr lang="en-GB" sz="1650" dirty="0" err="1"/>
              <a:t>nie</a:t>
            </a:r>
            <a:r>
              <a:rPr lang="en-GB" sz="1650" dirty="0"/>
              <a:t> </a:t>
            </a:r>
            <a:r>
              <a:rPr lang="en-GB" sz="1650" dirty="0" err="1"/>
              <a:t>en</a:t>
            </a:r>
            <a:r>
              <a:rPr lang="en-GB" sz="1650" dirty="0"/>
              <a:t> is </a:t>
            </a:r>
            <a:r>
              <a:rPr lang="en-GB" sz="1650" dirty="0" err="1"/>
              <a:t>slegs</a:t>
            </a:r>
            <a:r>
              <a:rPr lang="en-GB" sz="1650" dirty="0"/>
              <a:t> in </a:t>
            </a:r>
            <a:r>
              <a:rPr lang="en-GB" sz="1650" dirty="0" err="1"/>
              <a:t>hardekopie-formaat</a:t>
            </a:r>
            <a:r>
              <a:rPr lang="en-GB" sz="1650" dirty="0"/>
              <a:t> </a:t>
            </a:r>
            <a:r>
              <a:rPr lang="en-GB" sz="1650" dirty="0" err="1"/>
              <a:t>beskikbaar</a:t>
            </a:r>
            <a:endParaRPr lang="en-ZA" sz="1650" dirty="0"/>
          </a:p>
          <a:p>
            <a:pPr marL="0" indent="0">
              <a:buNone/>
            </a:pPr>
            <a:r>
              <a:rPr lang="en-GB" sz="1650" dirty="0" err="1"/>
              <a:t>Boeke</a:t>
            </a:r>
            <a:r>
              <a:rPr lang="en-GB" sz="1650" dirty="0"/>
              <a:t> </a:t>
            </a:r>
            <a:r>
              <a:rPr lang="en-GB" sz="1650" dirty="0" err="1"/>
              <a:t>bevat</a:t>
            </a:r>
            <a:r>
              <a:rPr lang="en-GB" sz="1650" dirty="0"/>
              <a:t> </a:t>
            </a:r>
            <a:r>
              <a:rPr lang="en-GB" sz="1650" dirty="0" err="1"/>
              <a:t>dikwels</a:t>
            </a:r>
            <a:r>
              <a:rPr lang="en-GB" sz="1650" dirty="0"/>
              <a:t> </a:t>
            </a:r>
            <a:r>
              <a:rPr lang="en-GB" sz="1650" dirty="0" err="1"/>
              <a:t>meer</a:t>
            </a:r>
            <a:r>
              <a:rPr lang="en-GB" sz="1650" dirty="0"/>
              <a:t> in-</a:t>
            </a:r>
            <a:r>
              <a:rPr lang="en-GB" sz="1650" dirty="0" err="1"/>
              <a:t>diepte</a:t>
            </a:r>
            <a:r>
              <a:rPr lang="en-GB" sz="1650" dirty="0"/>
              <a:t> </a:t>
            </a:r>
            <a:r>
              <a:rPr lang="en-GB" sz="1650" dirty="0" err="1"/>
              <a:t>inligting</a:t>
            </a:r>
            <a:r>
              <a:rPr lang="en-GB" sz="1650" dirty="0"/>
              <a:t> as wat </a:t>
            </a:r>
            <a:r>
              <a:rPr lang="en-GB" sz="1650" dirty="0" err="1"/>
              <a:t>aanlyn</a:t>
            </a:r>
            <a:r>
              <a:rPr lang="en-GB" sz="1650" dirty="0"/>
              <a:t> </a:t>
            </a:r>
            <a:r>
              <a:rPr lang="en-GB" sz="1650" dirty="0" err="1"/>
              <a:t>gevind</a:t>
            </a:r>
            <a:r>
              <a:rPr lang="en-GB" sz="1650" dirty="0"/>
              <a:t> </a:t>
            </a:r>
            <a:r>
              <a:rPr lang="en-GB" sz="1650" dirty="0" err="1"/>
              <a:t>kan</a:t>
            </a:r>
            <a:r>
              <a:rPr lang="en-GB" sz="1650" dirty="0"/>
              <a:t> word</a:t>
            </a:r>
            <a:endParaRPr lang="en-ZA" sz="1650" dirty="0"/>
          </a:p>
          <a:p>
            <a:pPr marL="0" indent="0">
              <a:buNone/>
            </a:pPr>
            <a:r>
              <a:rPr lang="en-GB" sz="1650" dirty="0" err="1"/>
              <a:t>Gedrukte</a:t>
            </a:r>
            <a:r>
              <a:rPr lang="en-GB" sz="1650" dirty="0"/>
              <a:t> media </a:t>
            </a:r>
            <a:r>
              <a:rPr lang="en-GB" sz="1650" dirty="0" err="1"/>
              <a:t>kan</a:t>
            </a:r>
            <a:r>
              <a:rPr lang="en-GB" sz="1650" dirty="0"/>
              <a:t> </a:t>
            </a:r>
            <a:r>
              <a:rPr lang="en-GB" sz="1650" dirty="0" err="1"/>
              <a:t>makliker</a:t>
            </a:r>
            <a:r>
              <a:rPr lang="en-GB" sz="1650" dirty="0"/>
              <a:t> wees om </a:t>
            </a:r>
            <a:r>
              <a:rPr lang="en-GB" sz="1650" dirty="0" err="1"/>
              <a:t>mee</a:t>
            </a:r>
            <a:r>
              <a:rPr lang="en-GB" sz="1650" dirty="0"/>
              <a:t> </a:t>
            </a:r>
            <a:r>
              <a:rPr lang="en-GB" sz="1650" dirty="0" err="1"/>
              <a:t>te</a:t>
            </a:r>
            <a:r>
              <a:rPr lang="en-GB" sz="1650" dirty="0"/>
              <a:t> </a:t>
            </a:r>
            <a:r>
              <a:rPr lang="en-GB" sz="1650" dirty="0" err="1"/>
              <a:t>werk</a:t>
            </a:r>
            <a:r>
              <a:rPr lang="en-GB" sz="1650" dirty="0"/>
              <a:t>, in </a:t>
            </a:r>
            <a:r>
              <a:rPr lang="en-GB" sz="1650" dirty="0" err="1"/>
              <a:t>terme</a:t>
            </a:r>
            <a:r>
              <a:rPr lang="en-GB" sz="1650" dirty="0"/>
              <a:t> van </a:t>
            </a:r>
            <a:r>
              <a:rPr lang="en-GB" sz="1650" dirty="0" err="1"/>
              <a:t>rondblaai</a:t>
            </a:r>
            <a:r>
              <a:rPr lang="en-GB" sz="1650" dirty="0"/>
              <a:t> </a:t>
            </a:r>
            <a:r>
              <a:rPr lang="en-GB" sz="1650" dirty="0" err="1"/>
              <a:t>en</a:t>
            </a:r>
            <a:r>
              <a:rPr lang="en-GB" sz="1650" dirty="0"/>
              <a:t> </a:t>
            </a:r>
            <a:r>
              <a:rPr lang="en-GB" sz="1650" dirty="0" err="1"/>
              <a:t>fisiese</a:t>
            </a:r>
            <a:r>
              <a:rPr lang="en-GB" sz="1650" dirty="0"/>
              <a:t> </a:t>
            </a:r>
            <a:r>
              <a:rPr lang="en-GB" sz="1650" dirty="0" err="1"/>
              <a:t>notas</a:t>
            </a:r>
            <a:r>
              <a:rPr lang="en-GB" sz="1650" dirty="0"/>
              <a:t> </a:t>
            </a:r>
            <a:r>
              <a:rPr lang="en-GB" sz="1650" dirty="0" err="1"/>
              <a:t>maak</a:t>
            </a:r>
            <a:endParaRPr lang="en-GB" sz="16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352479" y="849976"/>
            <a:ext cx="6328508" cy="401572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800"/>
              </a:spcBef>
            </a:pPr>
            <a:r>
              <a:rPr lang="en-GB" b="1" dirty="0"/>
              <a:t>Data </a:t>
            </a:r>
            <a:r>
              <a:rPr lang="en-GB" b="1" dirty="0" err="1"/>
              <a:t>en</a:t>
            </a:r>
            <a:r>
              <a:rPr lang="en-GB" b="1" dirty="0"/>
              <a:t> </a:t>
            </a:r>
            <a:r>
              <a:rPr lang="en-GB" b="1" dirty="0" err="1"/>
              <a:t>inligting</a:t>
            </a:r>
            <a:r>
              <a:rPr lang="en-GB" b="1" dirty="0"/>
              <a:t> (</a:t>
            </a:r>
            <a:r>
              <a:rPr lang="en-GB" b="1" cap="none" dirty="0" err="1"/>
              <a:t>vervolg</a:t>
            </a:r>
            <a:r>
              <a:rPr lang="en-GB" b="1" dirty="0"/>
              <a:t>)</a:t>
            </a:r>
            <a:endParaRPr lang="en-ZA" dirty="0"/>
          </a:p>
        </p:txBody>
      </p:sp>
      <p:sp>
        <p:nvSpPr>
          <p:cNvPr id="6" name="TextBox 5"/>
          <p:cNvSpPr txBox="1"/>
          <p:nvPr/>
        </p:nvSpPr>
        <p:spPr>
          <a:xfrm>
            <a:off x="1352479" y="1971545"/>
            <a:ext cx="332153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100" b="1">
                <a:solidFill>
                  <a:schemeClr val="accent2">
                    <a:lumMod val="50000"/>
                  </a:schemeClr>
                </a:solidFill>
              </a:rPr>
              <a:t>INLIGTINGSBRONNE </a:t>
            </a:r>
            <a:endParaRPr lang="en-US" sz="21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876779" y="3141135"/>
            <a:ext cx="1814732" cy="129266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14313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2100" dirty="0" err="1">
                <a:solidFill>
                  <a:srgbClr val="FF0000"/>
                </a:solidFill>
              </a:rPr>
              <a:t>boeke</a:t>
            </a:r>
            <a:endParaRPr lang="en-GB" sz="2100" dirty="0">
              <a:solidFill>
                <a:srgbClr val="FF0000"/>
              </a:solidFill>
            </a:endParaRPr>
          </a:p>
          <a:p>
            <a:pPr marL="214313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2100" dirty="0" err="1">
                <a:solidFill>
                  <a:srgbClr val="FF0000"/>
                </a:solidFill>
              </a:rPr>
              <a:t>tydskrifte</a:t>
            </a:r>
            <a:endParaRPr lang="en-GB" sz="2100" dirty="0">
              <a:solidFill>
                <a:srgbClr val="FF0000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 err="1">
                <a:solidFill>
                  <a:srgbClr val="FF0000"/>
                </a:solidFill>
              </a:rPr>
              <a:t>joernale</a:t>
            </a:r>
            <a:endParaRPr lang="en-US" sz="2100" dirty="0">
              <a:solidFill>
                <a:srgbClr val="FF0000"/>
              </a:solidFill>
            </a:endParaRPr>
          </a:p>
        </p:txBody>
      </p:sp>
      <p:sp>
        <p:nvSpPr>
          <p:cNvPr id="10" name="Action Button: Home 7">
            <a:hlinkClick r:id="rId2" action="ppaction://hlinksldjump" highlightClick="1"/>
          </p:cNvPr>
          <p:cNvSpPr/>
          <p:nvPr/>
        </p:nvSpPr>
        <p:spPr>
          <a:xfrm>
            <a:off x="10551" y="5552342"/>
            <a:ext cx="474785" cy="437857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350"/>
          </a:p>
        </p:txBody>
      </p:sp>
    </p:spTree>
    <p:extLst>
      <p:ext uri="{BB962C8B-B14F-4D97-AF65-F5344CB8AC3E}">
        <p14:creationId xmlns:p14="http://schemas.microsoft.com/office/powerpoint/2010/main" val="3076708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853" y="2492490"/>
            <a:ext cx="4385215" cy="25879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af-ZA" sz="2100" b="1" dirty="0"/>
              <a:t>Mense</a:t>
            </a:r>
            <a:endParaRPr lang="af-ZA" sz="1950" b="1" dirty="0"/>
          </a:p>
          <a:p>
            <a:pPr marL="0" indent="0">
              <a:buNone/>
            </a:pPr>
            <a:r>
              <a:rPr lang="af-ZA" sz="1950" b="1" dirty="0">
                <a:solidFill>
                  <a:schemeClr val="accent6">
                    <a:lumMod val="50000"/>
                  </a:schemeClr>
                </a:solidFill>
              </a:rPr>
              <a:t>Vraelyste</a:t>
            </a:r>
          </a:p>
          <a:p>
            <a:pPr lvl="1" indent="-270000"/>
            <a:r>
              <a:rPr lang="en-ZA" sz="1800" dirty="0" err="1"/>
              <a:t>Inligting</a:t>
            </a:r>
            <a:r>
              <a:rPr lang="en-ZA" sz="1800" dirty="0"/>
              <a:t> </a:t>
            </a:r>
            <a:r>
              <a:rPr lang="en-ZA" sz="1800" dirty="0" err="1"/>
              <a:t>oor</a:t>
            </a:r>
            <a:r>
              <a:rPr lang="en-ZA" sz="1800" dirty="0"/>
              <a:t> </a:t>
            </a:r>
            <a:r>
              <a:rPr lang="en-ZA" sz="1800" dirty="0" err="1"/>
              <a:t>mense</a:t>
            </a:r>
            <a:r>
              <a:rPr lang="en-ZA" sz="1800" dirty="0"/>
              <a:t> se </a:t>
            </a:r>
            <a:r>
              <a:rPr lang="en-ZA" sz="1800" dirty="0" err="1"/>
              <a:t>idees</a:t>
            </a:r>
            <a:r>
              <a:rPr lang="en-ZA" sz="1800" dirty="0"/>
              <a:t>, </a:t>
            </a:r>
            <a:r>
              <a:rPr lang="en-ZA" sz="1800" dirty="0" err="1"/>
              <a:t>opinies</a:t>
            </a:r>
            <a:r>
              <a:rPr lang="en-ZA" sz="1800" dirty="0"/>
              <a:t>, </a:t>
            </a:r>
            <a:r>
              <a:rPr lang="en-ZA" sz="1800" dirty="0" err="1"/>
              <a:t>gewoontes</a:t>
            </a:r>
            <a:r>
              <a:rPr lang="en-ZA" sz="1800" dirty="0"/>
              <a:t>, </a:t>
            </a:r>
            <a:r>
              <a:rPr lang="en-ZA" sz="1800" dirty="0" err="1"/>
              <a:t>voorkeure</a:t>
            </a:r>
            <a:r>
              <a:rPr lang="en-ZA" sz="1800" dirty="0"/>
              <a:t> </a:t>
            </a:r>
            <a:r>
              <a:rPr lang="en-ZA" sz="1800" dirty="0" err="1"/>
              <a:t>en</a:t>
            </a:r>
            <a:r>
              <a:rPr lang="en-ZA" sz="1800" dirty="0"/>
              <a:t> </a:t>
            </a:r>
            <a:r>
              <a:rPr lang="en-ZA" sz="1800" dirty="0" err="1"/>
              <a:t>afkeure</a:t>
            </a:r>
            <a:endParaRPr lang="en-ZA" sz="1800" dirty="0"/>
          </a:p>
          <a:p>
            <a:pPr lvl="1" indent="-270000"/>
            <a:r>
              <a:rPr lang="en-ZA" sz="1800" dirty="0" err="1"/>
              <a:t>Laat</a:t>
            </a:r>
            <a:r>
              <a:rPr lang="en-ZA" sz="1800" dirty="0"/>
              <a:t> die respondent ’n </a:t>
            </a:r>
            <a:r>
              <a:rPr lang="en-ZA" sz="1800" dirty="0" err="1"/>
              <a:t>antwoord</a:t>
            </a:r>
            <a:r>
              <a:rPr lang="en-ZA" sz="1800" dirty="0"/>
              <a:t> </a:t>
            </a:r>
            <a:r>
              <a:rPr lang="en-ZA" sz="1800" dirty="0" err="1"/>
              <a:t>kies</a:t>
            </a:r>
            <a:r>
              <a:rPr lang="en-ZA" sz="1800" dirty="0"/>
              <a:t> (</a:t>
            </a:r>
            <a:r>
              <a:rPr lang="en-ZA" sz="1800" dirty="0" err="1"/>
              <a:t>geslote</a:t>
            </a:r>
            <a:r>
              <a:rPr lang="en-ZA" sz="1800" dirty="0"/>
              <a:t> </a:t>
            </a:r>
            <a:r>
              <a:rPr lang="en-ZA" sz="1800" dirty="0" err="1"/>
              <a:t>vrae</a:t>
            </a:r>
            <a:r>
              <a:rPr lang="en-ZA" sz="1800" dirty="0"/>
              <a:t>)</a:t>
            </a:r>
          </a:p>
          <a:p>
            <a:pPr lvl="1" indent="-270000"/>
            <a:r>
              <a:rPr lang="en-ZA" sz="1800" dirty="0" err="1"/>
              <a:t>Hierdie</a:t>
            </a:r>
            <a:r>
              <a:rPr lang="en-ZA" sz="1800" dirty="0"/>
              <a:t> </a:t>
            </a:r>
            <a:r>
              <a:rPr lang="en-ZA" sz="1800" dirty="0" err="1"/>
              <a:t>waardes</a:t>
            </a:r>
            <a:r>
              <a:rPr lang="en-ZA" sz="1800" dirty="0"/>
              <a:t> is die </a:t>
            </a:r>
            <a:r>
              <a:rPr lang="en-ZA" sz="1800" b="1" dirty="0">
                <a:solidFill>
                  <a:srgbClr val="FF0000"/>
                </a:solidFill>
              </a:rPr>
              <a:t>data</a:t>
            </a:r>
            <a:r>
              <a:rPr lang="en-ZA" sz="1800" dirty="0"/>
              <a:t>,</a:t>
            </a:r>
            <a:br>
              <a:rPr lang="en-ZA" sz="1800" dirty="0"/>
            </a:br>
            <a:r>
              <a:rPr lang="en-ZA" sz="1800" dirty="0" err="1"/>
              <a:t>na</a:t>
            </a:r>
            <a:r>
              <a:rPr lang="en-ZA" sz="1800" dirty="0"/>
              <a:t> </a:t>
            </a:r>
            <a:r>
              <a:rPr lang="en-ZA" sz="1800" dirty="0" err="1"/>
              <a:t>verwerking</a:t>
            </a:r>
            <a:r>
              <a:rPr lang="en-ZA" sz="1800" dirty="0"/>
              <a:t> word </a:t>
            </a:r>
            <a:r>
              <a:rPr lang="en-ZA" sz="1800" dirty="0" err="1"/>
              <a:t>dit</a:t>
            </a:r>
            <a:r>
              <a:rPr lang="en-ZA" sz="1800" dirty="0"/>
              <a:t> </a:t>
            </a:r>
            <a:r>
              <a:rPr lang="en-ZA" sz="1800" b="1" dirty="0" err="1">
                <a:solidFill>
                  <a:srgbClr val="FF0000"/>
                </a:solidFill>
              </a:rPr>
              <a:t>inligting</a:t>
            </a:r>
            <a:endParaRPr lang="en-ZA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343853" y="849976"/>
            <a:ext cx="6328508" cy="401572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800"/>
              </a:spcBef>
            </a:pPr>
            <a:r>
              <a:rPr lang="en-GB" b="1" dirty="0"/>
              <a:t>Data </a:t>
            </a:r>
            <a:r>
              <a:rPr lang="en-GB" b="1" dirty="0" err="1"/>
              <a:t>en</a:t>
            </a:r>
            <a:r>
              <a:rPr lang="en-GB" b="1" dirty="0"/>
              <a:t> </a:t>
            </a:r>
            <a:r>
              <a:rPr lang="en-GB" b="1" dirty="0" err="1"/>
              <a:t>inligting</a:t>
            </a:r>
            <a:r>
              <a:rPr lang="en-GB" b="1" dirty="0"/>
              <a:t> (</a:t>
            </a:r>
            <a:r>
              <a:rPr lang="en-GB" b="1" cap="none" dirty="0" err="1"/>
              <a:t>vervolg</a:t>
            </a:r>
            <a:r>
              <a:rPr lang="en-GB" b="1" dirty="0"/>
              <a:t>)</a:t>
            </a:r>
            <a:endParaRPr lang="en-ZA" dirty="0"/>
          </a:p>
        </p:txBody>
      </p:sp>
      <p:sp>
        <p:nvSpPr>
          <p:cNvPr id="9" name="TextBox 8"/>
          <p:cNvSpPr txBox="1"/>
          <p:nvPr/>
        </p:nvSpPr>
        <p:spPr>
          <a:xfrm>
            <a:off x="1343853" y="1962918"/>
            <a:ext cx="332153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100" b="1">
                <a:solidFill>
                  <a:schemeClr val="accent2">
                    <a:lumMod val="50000"/>
                  </a:schemeClr>
                </a:solidFill>
              </a:rPr>
              <a:t>INLIGTINGSBRONNE</a:t>
            </a:r>
            <a:endParaRPr lang="en-US" sz="2100" b="1" dirty="0"/>
          </a:p>
        </p:txBody>
      </p:sp>
      <p:sp>
        <p:nvSpPr>
          <p:cNvPr id="10" name="Action Button: Home 7">
            <a:hlinkClick r:id="rId2" action="ppaction://hlinksldjump" highlightClick="1"/>
          </p:cNvPr>
          <p:cNvSpPr/>
          <p:nvPr/>
        </p:nvSpPr>
        <p:spPr>
          <a:xfrm>
            <a:off x="10551" y="5552342"/>
            <a:ext cx="474785" cy="437857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350"/>
          </a:p>
        </p:txBody>
      </p:sp>
      <p:pic>
        <p:nvPicPr>
          <p:cNvPr id="11" name="Picture 10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42868">
            <a:off x="5908703" y="2107211"/>
            <a:ext cx="2347752" cy="3366467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02436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7296" y="2427082"/>
            <a:ext cx="4998998" cy="29353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af-ZA" sz="1800" b="1" dirty="0"/>
              <a:t>Mense</a:t>
            </a:r>
            <a:endParaRPr lang="af-ZA" sz="1950" b="1" dirty="0"/>
          </a:p>
          <a:p>
            <a:pPr marL="0" indent="0">
              <a:buNone/>
            </a:pPr>
            <a:r>
              <a:rPr lang="af-ZA" sz="1800" b="1" dirty="0">
                <a:solidFill>
                  <a:schemeClr val="accent6">
                    <a:lumMod val="50000"/>
                  </a:schemeClr>
                </a:solidFill>
              </a:rPr>
              <a:t>Onderhoude</a:t>
            </a:r>
          </a:p>
          <a:p>
            <a:pPr lvl="1" indent="-270000"/>
            <a:r>
              <a:rPr lang="af-ZA" sz="1650" dirty="0"/>
              <a:t>Beplan jou vrae en skryf dit neer</a:t>
            </a:r>
          </a:p>
          <a:p>
            <a:pPr lvl="1" indent="-270000"/>
            <a:r>
              <a:rPr lang="af-ZA" sz="1650" dirty="0"/>
              <a:t>Maak ’n afspraak met die persoon</a:t>
            </a:r>
            <a:endParaRPr lang="en-ZA" sz="1650" dirty="0"/>
          </a:p>
          <a:p>
            <a:pPr lvl="1" indent="-270000"/>
            <a:r>
              <a:rPr lang="af-ZA" sz="1650" dirty="0"/>
              <a:t>Wees hoflik en vriendelik</a:t>
            </a:r>
            <a:endParaRPr lang="en-ZA" sz="1650" dirty="0"/>
          </a:p>
          <a:p>
            <a:pPr lvl="1" indent="-270000"/>
            <a:r>
              <a:rPr lang="af-ZA" sz="1650" dirty="0"/>
              <a:t>Bevestig of jy die onderhoud gaan opneem of notas gaan maak daarvan</a:t>
            </a:r>
            <a:endParaRPr lang="en-ZA" sz="1650" dirty="0"/>
          </a:p>
          <a:p>
            <a:pPr lvl="1" indent="-270000"/>
            <a:r>
              <a:rPr lang="af-ZA" sz="1650" dirty="0"/>
              <a:t>Moenie langdradig wees nie en bly by die punt</a:t>
            </a:r>
            <a:endParaRPr lang="en-ZA" sz="16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Trapezoid 4"/>
          <p:cNvSpPr/>
          <p:nvPr/>
        </p:nvSpPr>
        <p:spPr>
          <a:xfrm rot="7730102">
            <a:off x="7342807" y="2539451"/>
            <a:ext cx="356616" cy="1344283"/>
          </a:xfrm>
          <a:prstGeom prst="trapezoid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350"/>
          </a:p>
        </p:txBody>
      </p:sp>
      <p:sp>
        <p:nvSpPr>
          <p:cNvPr id="6" name="Oval 5"/>
          <p:cNvSpPr/>
          <p:nvPr/>
        </p:nvSpPr>
        <p:spPr>
          <a:xfrm>
            <a:off x="6492598" y="2272046"/>
            <a:ext cx="685800" cy="692658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350"/>
          </a:p>
        </p:txBody>
      </p:sp>
      <p:sp>
        <p:nvSpPr>
          <p:cNvPr id="7" name="Freeform 6"/>
          <p:cNvSpPr/>
          <p:nvPr/>
        </p:nvSpPr>
        <p:spPr>
          <a:xfrm>
            <a:off x="7835918" y="3629988"/>
            <a:ext cx="512726" cy="1211723"/>
          </a:xfrm>
          <a:custGeom>
            <a:avLst/>
            <a:gdLst>
              <a:gd name="connsiteX0" fmla="*/ 284349 w 683634"/>
              <a:gd name="connsiteY0" fmla="*/ 0 h 1615631"/>
              <a:gd name="connsiteX1" fmla="*/ 677541 w 683634"/>
              <a:gd name="connsiteY1" fmla="*/ 502920 h 1615631"/>
              <a:gd name="connsiteX2" fmla="*/ 10029 w 683634"/>
              <a:gd name="connsiteY2" fmla="*/ 1042416 h 1615631"/>
              <a:gd name="connsiteX3" fmla="*/ 275205 w 683634"/>
              <a:gd name="connsiteY3" fmla="*/ 1563624 h 1615631"/>
              <a:gd name="connsiteX4" fmla="*/ 266061 w 683634"/>
              <a:gd name="connsiteY4" fmla="*/ 1600200 h 1615631"/>
              <a:gd name="connsiteX5" fmla="*/ 293493 w 683634"/>
              <a:gd name="connsiteY5" fmla="*/ 1591056 h 1615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3634" h="1615631">
                <a:moveTo>
                  <a:pt x="284349" y="0"/>
                </a:moveTo>
                <a:cubicBezTo>
                  <a:pt x="503805" y="164592"/>
                  <a:pt x="723261" y="329184"/>
                  <a:pt x="677541" y="502920"/>
                </a:cubicBezTo>
                <a:cubicBezTo>
                  <a:pt x="631821" y="676656"/>
                  <a:pt x="77085" y="865632"/>
                  <a:pt x="10029" y="1042416"/>
                </a:cubicBezTo>
                <a:cubicBezTo>
                  <a:pt x="-57027" y="1219200"/>
                  <a:pt x="232533" y="1470660"/>
                  <a:pt x="275205" y="1563624"/>
                </a:cubicBezTo>
                <a:cubicBezTo>
                  <a:pt x="317877" y="1656588"/>
                  <a:pt x="263013" y="1595628"/>
                  <a:pt x="266061" y="1600200"/>
                </a:cubicBezTo>
                <a:cubicBezTo>
                  <a:pt x="269109" y="1604772"/>
                  <a:pt x="281301" y="1597914"/>
                  <a:pt x="293493" y="1591056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350"/>
          </a:p>
        </p:txBody>
      </p:sp>
      <p:sp>
        <p:nvSpPr>
          <p:cNvPr id="11" name="TextBox 10"/>
          <p:cNvSpPr txBox="1"/>
          <p:nvPr/>
        </p:nvSpPr>
        <p:spPr>
          <a:xfrm>
            <a:off x="1367297" y="2011584"/>
            <a:ext cx="332153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100" b="1">
                <a:solidFill>
                  <a:schemeClr val="accent2">
                    <a:lumMod val="50000"/>
                  </a:schemeClr>
                </a:solidFill>
              </a:rPr>
              <a:t>INLIGTINGSBRONNE</a:t>
            </a:r>
            <a:endParaRPr lang="en-US" sz="2100" b="1" dirty="0"/>
          </a:p>
        </p:txBody>
      </p:sp>
      <p:sp>
        <p:nvSpPr>
          <p:cNvPr id="12" name="Action Button: Home 7">
            <a:hlinkClick r:id="rId2" action="ppaction://hlinksldjump" highlightClick="1"/>
          </p:cNvPr>
          <p:cNvSpPr/>
          <p:nvPr/>
        </p:nvSpPr>
        <p:spPr>
          <a:xfrm>
            <a:off x="10551" y="5552342"/>
            <a:ext cx="474785" cy="437857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350"/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1343853" y="849976"/>
            <a:ext cx="6328508" cy="401572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800"/>
              </a:spcBef>
            </a:pPr>
            <a:r>
              <a:rPr lang="en-GB" b="1" dirty="0"/>
              <a:t>Data </a:t>
            </a:r>
            <a:r>
              <a:rPr lang="en-GB" b="1" dirty="0" err="1"/>
              <a:t>en</a:t>
            </a:r>
            <a:r>
              <a:rPr lang="en-GB" b="1" dirty="0"/>
              <a:t> </a:t>
            </a:r>
            <a:r>
              <a:rPr lang="en-GB" b="1" dirty="0" err="1"/>
              <a:t>inligting</a:t>
            </a:r>
            <a:r>
              <a:rPr lang="en-GB" b="1" dirty="0"/>
              <a:t> (</a:t>
            </a:r>
            <a:r>
              <a:rPr lang="en-GB" b="1" cap="none" dirty="0" err="1"/>
              <a:t>vervolg</a:t>
            </a:r>
            <a:r>
              <a:rPr lang="en-GB" b="1" dirty="0"/>
              <a:t>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75179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852" y="2355333"/>
            <a:ext cx="5148745" cy="26610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af-ZA" sz="1800" b="1" dirty="0"/>
              <a:t>Mense</a:t>
            </a:r>
            <a:endParaRPr lang="af-ZA" sz="1950" b="1" dirty="0"/>
          </a:p>
          <a:p>
            <a:pPr marL="0" indent="0">
              <a:buNone/>
            </a:pPr>
            <a:r>
              <a:rPr lang="af-ZA" sz="1800" b="1" dirty="0">
                <a:solidFill>
                  <a:schemeClr val="accent6">
                    <a:lumMod val="50000"/>
                  </a:schemeClr>
                </a:solidFill>
              </a:rPr>
              <a:t>Onderhoude – maak notas van die inhoud</a:t>
            </a:r>
          </a:p>
          <a:p>
            <a:pPr lvl="1" indent="-270000"/>
            <a:r>
              <a:rPr lang="af-ZA" sz="1650" dirty="0"/>
              <a:t>die datum</a:t>
            </a:r>
          </a:p>
          <a:p>
            <a:pPr lvl="1" indent="-270000"/>
            <a:r>
              <a:rPr lang="en-US" sz="1650" dirty="0"/>
              <a:t>d</a:t>
            </a:r>
            <a:r>
              <a:rPr lang="af-ZA" sz="1650" dirty="0" err="1"/>
              <a:t>ie</a:t>
            </a:r>
            <a:r>
              <a:rPr lang="af-ZA" sz="1650" dirty="0"/>
              <a:t> persoon waarmee jy gepraat het</a:t>
            </a:r>
          </a:p>
          <a:p>
            <a:pPr lvl="1" indent="-270000"/>
            <a:r>
              <a:rPr lang="af-ZA" sz="1650" dirty="0"/>
              <a:t>die rang of posisie van die persoon, d.w.s. </a:t>
            </a:r>
            <a:r>
              <a:rPr lang="en-US" sz="1650" dirty="0"/>
              <a:t>d</a:t>
            </a:r>
            <a:r>
              <a:rPr lang="af-ZA" sz="1650" dirty="0" err="1"/>
              <a:t>ie</a:t>
            </a:r>
            <a:r>
              <a:rPr lang="af-ZA" sz="1650" dirty="0"/>
              <a:t> rede waarom jy met die persoon ’n onderhoud gevoer het.</a:t>
            </a:r>
          </a:p>
          <a:p>
            <a:pPr marL="342900" lvl="1" indent="0">
              <a:spcBef>
                <a:spcPts val="900"/>
              </a:spcBef>
              <a:buNone/>
            </a:pPr>
            <a:r>
              <a:rPr lang="af-ZA" sz="1650" b="1" dirty="0"/>
              <a:t>(Jy gaan hierdie inligting in jou verwysings gebruik)</a:t>
            </a:r>
            <a:endParaRPr lang="en-ZA" sz="165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343853" y="1939835"/>
            <a:ext cx="332153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100" b="1">
                <a:solidFill>
                  <a:schemeClr val="accent2">
                    <a:lumMod val="50000"/>
                  </a:schemeClr>
                </a:solidFill>
              </a:rPr>
              <a:t>INLIGTINGSBRONNE</a:t>
            </a:r>
            <a:endParaRPr lang="en-US" sz="2100" b="1" dirty="0"/>
          </a:p>
        </p:txBody>
      </p:sp>
      <p:sp>
        <p:nvSpPr>
          <p:cNvPr id="13" name="Trapezoid 12"/>
          <p:cNvSpPr/>
          <p:nvPr/>
        </p:nvSpPr>
        <p:spPr>
          <a:xfrm rot="7730102">
            <a:off x="7342807" y="2539451"/>
            <a:ext cx="356616" cy="1344283"/>
          </a:xfrm>
          <a:prstGeom prst="trapezoid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350"/>
          </a:p>
        </p:txBody>
      </p:sp>
      <p:sp>
        <p:nvSpPr>
          <p:cNvPr id="14" name="Oval 13"/>
          <p:cNvSpPr/>
          <p:nvPr/>
        </p:nvSpPr>
        <p:spPr>
          <a:xfrm>
            <a:off x="6492598" y="2272046"/>
            <a:ext cx="685800" cy="692658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350"/>
          </a:p>
        </p:txBody>
      </p:sp>
      <p:sp>
        <p:nvSpPr>
          <p:cNvPr id="15" name="Freeform 6"/>
          <p:cNvSpPr/>
          <p:nvPr/>
        </p:nvSpPr>
        <p:spPr>
          <a:xfrm>
            <a:off x="7835918" y="3629988"/>
            <a:ext cx="512726" cy="1211723"/>
          </a:xfrm>
          <a:custGeom>
            <a:avLst/>
            <a:gdLst>
              <a:gd name="connsiteX0" fmla="*/ 284349 w 683634"/>
              <a:gd name="connsiteY0" fmla="*/ 0 h 1615631"/>
              <a:gd name="connsiteX1" fmla="*/ 677541 w 683634"/>
              <a:gd name="connsiteY1" fmla="*/ 502920 h 1615631"/>
              <a:gd name="connsiteX2" fmla="*/ 10029 w 683634"/>
              <a:gd name="connsiteY2" fmla="*/ 1042416 h 1615631"/>
              <a:gd name="connsiteX3" fmla="*/ 275205 w 683634"/>
              <a:gd name="connsiteY3" fmla="*/ 1563624 h 1615631"/>
              <a:gd name="connsiteX4" fmla="*/ 266061 w 683634"/>
              <a:gd name="connsiteY4" fmla="*/ 1600200 h 1615631"/>
              <a:gd name="connsiteX5" fmla="*/ 293493 w 683634"/>
              <a:gd name="connsiteY5" fmla="*/ 1591056 h 1615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3634" h="1615631">
                <a:moveTo>
                  <a:pt x="284349" y="0"/>
                </a:moveTo>
                <a:cubicBezTo>
                  <a:pt x="503805" y="164592"/>
                  <a:pt x="723261" y="329184"/>
                  <a:pt x="677541" y="502920"/>
                </a:cubicBezTo>
                <a:cubicBezTo>
                  <a:pt x="631821" y="676656"/>
                  <a:pt x="77085" y="865632"/>
                  <a:pt x="10029" y="1042416"/>
                </a:cubicBezTo>
                <a:cubicBezTo>
                  <a:pt x="-57027" y="1219200"/>
                  <a:pt x="232533" y="1470660"/>
                  <a:pt x="275205" y="1563624"/>
                </a:cubicBezTo>
                <a:cubicBezTo>
                  <a:pt x="317877" y="1656588"/>
                  <a:pt x="263013" y="1595628"/>
                  <a:pt x="266061" y="1600200"/>
                </a:cubicBezTo>
                <a:cubicBezTo>
                  <a:pt x="269109" y="1604772"/>
                  <a:pt x="281301" y="1597914"/>
                  <a:pt x="293493" y="1591056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350"/>
          </a:p>
        </p:txBody>
      </p:sp>
      <p:sp>
        <p:nvSpPr>
          <p:cNvPr id="16" name="Action Button: Home 7">
            <a:hlinkClick r:id="rId2" action="ppaction://hlinksldjump" highlightClick="1"/>
          </p:cNvPr>
          <p:cNvSpPr/>
          <p:nvPr/>
        </p:nvSpPr>
        <p:spPr>
          <a:xfrm>
            <a:off x="10551" y="5552342"/>
            <a:ext cx="474785" cy="437857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35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343853" y="849976"/>
            <a:ext cx="6328508" cy="401572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800"/>
              </a:spcBef>
            </a:pPr>
            <a:r>
              <a:rPr lang="en-GB" b="1" dirty="0"/>
              <a:t>Data </a:t>
            </a:r>
            <a:r>
              <a:rPr lang="en-GB" b="1" dirty="0" err="1"/>
              <a:t>en</a:t>
            </a:r>
            <a:r>
              <a:rPr lang="en-GB" b="1" dirty="0"/>
              <a:t> </a:t>
            </a:r>
            <a:r>
              <a:rPr lang="en-GB" b="1" dirty="0" err="1"/>
              <a:t>inligting</a:t>
            </a:r>
            <a:r>
              <a:rPr lang="en-GB" b="1" dirty="0"/>
              <a:t> (</a:t>
            </a:r>
            <a:r>
              <a:rPr lang="en-GB" b="1" cap="none" dirty="0" err="1"/>
              <a:t>vervolg</a:t>
            </a:r>
            <a:r>
              <a:rPr lang="en-GB" b="1" dirty="0"/>
              <a:t>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2924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397479" y="2174347"/>
            <a:ext cx="2562046" cy="1415963"/>
          </a:xfrm>
        </p:spPr>
        <p:txBody>
          <a:bodyPr/>
          <a:lstStyle/>
          <a:p>
            <a:r>
              <a:rPr lang="en-GB" b="1" i="1" dirty="0" err="1">
                <a:solidFill>
                  <a:schemeClr val="accent2">
                    <a:lumMod val="75000"/>
                  </a:schemeClr>
                </a:solidFill>
              </a:rPr>
              <a:t>Aktiwiteit</a:t>
            </a:r>
            <a:r>
              <a:rPr lang="en-GB" b="1" i="1" dirty="0">
                <a:solidFill>
                  <a:schemeClr val="accent2">
                    <a:lumMod val="75000"/>
                  </a:schemeClr>
                </a:solidFill>
              </a:rPr>
              <a:t> 2</a:t>
            </a:r>
            <a:br>
              <a:rPr lang="en-ZA" b="1" i="1" dirty="0"/>
            </a:br>
            <a:endParaRPr lang="en-Z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423" y="1645322"/>
            <a:ext cx="3643943" cy="27511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Action Button: Home 7">
            <a:hlinkClick r:id="rId3" action="ppaction://hlinksldjump" highlightClick="1"/>
          </p:cNvPr>
          <p:cNvSpPr/>
          <p:nvPr/>
        </p:nvSpPr>
        <p:spPr>
          <a:xfrm>
            <a:off x="10551" y="5552342"/>
            <a:ext cx="474785" cy="437857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350"/>
          </a:p>
        </p:txBody>
      </p:sp>
    </p:spTree>
    <p:extLst>
      <p:ext uri="{BB962C8B-B14F-4D97-AF65-F5344CB8AC3E}">
        <p14:creationId xmlns:p14="http://schemas.microsoft.com/office/powerpoint/2010/main" val="4250748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Toets</a:t>
            </a:r>
            <a:r>
              <a:rPr lang="en-US" b="1" dirty="0"/>
              <a:t> </a:t>
            </a:r>
            <a:r>
              <a:rPr lang="en-US" b="1" err="1"/>
              <a:t>en</a:t>
            </a:r>
            <a:r>
              <a:rPr lang="en-US" b="1"/>
              <a:t> verbeter</a:t>
            </a:r>
            <a:endParaRPr lang="en-Z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3197942973"/>
              </p:ext>
            </p:extLst>
          </p:nvPr>
        </p:nvGraphicFramePr>
        <p:xfrm>
          <a:off x="525178" y="1938509"/>
          <a:ext cx="7662221" cy="3318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Action Button: Home 7">
            <a:hlinkClick r:id="rId7" action="ppaction://hlinksldjump" highlightClick="1"/>
          </p:cNvPr>
          <p:cNvSpPr/>
          <p:nvPr/>
        </p:nvSpPr>
        <p:spPr>
          <a:xfrm>
            <a:off x="10551" y="5552342"/>
            <a:ext cx="474785" cy="437857"/>
          </a:xfrm>
          <a:prstGeom prst="actionButtonHo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350"/>
          </a:p>
        </p:txBody>
      </p:sp>
    </p:spTree>
    <p:extLst>
      <p:ext uri="{BB962C8B-B14F-4D97-AF65-F5344CB8AC3E}">
        <p14:creationId xmlns:p14="http://schemas.microsoft.com/office/powerpoint/2010/main" val="148033125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345</TotalTime>
  <Words>574</Words>
  <Application>Microsoft Office PowerPoint</Application>
  <PresentationFormat>On-screen Show (4:3)</PresentationFormat>
  <Paragraphs>124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Gill Sans MT</vt:lpstr>
      <vt:lpstr>Symbol</vt:lpstr>
      <vt:lpstr>Wingdings</vt:lpstr>
      <vt:lpstr>Gallery</vt:lpstr>
      <vt:lpstr>’n strategie vir die oplos van probleme</vt:lpstr>
      <vt:lpstr>inhoud</vt:lpstr>
      <vt:lpstr>inleiding </vt:lpstr>
      <vt:lpstr>Inleiding (vervolg) </vt:lpstr>
      <vt:lpstr>Algemene probleemoplossing</vt:lpstr>
      <vt:lpstr>Die rol wat vrae speel</vt:lpstr>
      <vt:lpstr>Aktiwiteit 1 </vt:lpstr>
      <vt:lpstr>Data en inligting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Aktiwiteit 2 </vt:lpstr>
      <vt:lpstr>Toets en verbeter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strategy for solving problems</dc:title>
  <dc:creator>R Barnard</dc:creator>
  <cp:lastModifiedBy>Sandra Jacobs</cp:lastModifiedBy>
  <dcterms:created xsi:type="dcterms:W3CDTF">2016-09-11T11:52:12Z</dcterms:created>
  <dcterms:modified xsi:type="dcterms:W3CDTF">2017-01-21T11:40:38Z</dcterms:modified>
</cp:coreProperties>
</file>