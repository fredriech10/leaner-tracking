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7">
  <p:sldMasterIdLst>
    <p:sldMasterId id="2147483733" r:id="rId1"/>
  </p:sldMasterIdLst>
  <p:notesMasterIdLst>
    <p:notesMasterId r:id="rId33"/>
  </p:notesMasterIdLst>
  <p:sldIdLst>
    <p:sldId id="257" r:id="rId2"/>
    <p:sldId id="296" r:id="rId3"/>
    <p:sldId id="389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90" r:id="rId15"/>
    <p:sldId id="378" r:id="rId16"/>
    <p:sldId id="379" r:id="rId17"/>
    <p:sldId id="380" r:id="rId18"/>
    <p:sldId id="381" r:id="rId19"/>
    <p:sldId id="382" r:id="rId20"/>
    <p:sldId id="383" r:id="rId21"/>
    <p:sldId id="391" r:id="rId22"/>
    <p:sldId id="362" r:id="rId23"/>
    <p:sldId id="384" r:id="rId24"/>
    <p:sldId id="366" r:id="rId25"/>
    <p:sldId id="385" r:id="rId26"/>
    <p:sldId id="364" r:id="rId27"/>
    <p:sldId id="386" r:id="rId28"/>
    <p:sldId id="387" r:id="rId29"/>
    <p:sldId id="388" r:id="rId30"/>
    <p:sldId id="313" r:id="rId31"/>
    <p:sldId id="34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CCFF"/>
    <a:srgbClr val="0033CC"/>
    <a:srgbClr val="FF3399"/>
    <a:srgbClr val="FF0000"/>
    <a:srgbClr val="0066FF"/>
    <a:srgbClr val="000000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3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D6A59E-9B8E-4210-B55D-ED68AD74B6D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38C4524-C57C-4482-A0A1-6035EEC6CC11}">
      <dgm:prSet phldrT="[Text]"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ZA"/>
            <a:t>Versnellings-meter</a:t>
          </a:r>
          <a:endParaRPr lang="en-US" dirty="0"/>
        </a:p>
      </dgm:t>
    </dgm:pt>
    <dgm:pt modelId="{7F748B9B-F5A7-4A96-A755-577F46D4604F}" type="parTrans" cxnId="{50476B05-A451-41BE-AB4C-70AD7DA15354}">
      <dgm:prSet/>
      <dgm:spPr/>
      <dgm:t>
        <a:bodyPr/>
        <a:lstStyle/>
        <a:p>
          <a:endParaRPr lang="en-US"/>
        </a:p>
      </dgm:t>
    </dgm:pt>
    <dgm:pt modelId="{9C692088-13D0-45D1-B00E-4DF15E9DB838}" type="sibTrans" cxnId="{50476B05-A451-41BE-AB4C-70AD7DA15354}">
      <dgm:prSet/>
      <dgm:spPr/>
      <dgm:t>
        <a:bodyPr/>
        <a:lstStyle/>
        <a:p>
          <a:endParaRPr lang="en-US"/>
        </a:p>
      </dgm:t>
    </dgm:pt>
    <dgm:pt modelId="{10FEB213-4E3D-4BD6-A4CA-4FAFF53D7A86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ZA" dirty="0"/>
            <a:t>Neem </a:t>
          </a:r>
          <a:r>
            <a:rPr lang="en-ZA" dirty="0" err="1"/>
            <a:t>beweging</a:t>
          </a:r>
          <a:r>
            <a:rPr lang="en-ZA" dirty="0"/>
            <a:t> </a:t>
          </a:r>
          <a:r>
            <a:rPr lang="en-ZA" dirty="0" err="1"/>
            <a:t>waar</a:t>
          </a:r>
          <a:endParaRPr lang="en-US" dirty="0"/>
        </a:p>
      </dgm:t>
    </dgm:pt>
    <dgm:pt modelId="{0A630706-6436-49D8-9756-F20B2E139DEC}" type="parTrans" cxnId="{4B383B6E-95A1-46DA-ADC4-588E8B3B208A}">
      <dgm:prSet/>
      <dgm:spPr/>
      <dgm:t>
        <a:bodyPr/>
        <a:lstStyle/>
        <a:p>
          <a:endParaRPr lang="en-US"/>
        </a:p>
      </dgm:t>
    </dgm:pt>
    <dgm:pt modelId="{B49100DC-C5C4-4B14-83C5-A8FAFC0553AE}" type="sibTrans" cxnId="{4B383B6E-95A1-46DA-ADC4-588E8B3B208A}">
      <dgm:prSet/>
      <dgm:spPr/>
      <dgm:t>
        <a:bodyPr/>
        <a:lstStyle/>
        <a:p>
          <a:endParaRPr lang="en-US"/>
        </a:p>
      </dgm:t>
    </dgm:pt>
    <dgm:pt modelId="{C3356A73-711D-456C-870C-1CEDD144F72E}">
      <dgm:prSet phldrT="[Text]"/>
      <dgm:spPr/>
      <dgm:t>
        <a:bodyPr/>
        <a:lstStyle/>
        <a:p>
          <a:r>
            <a:rPr lang="en-US" dirty="0" err="1"/>
            <a:t>Temperatuur</a:t>
          </a:r>
          <a:r>
            <a:rPr lang="en-US" dirty="0"/>
            <a:t>-sensor</a:t>
          </a:r>
        </a:p>
      </dgm:t>
    </dgm:pt>
    <dgm:pt modelId="{AF54E14E-97B4-4543-8A20-25A8B199D061}" type="parTrans" cxnId="{97934B82-468B-4354-9D7B-C2C87166DF44}">
      <dgm:prSet/>
      <dgm:spPr/>
      <dgm:t>
        <a:bodyPr/>
        <a:lstStyle/>
        <a:p>
          <a:endParaRPr lang="en-US"/>
        </a:p>
      </dgm:t>
    </dgm:pt>
    <dgm:pt modelId="{B57C6D53-0245-41BE-B1BB-A2A612BBF5EF}" type="sibTrans" cxnId="{97934B82-468B-4354-9D7B-C2C87166DF44}">
      <dgm:prSet/>
      <dgm:spPr/>
      <dgm:t>
        <a:bodyPr/>
        <a:lstStyle/>
        <a:p>
          <a:endParaRPr lang="en-US"/>
        </a:p>
      </dgm:t>
    </dgm:pt>
    <dgm:pt modelId="{C1B7BEF5-FA55-4E38-B3CF-014FCE46F19A}">
      <dgm:prSet phldrT="[Text]"/>
      <dgm:spPr/>
      <dgm:t>
        <a:bodyPr/>
        <a:lstStyle/>
        <a:p>
          <a:r>
            <a:rPr lang="en-US" dirty="0" err="1"/>
            <a:t>Beskerm</a:t>
          </a:r>
          <a:r>
            <a:rPr lang="en-US" dirty="0"/>
            <a:t> </a:t>
          </a:r>
          <a:r>
            <a:rPr lang="en-US" dirty="0" err="1"/>
            <a:t>elektronika</a:t>
          </a:r>
          <a:endParaRPr lang="en-US" dirty="0"/>
        </a:p>
      </dgm:t>
    </dgm:pt>
    <dgm:pt modelId="{0F99336D-05FB-4AD9-A0CC-534602F11D2C}" type="parTrans" cxnId="{D5A6229E-E172-4635-A9A2-F9D2D02CA40D}">
      <dgm:prSet/>
      <dgm:spPr/>
      <dgm:t>
        <a:bodyPr/>
        <a:lstStyle/>
        <a:p>
          <a:endParaRPr lang="en-US"/>
        </a:p>
      </dgm:t>
    </dgm:pt>
    <dgm:pt modelId="{712858F4-E552-4547-BBDA-5FBA389F879E}" type="sibTrans" cxnId="{D5A6229E-E172-4635-A9A2-F9D2D02CA40D}">
      <dgm:prSet/>
      <dgm:spPr/>
      <dgm:t>
        <a:bodyPr/>
        <a:lstStyle/>
        <a:p>
          <a:endParaRPr lang="en-US"/>
        </a:p>
      </dgm:t>
    </dgm:pt>
    <dgm:pt modelId="{ED682614-B3D4-4B09-B48E-2AC9D690C6F7}">
      <dgm:prSet phldrT="[Text]"/>
      <dgm:spPr/>
      <dgm:t>
        <a:bodyPr/>
        <a:lstStyle/>
        <a:p>
          <a:r>
            <a:rPr lang="en-US" dirty="0" err="1"/>
            <a:t>Ligsensor</a:t>
          </a:r>
          <a:endParaRPr lang="en-US" dirty="0"/>
        </a:p>
      </dgm:t>
    </dgm:pt>
    <dgm:pt modelId="{22AC3CFE-B5AB-44D1-A112-397999CB3FFC}" type="parTrans" cxnId="{A8626251-F966-4EA6-AF4E-A24988052063}">
      <dgm:prSet/>
      <dgm:spPr/>
      <dgm:t>
        <a:bodyPr/>
        <a:lstStyle/>
        <a:p>
          <a:endParaRPr lang="en-US"/>
        </a:p>
      </dgm:t>
    </dgm:pt>
    <dgm:pt modelId="{B92FCD37-A31B-4628-9F66-68F65E6B950A}" type="sibTrans" cxnId="{A8626251-F966-4EA6-AF4E-A24988052063}">
      <dgm:prSet/>
      <dgm:spPr/>
      <dgm:t>
        <a:bodyPr/>
        <a:lstStyle/>
        <a:p>
          <a:endParaRPr lang="en-US"/>
        </a:p>
      </dgm:t>
    </dgm:pt>
    <dgm:pt modelId="{D5FE6301-9453-42FF-B856-5641ED71F1C6}">
      <dgm:prSet phldrT="[Text]"/>
      <dgm:spPr/>
      <dgm:t>
        <a:bodyPr/>
        <a:lstStyle/>
        <a:p>
          <a:r>
            <a:rPr lang="en-US" dirty="0"/>
            <a:t>Pas </a:t>
          </a:r>
          <a:r>
            <a:rPr lang="en-US" dirty="0" err="1"/>
            <a:t>helderheid</a:t>
          </a:r>
          <a:r>
            <a:rPr lang="en-US" dirty="0"/>
            <a:t> </a:t>
          </a:r>
          <a:r>
            <a:rPr lang="en-US"/>
            <a:t>van skerm </a:t>
          </a:r>
          <a:r>
            <a:rPr lang="en-US" dirty="0" err="1"/>
            <a:t>aan</a:t>
          </a:r>
          <a:endParaRPr lang="en-US" dirty="0"/>
        </a:p>
      </dgm:t>
    </dgm:pt>
    <dgm:pt modelId="{DA7DAF8F-14CD-4C60-BAB2-7A03156AA12F}" type="parTrans" cxnId="{5842916E-243C-4F65-9DBA-644E77534A17}">
      <dgm:prSet/>
      <dgm:spPr/>
      <dgm:t>
        <a:bodyPr/>
        <a:lstStyle/>
        <a:p>
          <a:endParaRPr lang="en-US"/>
        </a:p>
      </dgm:t>
    </dgm:pt>
    <dgm:pt modelId="{08B6C8C8-7574-4969-BCA3-A31F8B7C3CAC}" type="sibTrans" cxnId="{5842916E-243C-4F65-9DBA-644E77534A17}">
      <dgm:prSet/>
      <dgm:spPr/>
      <dgm:t>
        <a:bodyPr/>
        <a:lstStyle/>
        <a:p>
          <a:endParaRPr lang="en-US"/>
        </a:p>
      </dgm:t>
    </dgm:pt>
    <dgm:pt modelId="{3FC43008-34E7-44B1-886F-F97E3B00038A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US" dirty="0" err="1"/>
            <a:t>Dien</a:t>
          </a:r>
          <a:r>
            <a:rPr lang="en-US" dirty="0"/>
            <a:t> as </a:t>
          </a:r>
          <a:r>
            <a:rPr lang="en-US" dirty="0" err="1"/>
            <a:t>speletjiebe-heerder</a:t>
          </a:r>
          <a:endParaRPr lang="en-US" dirty="0"/>
        </a:p>
      </dgm:t>
    </dgm:pt>
    <dgm:pt modelId="{DC20F870-BC24-4B68-8A82-3451C7AB2526}" type="parTrans" cxnId="{629FC720-DCB3-4159-B0E0-FD7C2990F34F}">
      <dgm:prSet/>
      <dgm:spPr/>
      <dgm:t>
        <a:bodyPr/>
        <a:lstStyle/>
        <a:p>
          <a:endParaRPr lang="en-US"/>
        </a:p>
      </dgm:t>
    </dgm:pt>
    <dgm:pt modelId="{C94A85AA-D932-4C2F-8836-99A8F2087BCD}" type="sibTrans" cxnId="{629FC720-DCB3-4159-B0E0-FD7C2990F34F}">
      <dgm:prSet/>
      <dgm:spPr/>
      <dgm:t>
        <a:bodyPr/>
        <a:lstStyle/>
        <a:p>
          <a:endParaRPr lang="en-US"/>
        </a:p>
      </dgm:t>
    </dgm:pt>
    <dgm:pt modelId="{2DB46C4A-3238-42DC-9219-05A7CB092D24}">
      <dgm:prSet/>
      <dgm:spPr/>
      <dgm:t>
        <a:bodyPr/>
        <a:lstStyle/>
        <a:p>
          <a:r>
            <a:rPr lang="en-US" dirty="0" err="1"/>
            <a:t>Elektroniese</a:t>
          </a:r>
          <a:r>
            <a:rPr lang="en-US" dirty="0"/>
            <a:t> </a:t>
          </a:r>
          <a:r>
            <a:rPr lang="en-US" dirty="0" err="1"/>
            <a:t>kompas</a:t>
          </a:r>
          <a:endParaRPr lang="en-US" dirty="0"/>
        </a:p>
      </dgm:t>
    </dgm:pt>
    <dgm:pt modelId="{D113BFD1-6282-4532-B7C6-646514E5395A}" type="parTrans" cxnId="{D19F6A16-8D2A-4871-80A2-DDB36F32E34E}">
      <dgm:prSet/>
      <dgm:spPr/>
      <dgm:t>
        <a:bodyPr/>
        <a:lstStyle/>
        <a:p>
          <a:endParaRPr lang="en-US"/>
        </a:p>
      </dgm:t>
    </dgm:pt>
    <dgm:pt modelId="{7FF8FEE3-97BC-44F7-A438-677C8E2CDEF9}" type="sibTrans" cxnId="{D19F6A16-8D2A-4871-80A2-DDB36F32E34E}">
      <dgm:prSet/>
      <dgm:spPr/>
      <dgm:t>
        <a:bodyPr/>
        <a:lstStyle/>
        <a:p>
          <a:endParaRPr lang="en-US"/>
        </a:p>
      </dgm:t>
    </dgm:pt>
    <dgm:pt modelId="{5C12A4B6-36F1-4C85-B958-81FDE7B05413}">
      <dgm:prSet/>
      <dgm:spPr/>
      <dgm:t>
        <a:bodyPr/>
        <a:lstStyle/>
        <a:p>
          <a:r>
            <a:rPr lang="en-US" err="1"/>
            <a:t>Wys</a:t>
          </a:r>
          <a:r>
            <a:rPr lang="en-US"/>
            <a:t> rigting </a:t>
          </a:r>
          <a:r>
            <a:rPr lang="en-US" err="1"/>
            <a:t>waarin</a:t>
          </a:r>
          <a:r>
            <a:rPr lang="en-US"/>
            <a:t> toestel </a:t>
          </a:r>
          <a:r>
            <a:rPr lang="en-US" dirty="0" err="1"/>
            <a:t>gedraai</a:t>
          </a:r>
          <a:r>
            <a:rPr lang="en-US" dirty="0"/>
            <a:t> is</a:t>
          </a:r>
        </a:p>
      </dgm:t>
    </dgm:pt>
    <dgm:pt modelId="{0DCDFDD0-CF16-4DD0-A710-F517B3CD6E59}" type="parTrans" cxnId="{392D706E-26F7-48B5-B9E9-05E4FAFCD50B}">
      <dgm:prSet/>
      <dgm:spPr/>
      <dgm:t>
        <a:bodyPr/>
        <a:lstStyle/>
        <a:p>
          <a:endParaRPr lang="en-US"/>
        </a:p>
      </dgm:t>
    </dgm:pt>
    <dgm:pt modelId="{A55604F7-7917-4DCB-8920-25AB86133A49}" type="sibTrans" cxnId="{392D706E-26F7-48B5-B9E9-05E4FAFCD50B}">
      <dgm:prSet/>
      <dgm:spPr/>
      <dgm:t>
        <a:bodyPr/>
        <a:lstStyle/>
        <a:p>
          <a:endParaRPr lang="en-US"/>
        </a:p>
      </dgm:t>
    </dgm:pt>
    <dgm:pt modelId="{A9E1AD42-7514-0E40-A942-1D498A671721}">
      <dgm:prSet phldrT="[Text]"/>
      <dgm:spPr>
        <a:solidFill>
          <a:schemeClr val="tx2">
            <a:lumMod val="25000"/>
            <a:lumOff val="75000"/>
            <a:alpha val="90000"/>
          </a:schemeClr>
        </a:solidFill>
      </dgm:spPr>
      <dgm:t>
        <a:bodyPr/>
        <a:lstStyle/>
        <a:p>
          <a:r>
            <a:rPr lang="en-US" err="1"/>
            <a:t>Verander</a:t>
          </a:r>
          <a:r>
            <a:rPr lang="en-US"/>
            <a:t>  </a:t>
          </a:r>
          <a:r>
            <a:rPr lang="en-US" dirty="0" err="1"/>
            <a:t>oriëntasie</a:t>
          </a:r>
          <a:r>
            <a:rPr lang="en-US" dirty="0"/>
            <a:t> </a:t>
          </a:r>
          <a:r>
            <a:rPr lang="en-US"/>
            <a:t>van skerm</a:t>
          </a:r>
          <a:endParaRPr lang="en-US" dirty="0"/>
        </a:p>
      </dgm:t>
    </dgm:pt>
    <dgm:pt modelId="{3F37D7DB-1656-844F-9DE6-4C46B506728D}" type="parTrans" cxnId="{FB8558D5-E423-7640-9225-EE8C03C9C5D3}">
      <dgm:prSet/>
      <dgm:spPr/>
      <dgm:t>
        <a:bodyPr/>
        <a:lstStyle/>
        <a:p>
          <a:endParaRPr lang="en-US"/>
        </a:p>
      </dgm:t>
    </dgm:pt>
    <dgm:pt modelId="{1C347F1C-335F-BD49-9D02-68828489A02C}" type="sibTrans" cxnId="{FB8558D5-E423-7640-9225-EE8C03C9C5D3}">
      <dgm:prSet/>
      <dgm:spPr/>
      <dgm:t>
        <a:bodyPr/>
        <a:lstStyle/>
        <a:p>
          <a:endParaRPr lang="en-US"/>
        </a:p>
      </dgm:t>
    </dgm:pt>
    <dgm:pt modelId="{831FD9FE-AAD9-EC4B-88E1-2993B1D420F3}">
      <dgm:prSet phldrT="[Text]"/>
      <dgm:spPr/>
      <dgm:t>
        <a:bodyPr/>
        <a:lstStyle/>
        <a:p>
          <a:r>
            <a:rPr lang="en-US" dirty="0" err="1"/>
            <a:t>Skakel</a:t>
          </a:r>
          <a:r>
            <a:rPr lang="en-US" dirty="0"/>
            <a:t> </a:t>
          </a:r>
          <a:r>
            <a:rPr lang="en-US" dirty="0" err="1"/>
            <a:t>toestel</a:t>
          </a:r>
          <a:r>
            <a:rPr lang="en-US" dirty="0"/>
            <a:t> </a:t>
          </a:r>
          <a:r>
            <a:rPr lang="en-US" dirty="0" err="1"/>
            <a:t>af</a:t>
          </a:r>
          <a:r>
            <a:rPr lang="en-US" dirty="0"/>
            <a:t> </a:t>
          </a:r>
          <a:r>
            <a:rPr lang="en-US" err="1"/>
            <a:t>wanneer</a:t>
          </a:r>
          <a:r>
            <a:rPr lang="en-US"/>
            <a:t> te warm </a:t>
          </a:r>
          <a:endParaRPr lang="en-US" dirty="0"/>
        </a:p>
      </dgm:t>
    </dgm:pt>
    <dgm:pt modelId="{266D00B1-8F3B-1746-B414-4599F403CAE8}" type="parTrans" cxnId="{BC46BF07-F222-344F-A28F-40D2E24F251F}">
      <dgm:prSet/>
      <dgm:spPr/>
      <dgm:t>
        <a:bodyPr/>
        <a:lstStyle/>
        <a:p>
          <a:endParaRPr lang="en-US"/>
        </a:p>
      </dgm:t>
    </dgm:pt>
    <dgm:pt modelId="{DFDE6FEB-A98A-7348-9E90-525A31138F06}" type="sibTrans" cxnId="{BC46BF07-F222-344F-A28F-40D2E24F251F}">
      <dgm:prSet/>
      <dgm:spPr/>
      <dgm:t>
        <a:bodyPr/>
        <a:lstStyle/>
        <a:p>
          <a:endParaRPr lang="en-US"/>
        </a:p>
      </dgm:t>
    </dgm:pt>
    <dgm:pt modelId="{C146DC27-8FDA-6749-9A8C-3CAE722E114E}">
      <dgm:prSet phldrT="[Text]"/>
      <dgm:spPr/>
      <dgm:t>
        <a:bodyPr/>
        <a:lstStyle/>
        <a:p>
          <a:r>
            <a:rPr lang="en-US" err="1"/>
            <a:t>Kan</a:t>
          </a:r>
          <a:r>
            <a:rPr lang="en-US"/>
            <a:t> skerm </a:t>
          </a:r>
          <a:r>
            <a:rPr lang="en-US" dirty="0" err="1"/>
            <a:t>afskakel</a:t>
          </a:r>
          <a:endParaRPr lang="en-US" dirty="0"/>
        </a:p>
      </dgm:t>
    </dgm:pt>
    <dgm:pt modelId="{5A610AC0-D1FC-CD47-958B-B19A49F68DA5}" type="parTrans" cxnId="{98CE516F-BFDC-8F48-A340-0BAA5ED7898C}">
      <dgm:prSet/>
      <dgm:spPr/>
      <dgm:t>
        <a:bodyPr/>
        <a:lstStyle/>
        <a:p>
          <a:endParaRPr lang="en-US"/>
        </a:p>
      </dgm:t>
    </dgm:pt>
    <dgm:pt modelId="{1601B6BB-4F62-2D4A-A0CE-EFAEFD8D09C1}" type="sibTrans" cxnId="{98CE516F-BFDC-8F48-A340-0BAA5ED7898C}">
      <dgm:prSet/>
      <dgm:spPr/>
      <dgm:t>
        <a:bodyPr/>
        <a:lstStyle/>
        <a:p>
          <a:endParaRPr lang="en-US"/>
        </a:p>
      </dgm:t>
    </dgm:pt>
    <dgm:pt modelId="{B3AEA11D-837C-4BAA-BC24-0954F8FE2006}" type="pres">
      <dgm:prSet presAssocID="{E1D6A59E-9B8E-4210-B55D-ED68AD74B6D0}" presName="Name0" presStyleCnt="0">
        <dgm:presLayoutVars>
          <dgm:dir/>
          <dgm:animLvl val="lvl"/>
          <dgm:resizeHandles val="exact"/>
        </dgm:presLayoutVars>
      </dgm:prSet>
      <dgm:spPr/>
    </dgm:pt>
    <dgm:pt modelId="{86D3ACE5-6F2A-4490-B5A0-55509ACB90B7}" type="pres">
      <dgm:prSet presAssocID="{638C4524-C57C-4482-A0A1-6035EEC6CC11}" presName="composite" presStyleCnt="0"/>
      <dgm:spPr/>
    </dgm:pt>
    <dgm:pt modelId="{57292B0E-DDCD-4AB8-99B8-29B41E3EB2B1}" type="pres">
      <dgm:prSet presAssocID="{638C4524-C57C-4482-A0A1-6035EEC6CC1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78E51D5-86BF-479A-9842-791C65BF9123}" type="pres">
      <dgm:prSet presAssocID="{638C4524-C57C-4482-A0A1-6035EEC6CC11}" presName="desTx" presStyleLbl="alignAccFollowNode1" presStyleIdx="0" presStyleCnt="4">
        <dgm:presLayoutVars>
          <dgm:bulletEnabled val="1"/>
        </dgm:presLayoutVars>
      </dgm:prSet>
      <dgm:spPr/>
    </dgm:pt>
    <dgm:pt modelId="{FD096537-6B5C-4B2A-ACE5-D8048289B642}" type="pres">
      <dgm:prSet presAssocID="{9C692088-13D0-45D1-B00E-4DF15E9DB838}" presName="space" presStyleCnt="0"/>
      <dgm:spPr/>
    </dgm:pt>
    <dgm:pt modelId="{4FEDE496-45CB-44B1-A474-6ED66E9B36DC}" type="pres">
      <dgm:prSet presAssocID="{C3356A73-711D-456C-870C-1CEDD144F72E}" presName="composite" presStyleCnt="0"/>
      <dgm:spPr/>
    </dgm:pt>
    <dgm:pt modelId="{446EE2BF-B7D2-4A2B-BA1F-B40F65067927}" type="pres">
      <dgm:prSet presAssocID="{C3356A73-711D-456C-870C-1CEDD144F72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5D6D168D-FCEA-4ADF-9C7E-753AC65E5536}" type="pres">
      <dgm:prSet presAssocID="{C3356A73-711D-456C-870C-1CEDD144F72E}" presName="desTx" presStyleLbl="alignAccFollowNode1" presStyleIdx="1" presStyleCnt="4">
        <dgm:presLayoutVars>
          <dgm:bulletEnabled val="1"/>
        </dgm:presLayoutVars>
      </dgm:prSet>
      <dgm:spPr/>
    </dgm:pt>
    <dgm:pt modelId="{171A42FB-A9B0-4B1F-9F88-CF4B56C9571B}" type="pres">
      <dgm:prSet presAssocID="{B57C6D53-0245-41BE-B1BB-A2A612BBF5EF}" presName="space" presStyleCnt="0"/>
      <dgm:spPr/>
    </dgm:pt>
    <dgm:pt modelId="{A76FA6B7-C067-4F79-B003-00022CDBA5F2}" type="pres">
      <dgm:prSet presAssocID="{ED682614-B3D4-4B09-B48E-2AC9D690C6F7}" presName="composite" presStyleCnt="0"/>
      <dgm:spPr/>
    </dgm:pt>
    <dgm:pt modelId="{FF54CD58-2125-4A91-A479-0DC5EA28947D}" type="pres">
      <dgm:prSet presAssocID="{ED682614-B3D4-4B09-B48E-2AC9D690C6F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0DC225E-8F50-4562-9BE4-F8371AB03081}" type="pres">
      <dgm:prSet presAssocID="{ED682614-B3D4-4B09-B48E-2AC9D690C6F7}" presName="desTx" presStyleLbl="alignAccFollowNode1" presStyleIdx="2" presStyleCnt="4">
        <dgm:presLayoutVars>
          <dgm:bulletEnabled val="1"/>
        </dgm:presLayoutVars>
      </dgm:prSet>
      <dgm:spPr/>
    </dgm:pt>
    <dgm:pt modelId="{3255E5C1-FDF8-420A-B449-A2D47B909A6C}" type="pres">
      <dgm:prSet presAssocID="{B92FCD37-A31B-4628-9F66-68F65E6B950A}" presName="space" presStyleCnt="0"/>
      <dgm:spPr/>
    </dgm:pt>
    <dgm:pt modelId="{B61735A7-F7CF-418A-9687-63AFCB46AB31}" type="pres">
      <dgm:prSet presAssocID="{2DB46C4A-3238-42DC-9219-05A7CB092D24}" presName="composite" presStyleCnt="0"/>
      <dgm:spPr/>
    </dgm:pt>
    <dgm:pt modelId="{8B84B31D-F691-44EF-8E38-C421365EA2F2}" type="pres">
      <dgm:prSet presAssocID="{2DB46C4A-3238-42DC-9219-05A7CB092D2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9790B01-9BEF-4E43-9F09-96A95036B565}" type="pres">
      <dgm:prSet presAssocID="{2DB46C4A-3238-42DC-9219-05A7CB092D2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20E43F5-902D-42D5-9F49-0B4F091FEABE}" type="presOf" srcId="{2DB46C4A-3238-42DC-9219-05A7CB092D24}" destId="{8B84B31D-F691-44EF-8E38-C421365EA2F2}" srcOrd="0" destOrd="0" presId="urn:microsoft.com/office/officeart/2005/8/layout/hList1"/>
    <dgm:cxn modelId="{B64835C8-389F-485F-8C7B-C206882AEB56}" type="presOf" srcId="{5C12A4B6-36F1-4C85-B958-81FDE7B05413}" destId="{89790B01-9BEF-4E43-9F09-96A95036B565}" srcOrd="0" destOrd="0" presId="urn:microsoft.com/office/officeart/2005/8/layout/hList1"/>
    <dgm:cxn modelId="{16E9DF7F-F8D8-47DF-827D-41BFD66A38B0}" type="presOf" srcId="{C1B7BEF5-FA55-4E38-B3CF-014FCE46F19A}" destId="{5D6D168D-FCEA-4ADF-9C7E-753AC65E5536}" srcOrd="0" destOrd="0" presId="urn:microsoft.com/office/officeart/2005/8/layout/hList1"/>
    <dgm:cxn modelId="{A84E5688-4B88-4644-97A2-5DB2BBD2975D}" type="presOf" srcId="{D5FE6301-9453-42FF-B856-5641ED71F1C6}" destId="{C0DC225E-8F50-4562-9BE4-F8371AB03081}" srcOrd="0" destOrd="0" presId="urn:microsoft.com/office/officeart/2005/8/layout/hList1"/>
    <dgm:cxn modelId="{50476B05-A451-41BE-AB4C-70AD7DA15354}" srcId="{E1D6A59E-9B8E-4210-B55D-ED68AD74B6D0}" destId="{638C4524-C57C-4482-A0A1-6035EEC6CC11}" srcOrd="0" destOrd="0" parTransId="{7F748B9B-F5A7-4A96-A755-577F46D4604F}" sibTransId="{9C692088-13D0-45D1-B00E-4DF15E9DB838}"/>
    <dgm:cxn modelId="{FB8558D5-E423-7640-9225-EE8C03C9C5D3}" srcId="{638C4524-C57C-4482-A0A1-6035EEC6CC11}" destId="{A9E1AD42-7514-0E40-A942-1D498A671721}" srcOrd="1" destOrd="0" parTransId="{3F37D7DB-1656-844F-9DE6-4C46B506728D}" sibTransId="{1C347F1C-335F-BD49-9D02-68828489A02C}"/>
    <dgm:cxn modelId="{4B383B6E-95A1-46DA-ADC4-588E8B3B208A}" srcId="{638C4524-C57C-4482-A0A1-6035EEC6CC11}" destId="{10FEB213-4E3D-4BD6-A4CA-4FAFF53D7A86}" srcOrd="0" destOrd="0" parTransId="{0A630706-6436-49D8-9756-F20B2E139DEC}" sibTransId="{B49100DC-C5C4-4B14-83C5-A8FAFC0553AE}"/>
    <dgm:cxn modelId="{5FA210E7-BF7E-4C6A-BA61-91C04FFEEC13}" type="presOf" srcId="{ED682614-B3D4-4B09-B48E-2AC9D690C6F7}" destId="{FF54CD58-2125-4A91-A479-0DC5EA28947D}" srcOrd="0" destOrd="0" presId="urn:microsoft.com/office/officeart/2005/8/layout/hList1"/>
    <dgm:cxn modelId="{5842916E-243C-4F65-9DBA-644E77534A17}" srcId="{ED682614-B3D4-4B09-B48E-2AC9D690C6F7}" destId="{D5FE6301-9453-42FF-B856-5641ED71F1C6}" srcOrd="0" destOrd="0" parTransId="{DA7DAF8F-14CD-4C60-BAB2-7A03156AA12F}" sibTransId="{08B6C8C8-7574-4969-BCA3-A31F8B7C3CAC}"/>
    <dgm:cxn modelId="{98CE516F-BFDC-8F48-A340-0BAA5ED7898C}" srcId="{ED682614-B3D4-4B09-B48E-2AC9D690C6F7}" destId="{C146DC27-8FDA-6749-9A8C-3CAE722E114E}" srcOrd="1" destOrd="0" parTransId="{5A610AC0-D1FC-CD47-958B-B19A49F68DA5}" sibTransId="{1601B6BB-4F62-2D4A-A0CE-EFAEFD8D09C1}"/>
    <dgm:cxn modelId="{B90F1C8F-3CF5-2E49-A2A3-FDB58E8E7265}" type="presOf" srcId="{A9E1AD42-7514-0E40-A942-1D498A671721}" destId="{D78E51D5-86BF-479A-9842-791C65BF9123}" srcOrd="0" destOrd="1" presId="urn:microsoft.com/office/officeart/2005/8/layout/hList1"/>
    <dgm:cxn modelId="{D19F6A16-8D2A-4871-80A2-DDB36F32E34E}" srcId="{E1D6A59E-9B8E-4210-B55D-ED68AD74B6D0}" destId="{2DB46C4A-3238-42DC-9219-05A7CB092D24}" srcOrd="3" destOrd="0" parTransId="{D113BFD1-6282-4532-B7C6-646514E5395A}" sibTransId="{7FF8FEE3-97BC-44F7-A438-677C8E2CDEF9}"/>
    <dgm:cxn modelId="{6FF92EF6-FEB9-4335-BE68-78B4994EDA0A}" type="presOf" srcId="{C3356A73-711D-456C-870C-1CEDD144F72E}" destId="{446EE2BF-B7D2-4A2B-BA1F-B40F65067927}" srcOrd="0" destOrd="0" presId="urn:microsoft.com/office/officeart/2005/8/layout/hList1"/>
    <dgm:cxn modelId="{56C56BD0-B27B-734B-AE4D-AEBE98A38208}" type="presOf" srcId="{831FD9FE-AAD9-EC4B-88E1-2993B1D420F3}" destId="{5D6D168D-FCEA-4ADF-9C7E-753AC65E5536}" srcOrd="0" destOrd="1" presId="urn:microsoft.com/office/officeart/2005/8/layout/hList1"/>
    <dgm:cxn modelId="{5CCF3464-339A-4D1E-BCA5-69FA6BAEA986}" type="presOf" srcId="{638C4524-C57C-4482-A0A1-6035EEC6CC11}" destId="{57292B0E-DDCD-4AB8-99B8-29B41E3EB2B1}" srcOrd="0" destOrd="0" presId="urn:microsoft.com/office/officeart/2005/8/layout/hList1"/>
    <dgm:cxn modelId="{629FC720-DCB3-4159-B0E0-FD7C2990F34F}" srcId="{638C4524-C57C-4482-A0A1-6035EEC6CC11}" destId="{3FC43008-34E7-44B1-886F-F97E3B00038A}" srcOrd="2" destOrd="0" parTransId="{DC20F870-BC24-4B68-8A82-3451C7AB2526}" sibTransId="{C94A85AA-D932-4C2F-8836-99A8F2087BCD}"/>
    <dgm:cxn modelId="{F41F302F-B9F8-524A-8BD9-542FE6E5B506}" type="presOf" srcId="{C146DC27-8FDA-6749-9A8C-3CAE722E114E}" destId="{C0DC225E-8F50-4562-9BE4-F8371AB03081}" srcOrd="0" destOrd="1" presId="urn:microsoft.com/office/officeart/2005/8/layout/hList1"/>
    <dgm:cxn modelId="{BC46BF07-F222-344F-A28F-40D2E24F251F}" srcId="{C3356A73-711D-456C-870C-1CEDD144F72E}" destId="{831FD9FE-AAD9-EC4B-88E1-2993B1D420F3}" srcOrd="1" destOrd="0" parTransId="{266D00B1-8F3B-1746-B414-4599F403CAE8}" sibTransId="{DFDE6FEB-A98A-7348-9E90-525A31138F06}"/>
    <dgm:cxn modelId="{91983E43-B62C-4417-84F9-A3C39F6C73EC}" type="presOf" srcId="{10FEB213-4E3D-4BD6-A4CA-4FAFF53D7A86}" destId="{D78E51D5-86BF-479A-9842-791C65BF9123}" srcOrd="0" destOrd="0" presId="urn:microsoft.com/office/officeart/2005/8/layout/hList1"/>
    <dgm:cxn modelId="{A8626251-F966-4EA6-AF4E-A24988052063}" srcId="{E1D6A59E-9B8E-4210-B55D-ED68AD74B6D0}" destId="{ED682614-B3D4-4B09-B48E-2AC9D690C6F7}" srcOrd="2" destOrd="0" parTransId="{22AC3CFE-B5AB-44D1-A112-397999CB3FFC}" sibTransId="{B92FCD37-A31B-4628-9F66-68F65E6B950A}"/>
    <dgm:cxn modelId="{97934B82-468B-4354-9D7B-C2C87166DF44}" srcId="{E1D6A59E-9B8E-4210-B55D-ED68AD74B6D0}" destId="{C3356A73-711D-456C-870C-1CEDD144F72E}" srcOrd="1" destOrd="0" parTransId="{AF54E14E-97B4-4543-8A20-25A8B199D061}" sibTransId="{B57C6D53-0245-41BE-B1BB-A2A612BBF5EF}"/>
    <dgm:cxn modelId="{711877C1-0BBB-49A3-9C13-641E53B19A0A}" type="presOf" srcId="{3FC43008-34E7-44B1-886F-F97E3B00038A}" destId="{D78E51D5-86BF-479A-9842-791C65BF9123}" srcOrd="0" destOrd="2" presId="urn:microsoft.com/office/officeart/2005/8/layout/hList1"/>
    <dgm:cxn modelId="{9D005698-69CB-4CBB-9460-7B5C751A669F}" type="presOf" srcId="{E1D6A59E-9B8E-4210-B55D-ED68AD74B6D0}" destId="{B3AEA11D-837C-4BAA-BC24-0954F8FE2006}" srcOrd="0" destOrd="0" presId="urn:microsoft.com/office/officeart/2005/8/layout/hList1"/>
    <dgm:cxn modelId="{392D706E-26F7-48B5-B9E9-05E4FAFCD50B}" srcId="{2DB46C4A-3238-42DC-9219-05A7CB092D24}" destId="{5C12A4B6-36F1-4C85-B958-81FDE7B05413}" srcOrd="0" destOrd="0" parTransId="{0DCDFDD0-CF16-4DD0-A710-F517B3CD6E59}" sibTransId="{A55604F7-7917-4DCB-8920-25AB86133A49}"/>
    <dgm:cxn modelId="{D5A6229E-E172-4635-A9A2-F9D2D02CA40D}" srcId="{C3356A73-711D-456C-870C-1CEDD144F72E}" destId="{C1B7BEF5-FA55-4E38-B3CF-014FCE46F19A}" srcOrd="0" destOrd="0" parTransId="{0F99336D-05FB-4AD9-A0CC-534602F11D2C}" sibTransId="{712858F4-E552-4547-BBDA-5FBA389F879E}"/>
    <dgm:cxn modelId="{D5FF3B96-0984-446A-8422-C607003BDEBF}" type="presParOf" srcId="{B3AEA11D-837C-4BAA-BC24-0954F8FE2006}" destId="{86D3ACE5-6F2A-4490-B5A0-55509ACB90B7}" srcOrd="0" destOrd="0" presId="urn:microsoft.com/office/officeart/2005/8/layout/hList1"/>
    <dgm:cxn modelId="{3408E7BA-D27C-4009-8DD6-7767DF5B3F52}" type="presParOf" srcId="{86D3ACE5-6F2A-4490-B5A0-55509ACB90B7}" destId="{57292B0E-DDCD-4AB8-99B8-29B41E3EB2B1}" srcOrd="0" destOrd="0" presId="urn:microsoft.com/office/officeart/2005/8/layout/hList1"/>
    <dgm:cxn modelId="{4479AEAD-2984-4F71-B7E9-02A0D676CBDE}" type="presParOf" srcId="{86D3ACE5-6F2A-4490-B5A0-55509ACB90B7}" destId="{D78E51D5-86BF-479A-9842-791C65BF9123}" srcOrd="1" destOrd="0" presId="urn:microsoft.com/office/officeart/2005/8/layout/hList1"/>
    <dgm:cxn modelId="{B89295F4-D920-4995-B4EE-E2B1AD137B5F}" type="presParOf" srcId="{B3AEA11D-837C-4BAA-BC24-0954F8FE2006}" destId="{FD096537-6B5C-4B2A-ACE5-D8048289B642}" srcOrd="1" destOrd="0" presId="urn:microsoft.com/office/officeart/2005/8/layout/hList1"/>
    <dgm:cxn modelId="{1AEF815F-89AB-4975-B096-11AEC17FBFD1}" type="presParOf" srcId="{B3AEA11D-837C-4BAA-BC24-0954F8FE2006}" destId="{4FEDE496-45CB-44B1-A474-6ED66E9B36DC}" srcOrd="2" destOrd="0" presId="urn:microsoft.com/office/officeart/2005/8/layout/hList1"/>
    <dgm:cxn modelId="{91C340DC-2012-4056-9D80-1C4E218A1087}" type="presParOf" srcId="{4FEDE496-45CB-44B1-A474-6ED66E9B36DC}" destId="{446EE2BF-B7D2-4A2B-BA1F-B40F65067927}" srcOrd="0" destOrd="0" presId="urn:microsoft.com/office/officeart/2005/8/layout/hList1"/>
    <dgm:cxn modelId="{6ABD8D01-1E8D-42A3-A169-758CA80E642E}" type="presParOf" srcId="{4FEDE496-45CB-44B1-A474-6ED66E9B36DC}" destId="{5D6D168D-FCEA-4ADF-9C7E-753AC65E5536}" srcOrd="1" destOrd="0" presId="urn:microsoft.com/office/officeart/2005/8/layout/hList1"/>
    <dgm:cxn modelId="{EFF3C829-54AB-42AC-BE18-ACC06CC2A280}" type="presParOf" srcId="{B3AEA11D-837C-4BAA-BC24-0954F8FE2006}" destId="{171A42FB-A9B0-4B1F-9F88-CF4B56C9571B}" srcOrd="3" destOrd="0" presId="urn:microsoft.com/office/officeart/2005/8/layout/hList1"/>
    <dgm:cxn modelId="{EA2120A1-877E-4C61-8204-1C6410872AE0}" type="presParOf" srcId="{B3AEA11D-837C-4BAA-BC24-0954F8FE2006}" destId="{A76FA6B7-C067-4F79-B003-00022CDBA5F2}" srcOrd="4" destOrd="0" presId="urn:microsoft.com/office/officeart/2005/8/layout/hList1"/>
    <dgm:cxn modelId="{D0472F79-F420-4FD5-BE47-3CC262E6BC34}" type="presParOf" srcId="{A76FA6B7-C067-4F79-B003-00022CDBA5F2}" destId="{FF54CD58-2125-4A91-A479-0DC5EA28947D}" srcOrd="0" destOrd="0" presId="urn:microsoft.com/office/officeart/2005/8/layout/hList1"/>
    <dgm:cxn modelId="{D36441DE-1A5A-4AD1-8246-959AF89BE843}" type="presParOf" srcId="{A76FA6B7-C067-4F79-B003-00022CDBA5F2}" destId="{C0DC225E-8F50-4562-9BE4-F8371AB03081}" srcOrd="1" destOrd="0" presId="urn:microsoft.com/office/officeart/2005/8/layout/hList1"/>
    <dgm:cxn modelId="{FCAEE9CA-2CA5-483D-AF0D-B879ADAF0C40}" type="presParOf" srcId="{B3AEA11D-837C-4BAA-BC24-0954F8FE2006}" destId="{3255E5C1-FDF8-420A-B449-A2D47B909A6C}" srcOrd="5" destOrd="0" presId="urn:microsoft.com/office/officeart/2005/8/layout/hList1"/>
    <dgm:cxn modelId="{D2E4A3EF-DA21-4992-B647-7EC649AEB66C}" type="presParOf" srcId="{B3AEA11D-837C-4BAA-BC24-0954F8FE2006}" destId="{B61735A7-F7CF-418A-9687-63AFCB46AB31}" srcOrd="6" destOrd="0" presId="urn:microsoft.com/office/officeart/2005/8/layout/hList1"/>
    <dgm:cxn modelId="{6AC26677-1FBD-45F0-A1A6-561032D56AF1}" type="presParOf" srcId="{B61735A7-F7CF-418A-9687-63AFCB46AB31}" destId="{8B84B31D-F691-44EF-8E38-C421365EA2F2}" srcOrd="0" destOrd="0" presId="urn:microsoft.com/office/officeart/2005/8/layout/hList1"/>
    <dgm:cxn modelId="{27CB1839-CBC0-4E5F-92F9-677491A1FFF9}" type="presParOf" srcId="{B61735A7-F7CF-418A-9687-63AFCB46AB31}" destId="{89790B01-9BEF-4E43-9F09-96A95036B5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16E470-7859-4F9B-BDFD-6D526E11DE39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D3FCCA01-11D4-4154-8E7D-251D8416F553}">
      <dgm:prSet phldrT="[Text]"/>
      <dgm:spPr/>
      <dgm:t>
        <a:bodyPr/>
        <a:lstStyle/>
        <a:p>
          <a:r>
            <a:rPr lang="en-ZA" b="1" dirty="0" err="1"/>
            <a:t>Toevoer</a:t>
          </a:r>
          <a:r>
            <a:rPr lang="en-ZA" b="1" dirty="0"/>
            <a:t>- </a:t>
          </a:r>
          <a:r>
            <a:rPr lang="en-ZA" b="1" dirty="0" err="1"/>
            <a:t>en</a:t>
          </a:r>
          <a:r>
            <a:rPr lang="en-ZA" b="1" dirty="0"/>
            <a:t> </a:t>
          </a:r>
          <a:r>
            <a:rPr lang="en-ZA" b="1" dirty="0" err="1"/>
            <a:t>afvoertoestelle</a:t>
          </a:r>
          <a:r>
            <a:rPr lang="en-ZA" b="1" dirty="0"/>
            <a:t> </a:t>
          </a:r>
        </a:p>
      </dgm:t>
    </dgm:pt>
    <dgm:pt modelId="{D8E66A50-97DB-4B50-9BCE-5511898E871E}" type="parTrans" cxnId="{6EF236BF-EE65-4CF4-9D00-C13BCA986C41}">
      <dgm:prSet/>
      <dgm:spPr/>
      <dgm:t>
        <a:bodyPr/>
        <a:lstStyle/>
        <a:p>
          <a:endParaRPr lang="en-ZA"/>
        </a:p>
      </dgm:t>
    </dgm:pt>
    <dgm:pt modelId="{B3579122-5F35-4D98-943B-6435174F3C3E}" type="sibTrans" cxnId="{6EF236BF-EE65-4CF4-9D00-C13BCA986C41}">
      <dgm:prSet/>
      <dgm:spPr/>
      <dgm:t>
        <a:bodyPr/>
        <a:lstStyle/>
        <a:p>
          <a:endParaRPr lang="en-ZA"/>
        </a:p>
      </dgm:t>
    </dgm:pt>
    <dgm:pt modelId="{4A3EB589-7328-4C27-8ACB-8C181DD20BA6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Wysertoestelle</a:t>
          </a:r>
          <a:endParaRPr lang="en-ZA" dirty="0"/>
        </a:p>
      </dgm:t>
    </dgm:pt>
    <dgm:pt modelId="{291499E0-3C8E-4432-BA7D-F6FDA9130C6B}" type="parTrans" cxnId="{BB3BDB5B-C77C-41E5-8001-4F88374EF62E}">
      <dgm:prSet/>
      <dgm:spPr/>
      <dgm:t>
        <a:bodyPr/>
        <a:lstStyle/>
        <a:p>
          <a:endParaRPr lang="en-ZA"/>
        </a:p>
      </dgm:t>
    </dgm:pt>
    <dgm:pt modelId="{A8AE58D1-ACE8-4C5D-B034-BB202B6E1111}" type="sibTrans" cxnId="{BB3BDB5B-C77C-41E5-8001-4F88374EF62E}">
      <dgm:prSet/>
      <dgm:spPr/>
      <dgm:t>
        <a:bodyPr/>
        <a:lstStyle/>
        <a:p>
          <a:endParaRPr lang="en-ZA"/>
        </a:p>
      </dgm:t>
    </dgm:pt>
    <dgm:pt modelId="{8BD13F80-706B-46F6-8822-4AD4B4942B6D}">
      <dgm:prSet/>
      <dgm:spPr/>
      <dgm:t>
        <a:bodyPr/>
        <a:lstStyle/>
        <a:p>
          <a:r>
            <a:rPr lang="en-ZA" b="1" dirty="0" err="1"/>
            <a:t>Stoortoestelle</a:t>
          </a:r>
          <a:r>
            <a:rPr lang="en-ZA" b="1" dirty="0"/>
            <a:t> </a:t>
          </a:r>
          <a:r>
            <a:rPr lang="en-ZA" b="1" dirty="0" err="1"/>
            <a:t>en</a:t>
          </a:r>
          <a:r>
            <a:rPr lang="en-ZA" b="1" dirty="0"/>
            <a:t> </a:t>
          </a:r>
          <a:br>
            <a:rPr lang="en-ZA" b="1" dirty="0"/>
          </a:br>
          <a:r>
            <a:rPr lang="en-ZA" b="1" dirty="0"/>
            <a:t>-media</a:t>
          </a:r>
        </a:p>
      </dgm:t>
    </dgm:pt>
    <dgm:pt modelId="{A9868D13-FAA3-4CFA-B9E9-CA8915C06E8B}" type="parTrans" cxnId="{2A55A1FC-59E4-40B6-B5D9-8A11B0AE4058}">
      <dgm:prSet/>
      <dgm:spPr/>
      <dgm:t>
        <a:bodyPr/>
        <a:lstStyle/>
        <a:p>
          <a:endParaRPr lang="en-ZA"/>
        </a:p>
      </dgm:t>
    </dgm:pt>
    <dgm:pt modelId="{5323DF97-DBA9-41EE-AD33-65D43451AEDE}" type="sibTrans" cxnId="{2A55A1FC-59E4-40B6-B5D9-8A11B0AE4058}">
      <dgm:prSet/>
      <dgm:spPr/>
      <dgm:t>
        <a:bodyPr/>
        <a:lstStyle/>
        <a:p>
          <a:endParaRPr lang="en-ZA"/>
        </a:p>
      </dgm:t>
    </dgm:pt>
    <dgm:pt modelId="{0201021E-C91C-44A9-8109-4D7EF6867C90}">
      <dgm:prSet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CD, DVD, Blu-ray</a:t>
          </a:r>
          <a:endParaRPr lang="en-ZA" dirty="0"/>
        </a:p>
      </dgm:t>
    </dgm:pt>
    <dgm:pt modelId="{0956AA0A-D4B5-4C40-92A2-7D8D05BBDBF2}" type="parTrans" cxnId="{063F06BE-1750-4C9B-95A8-5EAF29984B83}">
      <dgm:prSet/>
      <dgm:spPr/>
      <dgm:t>
        <a:bodyPr/>
        <a:lstStyle/>
        <a:p>
          <a:endParaRPr lang="en-ZA"/>
        </a:p>
      </dgm:t>
    </dgm:pt>
    <dgm:pt modelId="{39313A05-6C07-4F37-B47B-4EF7FC3F22C0}" type="sibTrans" cxnId="{063F06BE-1750-4C9B-95A8-5EAF29984B83}">
      <dgm:prSet/>
      <dgm:spPr/>
      <dgm:t>
        <a:bodyPr/>
        <a:lstStyle/>
        <a:p>
          <a:endParaRPr lang="en-ZA"/>
        </a:p>
      </dgm:t>
    </dgm:pt>
    <dgm:pt modelId="{C498785C-476E-4072-9AEB-2FF5F7D8D3F3}">
      <dgm:prSet/>
      <dgm:spPr/>
      <dgm:t>
        <a:bodyPr/>
        <a:lstStyle/>
        <a:p>
          <a:r>
            <a:rPr lang="en-ZA" b="1" dirty="0" err="1"/>
            <a:t>Verwerking</a:t>
          </a:r>
          <a:endParaRPr lang="en-ZA" b="1" dirty="0"/>
        </a:p>
      </dgm:t>
    </dgm:pt>
    <dgm:pt modelId="{6F7EFC1D-323A-4F26-B3D9-ABAD5C844804}" type="parTrans" cxnId="{89F58CE0-A761-47CA-8161-DAFE3DB1B3CA}">
      <dgm:prSet/>
      <dgm:spPr/>
      <dgm:t>
        <a:bodyPr/>
        <a:lstStyle/>
        <a:p>
          <a:endParaRPr lang="en-ZA"/>
        </a:p>
      </dgm:t>
    </dgm:pt>
    <dgm:pt modelId="{0E2559EA-48FD-454D-B2A2-FB8D0224EF75}" type="sibTrans" cxnId="{89F58CE0-A761-47CA-8161-DAFE3DB1B3CA}">
      <dgm:prSet/>
      <dgm:spPr/>
      <dgm:t>
        <a:bodyPr/>
        <a:lstStyle/>
        <a:p>
          <a:endParaRPr lang="en-ZA"/>
        </a:p>
      </dgm:t>
    </dgm:pt>
    <dgm:pt modelId="{A30260FA-7180-DF47-AB02-E3A121E6E705}">
      <dgm:prSet/>
      <dgm:spPr/>
      <dgm:t>
        <a:bodyPr/>
        <a:lstStyle/>
        <a:p>
          <a:pPr>
            <a:spcAft>
              <a:spcPts val="600"/>
            </a:spcAft>
          </a:pPr>
          <a:r>
            <a:rPr lang="en-ZA" dirty="0"/>
            <a:t>SVE</a:t>
          </a:r>
        </a:p>
      </dgm:t>
    </dgm:pt>
    <dgm:pt modelId="{A86C8BFD-DAB2-524F-B547-06D6A90F81B1}" type="parTrans" cxnId="{6FBD0D21-E55B-404E-9669-E013863B778B}">
      <dgm:prSet/>
      <dgm:spPr/>
      <dgm:t>
        <a:bodyPr/>
        <a:lstStyle/>
        <a:p>
          <a:endParaRPr lang="en-US"/>
        </a:p>
      </dgm:t>
    </dgm:pt>
    <dgm:pt modelId="{4351B437-06BB-354D-B72C-A42EDB4808CB}" type="sibTrans" cxnId="{6FBD0D21-E55B-404E-9669-E013863B778B}">
      <dgm:prSet/>
      <dgm:spPr/>
      <dgm:t>
        <a:bodyPr/>
        <a:lstStyle/>
        <a:p>
          <a:endParaRPr lang="en-US"/>
        </a:p>
      </dgm:t>
    </dgm:pt>
    <dgm:pt modelId="{DD82C429-100F-40F4-A68C-8C8ABB1B877C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Sensors</a:t>
          </a:r>
        </a:p>
      </dgm:t>
    </dgm:pt>
    <dgm:pt modelId="{D797E089-C6AF-41AD-9CE9-E049F3EE9F93}" type="parTrans" cxnId="{88B67E99-3B6E-4CFB-B623-55A9B950B1EE}">
      <dgm:prSet/>
      <dgm:spPr/>
      <dgm:t>
        <a:bodyPr/>
        <a:lstStyle/>
        <a:p>
          <a:endParaRPr lang="en-US"/>
        </a:p>
      </dgm:t>
    </dgm:pt>
    <dgm:pt modelId="{6CB793DC-A46C-4ABC-A77C-DDDF2A166094}" type="sibTrans" cxnId="{88B67E99-3B6E-4CFB-B623-55A9B950B1EE}">
      <dgm:prSet/>
      <dgm:spPr/>
      <dgm:t>
        <a:bodyPr/>
        <a:lstStyle/>
        <a:p>
          <a:endParaRPr lang="en-US"/>
        </a:p>
      </dgm:t>
    </dgm:pt>
    <dgm:pt modelId="{85165076-3E30-479A-931F-2858526F34BA}">
      <dgm:prSet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Geheuekaarte</a:t>
          </a:r>
          <a:endParaRPr lang="en-US" dirty="0"/>
        </a:p>
      </dgm:t>
    </dgm:pt>
    <dgm:pt modelId="{76AD9124-C5C8-49AA-8440-93F9E23AE391}" type="parTrans" cxnId="{7A7B3FA4-60AB-400C-9299-55EBCBE61506}">
      <dgm:prSet/>
      <dgm:spPr/>
      <dgm:t>
        <a:bodyPr/>
        <a:lstStyle/>
        <a:p>
          <a:endParaRPr lang="en-US"/>
        </a:p>
      </dgm:t>
    </dgm:pt>
    <dgm:pt modelId="{5261AB18-95D2-4B9A-8F41-66E1FA7D1C48}" type="sibTrans" cxnId="{7A7B3FA4-60AB-400C-9299-55EBCBE61506}">
      <dgm:prSet/>
      <dgm:spPr/>
      <dgm:t>
        <a:bodyPr/>
        <a:lstStyle/>
        <a:p>
          <a:endParaRPr lang="en-US"/>
        </a:p>
      </dgm:t>
    </dgm:pt>
    <dgm:pt modelId="{AE584CFD-BA80-4122-BBA2-7DF594D4488F}">
      <dgm:prSet/>
      <dgm:spPr/>
      <dgm:t>
        <a:bodyPr/>
        <a:lstStyle/>
        <a:p>
          <a:pPr>
            <a:spcAft>
              <a:spcPct val="15000"/>
            </a:spcAft>
          </a:pPr>
          <a:r>
            <a:rPr lang="en-GB" dirty="0"/>
            <a:t>RAM </a:t>
          </a:r>
          <a:r>
            <a:rPr lang="en-GB" dirty="0" err="1"/>
            <a:t>en</a:t>
          </a:r>
          <a:r>
            <a:rPr lang="en-GB" dirty="0"/>
            <a:t> ROM</a:t>
          </a:r>
        </a:p>
      </dgm:t>
    </dgm:pt>
    <dgm:pt modelId="{75D0D715-E939-43E5-B56D-2B491301F652}" type="parTrans" cxnId="{8F72D3E9-A12E-4123-94FC-5F0022FA130A}">
      <dgm:prSet/>
      <dgm:spPr/>
      <dgm:t>
        <a:bodyPr/>
        <a:lstStyle/>
        <a:p>
          <a:endParaRPr lang="en-US"/>
        </a:p>
      </dgm:t>
    </dgm:pt>
    <dgm:pt modelId="{46B295E1-697A-4BC8-AE34-F573CCCFBE59}" type="sibTrans" cxnId="{8F72D3E9-A12E-4123-94FC-5F0022FA130A}">
      <dgm:prSet/>
      <dgm:spPr/>
      <dgm:t>
        <a:bodyPr/>
        <a:lstStyle/>
        <a:p>
          <a:endParaRPr lang="en-US"/>
        </a:p>
      </dgm:t>
    </dgm:pt>
    <dgm:pt modelId="{6DBCC0D7-ADA3-4421-A251-CFF248B5250C}">
      <dgm:prSet/>
      <dgm:spPr/>
      <dgm:t>
        <a:bodyPr/>
        <a:lstStyle/>
        <a:p>
          <a:pPr>
            <a:spcAft>
              <a:spcPts val="600"/>
            </a:spcAft>
          </a:pPr>
          <a:r>
            <a:rPr lang="en-ZA" dirty="0" err="1"/>
            <a:t>Moederbord</a:t>
          </a:r>
          <a:endParaRPr lang="en-ZA" dirty="0"/>
        </a:p>
      </dgm:t>
    </dgm:pt>
    <dgm:pt modelId="{027D917F-B93B-406D-A542-CFF52C80FB08}" type="parTrans" cxnId="{F0FEFE96-DCFA-4F20-8C21-851E91029337}">
      <dgm:prSet/>
      <dgm:spPr/>
      <dgm:t>
        <a:bodyPr/>
        <a:lstStyle/>
        <a:p>
          <a:endParaRPr lang="en-US"/>
        </a:p>
      </dgm:t>
    </dgm:pt>
    <dgm:pt modelId="{D9EAB63C-D35C-4F91-AF53-0557944B131D}" type="sibTrans" cxnId="{F0FEFE96-DCFA-4F20-8C21-851E91029337}">
      <dgm:prSet/>
      <dgm:spPr/>
      <dgm:t>
        <a:bodyPr/>
        <a:lstStyle/>
        <a:p>
          <a:endParaRPr lang="en-US"/>
        </a:p>
      </dgm:t>
    </dgm:pt>
    <dgm:pt modelId="{91D5FEDB-7CF0-0944-923C-35190E6B8505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Speletjietoestelle</a:t>
          </a:r>
          <a:endParaRPr lang="en-GB" dirty="0"/>
        </a:p>
      </dgm:t>
    </dgm:pt>
    <dgm:pt modelId="{ED1505FA-90CB-D94C-AB44-4984AD8E8860}" type="parTrans" cxnId="{4663BB8D-91F2-EF4F-8954-6696B6F02E6A}">
      <dgm:prSet/>
      <dgm:spPr/>
      <dgm:t>
        <a:bodyPr/>
        <a:lstStyle/>
        <a:p>
          <a:endParaRPr lang="en-US"/>
        </a:p>
      </dgm:t>
    </dgm:pt>
    <dgm:pt modelId="{E3B367B7-B292-FF4C-8E85-238734A154EB}" type="sibTrans" cxnId="{4663BB8D-91F2-EF4F-8954-6696B6F02E6A}">
      <dgm:prSet/>
      <dgm:spPr/>
      <dgm:t>
        <a:bodyPr/>
        <a:lstStyle/>
        <a:p>
          <a:endParaRPr lang="en-US"/>
        </a:p>
      </dgm:t>
    </dgm:pt>
    <dgm:pt modelId="{7E6EFA8C-ED07-CA46-B8FB-651E87D710B8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Digitale</a:t>
          </a:r>
          <a:r>
            <a:rPr lang="en-GB" dirty="0"/>
            <a:t> </a:t>
          </a:r>
          <a:r>
            <a:rPr lang="en-GB" dirty="0" err="1"/>
            <a:t>kameras</a:t>
          </a:r>
          <a:endParaRPr lang="en-GB" dirty="0"/>
        </a:p>
      </dgm:t>
    </dgm:pt>
    <dgm:pt modelId="{0CC5199B-07D2-CA41-A714-BB975EEDA3F4}" type="parTrans" cxnId="{F96A2516-7E2D-564C-950C-A33F5DB6EA3A}">
      <dgm:prSet/>
      <dgm:spPr/>
      <dgm:t>
        <a:bodyPr/>
        <a:lstStyle/>
        <a:p>
          <a:endParaRPr lang="en-US"/>
        </a:p>
      </dgm:t>
    </dgm:pt>
    <dgm:pt modelId="{DC85B1B6-9BDA-274C-A420-B8DCEA9C125D}" type="sibTrans" cxnId="{F96A2516-7E2D-564C-950C-A33F5DB6EA3A}">
      <dgm:prSet/>
      <dgm:spPr/>
      <dgm:t>
        <a:bodyPr/>
        <a:lstStyle/>
        <a:p>
          <a:endParaRPr lang="en-US"/>
        </a:p>
      </dgm:t>
    </dgm:pt>
    <dgm:pt modelId="{454389DF-5528-6D48-9DC1-35164FE8C8CB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Skandeerders</a:t>
          </a:r>
          <a:r>
            <a:rPr lang="en-GB" dirty="0"/>
            <a:t> </a:t>
          </a:r>
          <a:r>
            <a:rPr lang="en-GB" dirty="0" err="1"/>
            <a:t>en</a:t>
          </a:r>
          <a:r>
            <a:rPr lang="en-GB" dirty="0"/>
            <a:t> </a:t>
          </a:r>
          <a:r>
            <a:rPr lang="en-GB" dirty="0" err="1"/>
            <a:t>leestoestelle</a:t>
          </a:r>
          <a:endParaRPr lang="en-GB" dirty="0"/>
        </a:p>
      </dgm:t>
    </dgm:pt>
    <dgm:pt modelId="{D535EF6B-5087-A945-8517-DEE413518983}" type="parTrans" cxnId="{0EB5D2AD-5CEC-9647-8729-9F68C6150E32}">
      <dgm:prSet/>
      <dgm:spPr/>
      <dgm:t>
        <a:bodyPr/>
        <a:lstStyle/>
        <a:p>
          <a:endParaRPr lang="en-US"/>
        </a:p>
      </dgm:t>
    </dgm:pt>
    <dgm:pt modelId="{851DE4CA-352E-E946-AF9C-5D23479CDF86}" type="sibTrans" cxnId="{0EB5D2AD-5CEC-9647-8729-9F68C6150E32}">
      <dgm:prSet/>
      <dgm:spPr/>
      <dgm:t>
        <a:bodyPr/>
        <a:lstStyle/>
        <a:p>
          <a:endParaRPr lang="en-US"/>
        </a:p>
      </dgm:t>
    </dgm:pt>
    <dgm:pt modelId="{237C9B51-34DF-7D43-92B5-3EB41DC18AF3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/>
            <a:t>Video- </a:t>
          </a:r>
          <a:r>
            <a:rPr lang="en-GB" dirty="0" err="1"/>
            <a:t>en</a:t>
          </a:r>
          <a:r>
            <a:rPr lang="en-GB" dirty="0"/>
            <a:t> </a:t>
          </a:r>
          <a:r>
            <a:rPr lang="en-GB" dirty="0" err="1"/>
            <a:t>klanktoevoer</a:t>
          </a:r>
          <a:endParaRPr lang="en-GB" dirty="0"/>
        </a:p>
      </dgm:t>
    </dgm:pt>
    <dgm:pt modelId="{6B035102-7BA1-7749-BDF0-3AF0789C3436}" type="parTrans" cxnId="{F2F84763-7DCB-FD4C-AA8A-7153BCA949C2}">
      <dgm:prSet/>
      <dgm:spPr/>
      <dgm:t>
        <a:bodyPr/>
        <a:lstStyle/>
        <a:p>
          <a:endParaRPr lang="en-US"/>
        </a:p>
      </dgm:t>
    </dgm:pt>
    <dgm:pt modelId="{70003AEB-468A-4A4E-9423-D00BFE990DEA}" type="sibTrans" cxnId="{F2F84763-7DCB-FD4C-AA8A-7153BCA949C2}">
      <dgm:prSet/>
      <dgm:spPr/>
      <dgm:t>
        <a:bodyPr/>
        <a:lstStyle/>
        <a:p>
          <a:endParaRPr lang="en-US"/>
        </a:p>
      </dgm:t>
    </dgm:pt>
    <dgm:pt modelId="{65BE5E38-F1C7-5040-ACE6-BD38FC8F15F0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Klankafvoer</a:t>
          </a:r>
          <a:endParaRPr lang="en-GB" dirty="0"/>
        </a:p>
      </dgm:t>
    </dgm:pt>
    <dgm:pt modelId="{E608D80A-AA60-DD45-8C74-AA18A06E12FD}" type="parTrans" cxnId="{EA60A70B-EBC6-B548-B24E-6538E4EAE49D}">
      <dgm:prSet/>
      <dgm:spPr/>
      <dgm:t>
        <a:bodyPr/>
        <a:lstStyle/>
        <a:p>
          <a:endParaRPr lang="en-US"/>
        </a:p>
      </dgm:t>
    </dgm:pt>
    <dgm:pt modelId="{E9F6E2F1-ADF1-E842-A5FD-ED24A72EACA1}" type="sibTrans" cxnId="{EA60A70B-EBC6-B548-B24E-6538E4EAE49D}">
      <dgm:prSet/>
      <dgm:spPr/>
      <dgm:t>
        <a:bodyPr/>
        <a:lstStyle/>
        <a:p>
          <a:endParaRPr lang="en-US"/>
        </a:p>
      </dgm:t>
    </dgm:pt>
    <dgm:pt modelId="{4FCBF295-446B-C04E-879C-A5731E09D550}">
      <dgm:prSet/>
      <dgm:spPr/>
      <dgm:t>
        <a:bodyPr/>
        <a:lstStyle/>
        <a:p>
          <a:pPr>
            <a:spcAft>
              <a:spcPts val="600"/>
            </a:spcAft>
          </a:pPr>
          <a:r>
            <a:rPr lang="en-GB" dirty="0" err="1"/>
            <a:t>Dataprojektors</a:t>
          </a:r>
          <a:endParaRPr lang="en-GB" dirty="0"/>
        </a:p>
      </dgm:t>
    </dgm:pt>
    <dgm:pt modelId="{1F03DD7B-4C86-9042-B849-93DC28CF0650}" type="parTrans" cxnId="{D15564B5-BAF1-F146-84F6-3142BE5703B6}">
      <dgm:prSet/>
      <dgm:spPr/>
      <dgm:t>
        <a:bodyPr/>
        <a:lstStyle/>
        <a:p>
          <a:endParaRPr lang="en-US"/>
        </a:p>
      </dgm:t>
    </dgm:pt>
    <dgm:pt modelId="{85F4105F-07E2-734E-8E14-1802D0C6C7D5}" type="sibTrans" cxnId="{D15564B5-BAF1-F146-84F6-3142BE5703B6}">
      <dgm:prSet/>
      <dgm:spPr/>
      <dgm:t>
        <a:bodyPr/>
        <a:lstStyle/>
        <a:p>
          <a:endParaRPr lang="en-US"/>
        </a:p>
      </dgm:t>
    </dgm:pt>
    <dgm:pt modelId="{57AF64C2-6B82-6446-9439-DB9452FB5AFE}">
      <dgm:prSet/>
      <dgm:spPr/>
      <dgm:t>
        <a:bodyPr/>
        <a:lstStyle/>
        <a:p>
          <a:pPr>
            <a:spcAft>
              <a:spcPts val="600"/>
            </a:spcAft>
          </a:pPr>
          <a:r>
            <a:rPr lang="en-GB"/>
            <a:t>Multifunksiedrukkers</a:t>
          </a:r>
          <a:endParaRPr lang="en-GB" dirty="0"/>
        </a:p>
      </dgm:t>
    </dgm:pt>
    <dgm:pt modelId="{490EF52B-8C7B-B74C-839C-41B462A6794E}" type="parTrans" cxnId="{325A5F4D-AC04-A742-ADE7-6696DD94979E}">
      <dgm:prSet/>
      <dgm:spPr/>
      <dgm:t>
        <a:bodyPr/>
        <a:lstStyle/>
        <a:p>
          <a:endParaRPr lang="en-US"/>
        </a:p>
      </dgm:t>
    </dgm:pt>
    <dgm:pt modelId="{182294D2-81DF-6D42-9242-715B5DDF9991}" type="sibTrans" cxnId="{325A5F4D-AC04-A742-ADE7-6696DD94979E}">
      <dgm:prSet/>
      <dgm:spPr/>
      <dgm:t>
        <a:bodyPr/>
        <a:lstStyle/>
        <a:p>
          <a:endParaRPr lang="en-US"/>
        </a:p>
      </dgm:t>
    </dgm:pt>
    <dgm:pt modelId="{366BE028-35CA-44F6-9BB6-1520AC7B4AB1}" type="pres">
      <dgm:prSet presAssocID="{5F16E470-7859-4F9B-BDFD-6D526E11DE39}" presName="Name0" presStyleCnt="0">
        <dgm:presLayoutVars>
          <dgm:dir/>
          <dgm:animLvl val="lvl"/>
          <dgm:resizeHandles val="exact"/>
        </dgm:presLayoutVars>
      </dgm:prSet>
      <dgm:spPr/>
    </dgm:pt>
    <dgm:pt modelId="{3CFC2ECC-D022-4585-8A97-BF458B970E34}" type="pres">
      <dgm:prSet presAssocID="{D3FCCA01-11D4-4154-8E7D-251D8416F553}" presName="composite" presStyleCnt="0"/>
      <dgm:spPr/>
    </dgm:pt>
    <dgm:pt modelId="{B97FDF05-634A-4F7C-8D89-EB7DB506895D}" type="pres">
      <dgm:prSet presAssocID="{D3FCCA01-11D4-4154-8E7D-251D8416F55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7636D81-BC42-4142-9F7C-9F3A65800600}" type="pres">
      <dgm:prSet presAssocID="{D3FCCA01-11D4-4154-8E7D-251D8416F553}" presName="desTx" presStyleLbl="alignAccFollowNode1" presStyleIdx="0" presStyleCnt="3">
        <dgm:presLayoutVars>
          <dgm:bulletEnabled val="1"/>
        </dgm:presLayoutVars>
      </dgm:prSet>
      <dgm:spPr/>
    </dgm:pt>
    <dgm:pt modelId="{FC102C00-5A7F-42F0-B638-5862056A6E49}" type="pres">
      <dgm:prSet presAssocID="{B3579122-5F35-4D98-943B-6435174F3C3E}" presName="space" presStyleCnt="0"/>
      <dgm:spPr/>
    </dgm:pt>
    <dgm:pt modelId="{F45DA74F-F40F-4060-8632-7EDE5B533E54}" type="pres">
      <dgm:prSet presAssocID="{8BD13F80-706B-46F6-8822-4AD4B4942B6D}" presName="composite" presStyleCnt="0"/>
      <dgm:spPr/>
    </dgm:pt>
    <dgm:pt modelId="{30EF3410-9F16-432C-AF4D-F8E09B044B49}" type="pres">
      <dgm:prSet presAssocID="{8BD13F80-706B-46F6-8822-4AD4B4942B6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772B0D-1063-4CE1-B8BD-05A14DE46457}" type="pres">
      <dgm:prSet presAssocID="{8BD13F80-706B-46F6-8822-4AD4B4942B6D}" presName="desTx" presStyleLbl="alignAccFollowNode1" presStyleIdx="1" presStyleCnt="3">
        <dgm:presLayoutVars>
          <dgm:bulletEnabled val="1"/>
        </dgm:presLayoutVars>
      </dgm:prSet>
      <dgm:spPr/>
    </dgm:pt>
    <dgm:pt modelId="{4493D5DF-4949-41C8-A384-6C007D56A7BE}" type="pres">
      <dgm:prSet presAssocID="{5323DF97-DBA9-41EE-AD33-65D43451AEDE}" presName="space" presStyleCnt="0"/>
      <dgm:spPr/>
    </dgm:pt>
    <dgm:pt modelId="{8F057C05-6CC9-48E6-9587-431F7ED78D31}" type="pres">
      <dgm:prSet presAssocID="{C498785C-476E-4072-9AEB-2FF5F7D8D3F3}" presName="composite" presStyleCnt="0"/>
      <dgm:spPr/>
    </dgm:pt>
    <dgm:pt modelId="{6C5642ED-C368-4ACB-A19B-E4AB43EAF647}" type="pres">
      <dgm:prSet presAssocID="{C498785C-476E-4072-9AEB-2FF5F7D8D3F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000FE69-9172-4616-8075-4116017EA89E}" type="pres">
      <dgm:prSet presAssocID="{C498785C-476E-4072-9AEB-2FF5F7D8D3F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FBD0D21-E55B-404E-9669-E013863B778B}" srcId="{C498785C-476E-4072-9AEB-2FF5F7D8D3F3}" destId="{A30260FA-7180-DF47-AB02-E3A121E6E705}" srcOrd="1" destOrd="0" parTransId="{A86C8BFD-DAB2-524F-B547-06D6A90F81B1}" sibTransId="{4351B437-06BB-354D-B72C-A42EDB4808CB}"/>
    <dgm:cxn modelId="{D181BA9B-C00E-0345-93BC-A0A357429129}" type="presOf" srcId="{65BE5E38-F1C7-5040-ACE6-BD38FC8F15F0}" destId="{27636D81-BC42-4142-9F7C-9F3A65800600}" srcOrd="0" destOrd="6" presId="urn:microsoft.com/office/officeart/2005/8/layout/hList1"/>
    <dgm:cxn modelId="{0832F3E5-F4BF-4E97-B519-27DF3052FB85}" type="presOf" srcId="{AE584CFD-BA80-4122-BBA2-7DF594D4488F}" destId="{E000FE69-9172-4616-8075-4116017EA89E}" srcOrd="0" destOrd="2" presId="urn:microsoft.com/office/officeart/2005/8/layout/hList1"/>
    <dgm:cxn modelId="{21A6B8C1-4BCD-4CAD-B818-41B181449E2A}" type="presOf" srcId="{4A3EB589-7328-4C27-8ACB-8C181DD20BA6}" destId="{27636D81-BC42-4142-9F7C-9F3A65800600}" srcOrd="0" destOrd="0" presId="urn:microsoft.com/office/officeart/2005/8/layout/hList1"/>
    <dgm:cxn modelId="{BB3BDB5B-C77C-41E5-8001-4F88374EF62E}" srcId="{D3FCCA01-11D4-4154-8E7D-251D8416F553}" destId="{4A3EB589-7328-4C27-8ACB-8C181DD20BA6}" srcOrd="0" destOrd="0" parTransId="{291499E0-3C8E-4432-BA7D-F6FDA9130C6B}" sibTransId="{A8AE58D1-ACE8-4C5D-B034-BB202B6E1111}"/>
    <dgm:cxn modelId="{DD61E7BD-774C-7F4E-AD70-F9A2D5888A01}" type="presOf" srcId="{91D5FEDB-7CF0-0944-923C-35190E6B8505}" destId="{27636D81-BC42-4142-9F7C-9F3A65800600}" srcOrd="0" destOrd="2" presId="urn:microsoft.com/office/officeart/2005/8/layout/hList1"/>
    <dgm:cxn modelId="{89F58CE0-A761-47CA-8161-DAFE3DB1B3CA}" srcId="{5F16E470-7859-4F9B-BDFD-6D526E11DE39}" destId="{C498785C-476E-4072-9AEB-2FF5F7D8D3F3}" srcOrd="2" destOrd="0" parTransId="{6F7EFC1D-323A-4F26-B3D9-ABAD5C844804}" sibTransId="{0E2559EA-48FD-454D-B2A2-FB8D0224EF75}"/>
    <dgm:cxn modelId="{106854CE-1193-46BD-A66F-47788D9E048F}" type="presOf" srcId="{DD82C429-100F-40F4-A68C-8C8ABB1B877C}" destId="{27636D81-BC42-4142-9F7C-9F3A65800600}" srcOrd="0" destOrd="1" presId="urn:microsoft.com/office/officeart/2005/8/layout/hList1"/>
    <dgm:cxn modelId="{88B67E99-3B6E-4CFB-B623-55A9B950B1EE}" srcId="{D3FCCA01-11D4-4154-8E7D-251D8416F553}" destId="{DD82C429-100F-40F4-A68C-8C8ABB1B877C}" srcOrd="1" destOrd="0" parTransId="{D797E089-C6AF-41AD-9CE9-E049F3EE9F93}" sibTransId="{6CB793DC-A46C-4ABC-A77C-DDDF2A166094}"/>
    <dgm:cxn modelId="{325A5F4D-AC04-A742-ADE7-6696DD94979E}" srcId="{D3FCCA01-11D4-4154-8E7D-251D8416F553}" destId="{57AF64C2-6B82-6446-9439-DB9452FB5AFE}" srcOrd="8" destOrd="0" parTransId="{490EF52B-8C7B-B74C-839C-41B462A6794E}" sibTransId="{182294D2-81DF-6D42-9242-715B5DDF9991}"/>
    <dgm:cxn modelId="{7A7B3FA4-60AB-400C-9299-55EBCBE61506}" srcId="{8BD13F80-706B-46F6-8822-4AD4B4942B6D}" destId="{85165076-3E30-479A-931F-2858526F34BA}" srcOrd="1" destOrd="0" parTransId="{76AD9124-C5C8-49AA-8440-93F9E23AE391}" sibTransId="{5261AB18-95D2-4B9A-8F41-66E1FA7D1C48}"/>
    <dgm:cxn modelId="{0AEC73B4-FEA7-4CC2-9AE2-D04F9B8B0F62}" type="presOf" srcId="{C498785C-476E-4072-9AEB-2FF5F7D8D3F3}" destId="{6C5642ED-C368-4ACB-A19B-E4AB43EAF647}" srcOrd="0" destOrd="0" presId="urn:microsoft.com/office/officeart/2005/8/layout/hList1"/>
    <dgm:cxn modelId="{3FD9A9AC-9D50-4B73-9E13-E730CB97C121}" type="presOf" srcId="{D3FCCA01-11D4-4154-8E7D-251D8416F553}" destId="{B97FDF05-634A-4F7C-8D89-EB7DB506895D}" srcOrd="0" destOrd="0" presId="urn:microsoft.com/office/officeart/2005/8/layout/hList1"/>
    <dgm:cxn modelId="{D15564B5-BAF1-F146-84F6-3142BE5703B6}" srcId="{D3FCCA01-11D4-4154-8E7D-251D8416F553}" destId="{4FCBF295-446B-C04E-879C-A5731E09D550}" srcOrd="7" destOrd="0" parTransId="{1F03DD7B-4C86-9042-B849-93DC28CF0650}" sibTransId="{85F4105F-07E2-734E-8E14-1802D0C6C7D5}"/>
    <dgm:cxn modelId="{FFD8922C-AD7F-4E4A-B0F5-A4F6C987ADAE}" type="presOf" srcId="{0201021E-C91C-44A9-8109-4D7EF6867C90}" destId="{D4772B0D-1063-4CE1-B8BD-05A14DE46457}" srcOrd="0" destOrd="0" presId="urn:microsoft.com/office/officeart/2005/8/layout/hList1"/>
    <dgm:cxn modelId="{6EF236BF-EE65-4CF4-9D00-C13BCA986C41}" srcId="{5F16E470-7859-4F9B-BDFD-6D526E11DE39}" destId="{D3FCCA01-11D4-4154-8E7D-251D8416F553}" srcOrd="0" destOrd="0" parTransId="{D8E66A50-97DB-4B50-9BCE-5511898E871E}" sibTransId="{B3579122-5F35-4D98-943B-6435174F3C3E}"/>
    <dgm:cxn modelId="{EF59A21B-1E63-034A-8114-67BDDAAB080D}" type="presOf" srcId="{454389DF-5528-6D48-9DC1-35164FE8C8CB}" destId="{27636D81-BC42-4142-9F7C-9F3A65800600}" srcOrd="0" destOrd="4" presId="urn:microsoft.com/office/officeart/2005/8/layout/hList1"/>
    <dgm:cxn modelId="{511E2078-0A8D-4B0E-8CF8-DE74F81955F7}" type="presOf" srcId="{85165076-3E30-479A-931F-2858526F34BA}" destId="{D4772B0D-1063-4CE1-B8BD-05A14DE46457}" srcOrd="0" destOrd="1" presId="urn:microsoft.com/office/officeart/2005/8/layout/hList1"/>
    <dgm:cxn modelId="{EA60A70B-EBC6-B548-B24E-6538E4EAE49D}" srcId="{D3FCCA01-11D4-4154-8E7D-251D8416F553}" destId="{65BE5E38-F1C7-5040-ACE6-BD38FC8F15F0}" srcOrd="6" destOrd="0" parTransId="{E608D80A-AA60-DD45-8C74-AA18A06E12FD}" sibTransId="{E9F6E2F1-ADF1-E842-A5FD-ED24A72EACA1}"/>
    <dgm:cxn modelId="{BB321D05-5D42-476C-8013-7CB4470F0882}" type="presOf" srcId="{8BD13F80-706B-46F6-8822-4AD4B4942B6D}" destId="{30EF3410-9F16-432C-AF4D-F8E09B044B49}" srcOrd="0" destOrd="0" presId="urn:microsoft.com/office/officeart/2005/8/layout/hList1"/>
    <dgm:cxn modelId="{E5DF290D-6B35-3048-A053-3AF810E66CE2}" type="presOf" srcId="{237C9B51-34DF-7D43-92B5-3EB41DC18AF3}" destId="{27636D81-BC42-4142-9F7C-9F3A65800600}" srcOrd="0" destOrd="5" presId="urn:microsoft.com/office/officeart/2005/8/layout/hList1"/>
    <dgm:cxn modelId="{3A960039-1228-BB46-A1F0-3E755D601D1F}" type="presOf" srcId="{4FCBF295-446B-C04E-879C-A5731E09D550}" destId="{27636D81-BC42-4142-9F7C-9F3A65800600}" srcOrd="0" destOrd="7" presId="urn:microsoft.com/office/officeart/2005/8/layout/hList1"/>
    <dgm:cxn modelId="{F2F84763-7DCB-FD4C-AA8A-7153BCA949C2}" srcId="{D3FCCA01-11D4-4154-8E7D-251D8416F553}" destId="{237C9B51-34DF-7D43-92B5-3EB41DC18AF3}" srcOrd="5" destOrd="0" parTransId="{6B035102-7BA1-7749-BDF0-3AF0789C3436}" sibTransId="{70003AEB-468A-4A4E-9423-D00BFE990DEA}"/>
    <dgm:cxn modelId="{6613F315-C52B-7F49-892C-BCE4F27C177B}" type="presOf" srcId="{A30260FA-7180-DF47-AB02-E3A121E6E705}" destId="{E000FE69-9172-4616-8075-4116017EA89E}" srcOrd="0" destOrd="1" presId="urn:microsoft.com/office/officeart/2005/8/layout/hList1"/>
    <dgm:cxn modelId="{F96A2516-7E2D-564C-950C-A33F5DB6EA3A}" srcId="{D3FCCA01-11D4-4154-8E7D-251D8416F553}" destId="{7E6EFA8C-ED07-CA46-B8FB-651E87D710B8}" srcOrd="3" destOrd="0" parTransId="{0CC5199B-07D2-CA41-A714-BB975EEDA3F4}" sibTransId="{DC85B1B6-9BDA-274C-A420-B8DCEA9C125D}"/>
    <dgm:cxn modelId="{4663BB8D-91F2-EF4F-8954-6696B6F02E6A}" srcId="{D3FCCA01-11D4-4154-8E7D-251D8416F553}" destId="{91D5FEDB-7CF0-0944-923C-35190E6B8505}" srcOrd="2" destOrd="0" parTransId="{ED1505FA-90CB-D94C-AB44-4984AD8E8860}" sibTransId="{E3B367B7-B292-FF4C-8E85-238734A154EB}"/>
    <dgm:cxn modelId="{0EB5D2AD-5CEC-9647-8729-9F68C6150E32}" srcId="{D3FCCA01-11D4-4154-8E7D-251D8416F553}" destId="{454389DF-5528-6D48-9DC1-35164FE8C8CB}" srcOrd="4" destOrd="0" parTransId="{D535EF6B-5087-A945-8517-DEE413518983}" sibTransId="{851DE4CA-352E-E946-AF9C-5D23479CDF86}"/>
    <dgm:cxn modelId="{8F72D3E9-A12E-4123-94FC-5F0022FA130A}" srcId="{C498785C-476E-4072-9AEB-2FF5F7D8D3F3}" destId="{AE584CFD-BA80-4122-BBA2-7DF594D4488F}" srcOrd="2" destOrd="0" parTransId="{75D0D715-E939-43E5-B56D-2B491301F652}" sibTransId="{46B295E1-697A-4BC8-AE34-F573CCCFBE59}"/>
    <dgm:cxn modelId="{FE762084-CF7D-441E-8854-D7D0F71B1311}" type="presOf" srcId="{6DBCC0D7-ADA3-4421-A251-CFF248B5250C}" destId="{E000FE69-9172-4616-8075-4116017EA89E}" srcOrd="0" destOrd="0" presId="urn:microsoft.com/office/officeart/2005/8/layout/hList1"/>
    <dgm:cxn modelId="{F0FEFE96-DCFA-4F20-8C21-851E91029337}" srcId="{C498785C-476E-4072-9AEB-2FF5F7D8D3F3}" destId="{6DBCC0D7-ADA3-4421-A251-CFF248B5250C}" srcOrd="0" destOrd="0" parTransId="{027D917F-B93B-406D-A542-CFF52C80FB08}" sibTransId="{D9EAB63C-D35C-4F91-AF53-0557944B131D}"/>
    <dgm:cxn modelId="{1828E2B9-B196-CA4D-9BAD-AC5C6BAA67FB}" type="presOf" srcId="{7E6EFA8C-ED07-CA46-B8FB-651E87D710B8}" destId="{27636D81-BC42-4142-9F7C-9F3A65800600}" srcOrd="0" destOrd="3" presId="urn:microsoft.com/office/officeart/2005/8/layout/hList1"/>
    <dgm:cxn modelId="{E482712C-6F1F-497C-B4DB-76217EE4E572}" type="presOf" srcId="{5F16E470-7859-4F9B-BDFD-6D526E11DE39}" destId="{366BE028-35CA-44F6-9BB6-1520AC7B4AB1}" srcOrd="0" destOrd="0" presId="urn:microsoft.com/office/officeart/2005/8/layout/hList1"/>
    <dgm:cxn modelId="{063F06BE-1750-4C9B-95A8-5EAF29984B83}" srcId="{8BD13F80-706B-46F6-8822-4AD4B4942B6D}" destId="{0201021E-C91C-44A9-8109-4D7EF6867C90}" srcOrd="0" destOrd="0" parTransId="{0956AA0A-D4B5-4C40-92A2-7D8D05BBDBF2}" sibTransId="{39313A05-6C07-4F37-B47B-4EF7FC3F22C0}"/>
    <dgm:cxn modelId="{2A55A1FC-59E4-40B6-B5D9-8A11B0AE4058}" srcId="{5F16E470-7859-4F9B-BDFD-6D526E11DE39}" destId="{8BD13F80-706B-46F6-8822-4AD4B4942B6D}" srcOrd="1" destOrd="0" parTransId="{A9868D13-FAA3-4CFA-B9E9-CA8915C06E8B}" sibTransId="{5323DF97-DBA9-41EE-AD33-65D43451AEDE}"/>
    <dgm:cxn modelId="{FA2F3D81-DB3A-EF4A-B377-3400704B7C57}" type="presOf" srcId="{57AF64C2-6B82-6446-9439-DB9452FB5AFE}" destId="{27636D81-BC42-4142-9F7C-9F3A65800600}" srcOrd="0" destOrd="8" presId="urn:microsoft.com/office/officeart/2005/8/layout/hList1"/>
    <dgm:cxn modelId="{4CFFD16F-61AB-4A1D-80B1-1C5ED2C7EDAC}" type="presParOf" srcId="{366BE028-35CA-44F6-9BB6-1520AC7B4AB1}" destId="{3CFC2ECC-D022-4585-8A97-BF458B970E34}" srcOrd="0" destOrd="0" presId="urn:microsoft.com/office/officeart/2005/8/layout/hList1"/>
    <dgm:cxn modelId="{62611402-54C5-4690-85A1-E0F6929D3B92}" type="presParOf" srcId="{3CFC2ECC-D022-4585-8A97-BF458B970E34}" destId="{B97FDF05-634A-4F7C-8D89-EB7DB506895D}" srcOrd="0" destOrd="0" presId="urn:microsoft.com/office/officeart/2005/8/layout/hList1"/>
    <dgm:cxn modelId="{1F8E8EE6-6C72-4C3A-ABFB-144E09D6778B}" type="presParOf" srcId="{3CFC2ECC-D022-4585-8A97-BF458B970E34}" destId="{27636D81-BC42-4142-9F7C-9F3A65800600}" srcOrd="1" destOrd="0" presId="urn:microsoft.com/office/officeart/2005/8/layout/hList1"/>
    <dgm:cxn modelId="{A32204D9-0146-4431-8F7B-43526FF243D0}" type="presParOf" srcId="{366BE028-35CA-44F6-9BB6-1520AC7B4AB1}" destId="{FC102C00-5A7F-42F0-B638-5862056A6E49}" srcOrd="1" destOrd="0" presId="urn:microsoft.com/office/officeart/2005/8/layout/hList1"/>
    <dgm:cxn modelId="{5D88FD6E-B93D-44E8-9470-096CF86963B4}" type="presParOf" srcId="{366BE028-35CA-44F6-9BB6-1520AC7B4AB1}" destId="{F45DA74F-F40F-4060-8632-7EDE5B533E54}" srcOrd="2" destOrd="0" presId="urn:microsoft.com/office/officeart/2005/8/layout/hList1"/>
    <dgm:cxn modelId="{D80F9ED1-D272-4353-AABD-0D5644A9DEA0}" type="presParOf" srcId="{F45DA74F-F40F-4060-8632-7EDE5B533E54}" destId="{30EF3410-9F16-432C-AF4D-F8E09B044B49}" srcOrd="0" destOrd="0" presId="urn:microsoft.com/office/officeart/2005/8/layout/hList1"/>
    <dgm:cxn modelId="{5A814A4A-D556-421F-B71A-3B5990AD7DBB}" type="presParOf" srcId="{F45DA74F-F40F-4060-8632-7EDE5B533E54}" destId="{D4772B0D-1063-4CE1-B8BD-05A14DE46457}" srcOrd="1" destOrd="0" presId="urn:microsoft.com/office/officeart/2005/8/layout/hList1"/>
    <dgm:cxn modelId="{6C669E54-3DA7-4A57-A546-358A87C16DA7}" type="presParOf" srcId="{366BE028-35CA-44F6-9BB6-1520AC7B4AB1}" destId="{4493D5DF-4949-41C8-A384-6C007D56A7BE}" srcOrd="3" destOrd="0" presId="urn:microsoft.com/office/officeart/2005/8/layout/hList1"/>
    <dgm:cxn modelId="{C7CA0914-4E54-4CD2-975E-64027A0DBC25}" type="presParOf" srcId="{366BE028-35CA-44F6-9BB6-1520AC7B4AB1}" destId="{8F057C05-6CC9-48E6-9587-431F7ED78D31}" srcOrd="4" destOrd="0" presId="urn:microsoft.com/office/officeart/2005/8/layout/hList1"/>
    <dgm:cxn modelId="{94B0E1EA-4844-4FC5-B674-C83D383D6370}" type="presParOf" srcId="{8F057C05-6CC9-48E6-9587-431F7ED78D31}" destId="{6C5642ED-C368-4ACB-A19B-E4AB43EAF647}" srcOrd="0" destOrd="0" presId="urn:microsoft.com/office/officeart/2005/8/layout/hList1"/>
    <dgm:cxn modelId="{744BC7A6-D7AD-4729-96F1-EDCB5288C179}" type="presParOf" srcId="{8F057C05-6CC9-48E6-9587-431F7ED78D31}" destId="{E000FE69-9172-4616-8075-4116017EA8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92B0E-DDCD-4AB8-99B8-29B41E3EB2B1}">
      <dsp:nvSpPr>
        <dsp:cNvPr id="0" name=""/>
        <dsp:cNvSpPr/>
      </dsp:nvSpPr>
      <dsp:spPr>
        <a:xfrm>
          <a:off x="3119" y="568764"/>
          <a:ext cx="1875472" cy="718385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34925" cap="flat" cmpd="sng" algn="in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Versnellings-meter</a:t>
          </a:r>
          <a:endParaRPr lang="en-US" sz="2100" kern="1200" dirty="0"/>
        </a:p>
      </dsp:txBody>
      <dsp:txXfrm>
        <a:off x="3119" y="568764"/>
        <a:ext cx="1875472" cy="718385"/>
      </dsp:txXfrm>
    </dsp:sp>
    <dsp:sp modelId="{D78E51D5-86BF-479A-9842-791C65BF9123}">
      <dsp:nvSpPr>
        <dsp:cNvPr id="0" name=""/>
        <dsp:cNvSpPr/>
      </dsp:nvSpPr>
      <dsp:spPr>
        <a:xfrm>
          <a:off x="3119" y="1287150"/>
          <a:ext cx="1875472" cy="2824605"/>
        </a:xfrm>
        <a:prstGeom prst="rect">
          <a:avLst/>
        </a:prstGeom>
        <a:solidFill>
          <a:schemeClr val="tx2">
            <a:lumMod val="25000"/>
            <a:lumOff val="75000"/>
            <a:alpha val="9000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100" kern="1200" dirty="0"/>
            <a:t>Neem </a:t>
          </a:r>
          <a:r>
            <a:rPr lang="en-ZA" sz="2100" kern="1200" dirty="0" err="1"/>
            <a:t>beweging</a:t>
          </a:r>
          <a:r>
            <a:rPr lang="en-ZA" sz="2100" kern="1200" dirty="0"/>
            <a:t> </a:t>
          </a:r>
          <a:r>
            <a:rPr lang="en-ZA" sz="2100" kern="1200" dirty="0" err="1"/>
            <a:t>waar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/>
            <a:t>Verander</a:t>
          </a:r>
          <a:r>
            <a:rPr lang="en-US" sz="2100" kern="1200"/>
            <a:t>  </a:t>
          </a:r>
          <a:r>
            <a:rPr lang="en-US" sz="2100" kern="1200" dirty="0" err="1"/>
            <a:t>oriëntasie</a:t>
          </a:r>
          <a:r>
            <a:rPr lang="en-US" sz="2100" kern="1200" dirty="0"/>
            <a:t> </a:t>
          </a:r>
          <a:r>
            <a:rPr lang="en-US" sz="2100" kern="1200"/>
            <a:t>van skerm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Dien</a:t>
          </a:r>
          <a:r>
            <a:rPr lang="en-US" sz="2100" kern="1200" dirty="0"/>
            <a:t> as </a:t>
          </a:r>
          <a:r>
            <a:rPr lang="en-US" sz="2100" kern="1200" dirty="0" err="1"/>
            <a:t>speletjiebe-heerder</a:t>
          </a:r>
          <a:endParaRPr lang="en-US" sz="2100" kern="1200" dirty="0"/>
        </a:p>
      </dsp:txBody>
      <dsp:txXfrm>
        <a:off x="3119" y="1287150"/>
        <a:ext cx="1875472" cy="2824605"/>
      </dsp:txXfrm>
    </dsp:sp>
    <dsp:sp modelId="{446EE2BF-B7D2-4A2B-BA1F-B40F65067927}">
      <dsp:nvSpPr>
        <dsp:cNvPr id="0" name=""/>
        <dsp:cNvSpPr/>
      </dsp:nvSpPr>
      <dsp:spPr>
        <a:xfrm>
          <a:off x="2141158" y="568764"/>
          <a:ext cx="1875472" cy="71838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Temperatuur</a:t>
          </a:r>
          <a:r>
            <a:rPr lang="en-US" sz="2100" kern="1200" dirty="0"/>
            <a:t>-sensor</a:t>
          </a:r>
        </a:p>
      </dsp:txBody>
      <dsp:txXfrm>
        <a:off x="2141158" y="568764"/>
        <a:ext cx="1875472" cy="718385"/>
      </dsp:txXfrm>
    </dsp:sp>
    <dsp:sp modelId="{5D6D168D-FCEA-4ADF-9C7E-753AC65E5536}">
      <dsp:nvSpPr>
        <dsp:cNvPr id="0" name=""/>
        <dsp:cNvSpPr/>
      </dsp:nvSpPr>
      <dsp:spPr>
        <a:xfrm>
          <a:off x="2141158" y="1287150"/>
          <a:ext cx="1875472" cy="28246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Beskerm</a:t>
          </a:r>
          <a:r>
            <a:rPr lang="en-US" sz="2100" kern="1200" dirty="0"/>
            <a:t> </a:t>
          </a:r>
          <a:r>
            <a:rPr lang="en-US" sz="2100" kern="1200" dirty="0" err="1"/>
            <a:t>elektronika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Skakel</a:t>
          </a:r>
          <a:r>
            <a:rPr lang="en-US" sz="2100" kern="1200" dirty="0"/>
            <a:t> </a:t>
          </a:r>
          <a:r>
            <a:rPr lang="en-US" sz="2100" kern="1200" dirty="0" err="1"/>
            <a:t>toestel</a:t>
          </a:r>
          <a:r>
            <a:rPr lang="en-US" sz="2100" kern="1200" dirty="0"/>
            <a:t> </a:t>
          </a:r>
          <a:r>
            <a:rPr lang="en-US" sz="2100" kern="1200" dirty="0" err="1"/>
            <a:t>af</a:t>
          </a:r>
          <a:r>
            <a:rPr lang="en-US" sz="2100" kern="1200" dirty="0"/>
            <a:t> </a:t>
          </a:r>
          <a:r>
            <a:rPr lang="en-US" sz="2100" kern="1200" err="1"/>
            <a:t>wanneer</a:t>
          </a:r>
          <a:r>
            <a:rPr lang="en-US" sz="2100" kern="1200"/>
            <a:t> te warm </a:t>
          </a:r>
          <a:endParaRPr lang="en-US" sz="2100" kern="1200" dirty="0"/>
        </a:p>
      </dsp:txBody>
      <dsp:txXfrm>
        <a:off x="2141158" y="1287150"/>
        <a:ext cx="1875472" cy="2824605"/>
      </dsp:txXfrm>
    </dsp:sp>
    <dsp:sp modelId="{FF54CD58-2125-4A91-A479-0DC5EA28947D}">
      <dsp:nvSpPr>
        <dsp:cNvPr id="0" name=""/>
        <dsp:cNvSpPr/>
      </dsp:nvSpPr>
      <dsp:spPr>
        <a:xfrm>
          <a:off x="4279197" y="568764"/>
          <a:ext cx="1875472" cy="7183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Ligsensor</a:t>
          </a:r>
          <a:endParaRPr lang="en-US" sz="2100" kern="1200" dirty="0"/>
        </a:p>
      </dsp:txBody>
      <dsp:txXfrm>
        <a:off x="4279197" y="568764"/>
        <a:ext cx="1875472" cy="718385"/>
      </dsp:txXfrm>
    </dsp:sp>
    <dsp:sp modelId="{C0DC225E-8F50-4562-9BE4-F8371AB03081}">
      <dsp:nvSpPr>
        <dsp:cNvPr id="0" name=""/>
        <dsp:cNvSpPr/>
      </dsp:nvSpPr>
      <dsp:spPr>
        <a:xfrm>
          <a:off x="4279197" y="1287150"/>
          <a:ext cx="1875472" cy="28246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Pas </a:t>
          </a:r>
          <a:r>
            <a:rPr lang="en-US" sz="2100" kern="1200" dirty="0" err="1"/>
            <a:t>helderheid</a:t>
          </a:r>
          <a:r>
            <a:rPr lang="en-US" sz="2100" kern="1200" dirty="0"/>
            <a:t> </a:t>
          </a:r>
          <a:r>
            <a:rPr lang="en-US" sz="2100" kern="1200"/>
            <a:t>van skerm </a:t>
          </a:r>
          <a:r>
            <a:rPr lang="en-US" sz="2100" kern="1200" dirty="0" err="1"/>
            <a:t>aan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/>
            <a:t>Kan</a:t>
          </a:r>
          <a:r>
            <a:rPr lang="en-US" sz="2100" kern="1200"/>
            <a:t> skerm </a:t>
          </a:r>
          <a:r>
            <a:rPr lang="en-US" sz="2100" kern="1200" dirty="0" err="1"/>
            <a:t>afskakel</a:t>
          </a:r>
          <a:endParaRPr lang="en-US" sz="2100" kern="1200" dirty="0"/>
        </a:p>
      </dsp:txBody>
      <dsp:txXfrm>
        <a:off x="4279197" y="1287150"/>
        <a:ext cx="1875472" cy="2824605"/>
      </dsp:txXfrm>
    </dsp:sp>
    <dsp:sp modelId="{8B84B31D-F691-44EF-8E38-C421365EA2F2}">
      <dsp:nvSpPr>
        <dsp:cNvPr id="0" name=""/>
        <dsp:cNvSpPr/>
      </dsp:nvSpPr>
      <dsp:spPr>
        <a:xfrm>
          <a:off x="6417236" y="568764"/>
          <a:ext cx="1875472" cy="7183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Elektroniese</a:t>
          </a:r>
          <a:r>
            <a:rPr lang="en-US" sz="2100" kern="1200" dirty="0"/>
            <a:t> </a:t>
          </a:r>
          <a:r>
            <a:rPr lang="en-US" sz="2100" kern="1200" dirty="0" err="1"/>
            <a:t>kompas</a:t>
          </a:r>
          <a:endParaRPr lang="en-US" sz="2100" kern="1200" dirty="0"/>
        </a:p>
      </dsp:txBody>
      <dsp:txXfrm>
        <a:off x="6417236" y="568764"/>
        <a:ext cx="1875472" cy="718385"/>
      </dsp:txXfrm>
    </dsp:sp>
    <dsp:sp modelId="{89790B01-9BEF-4E43-9F09-96A95036B565}">
      <dsp:nvSpPr>
        <dsp:cNvPr id="0" name=""/>
        <dsp:cNvSpPr/>
      </dsp:nvSpPr>
      <dsp:spPr>
        <a:xfrm>
          <a:off x="6417236" y="1287150"/>
          <a:ext cx="1875472" cy="282460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/>
            <a:t>Wys</a:t>
          </a:r>
          <a:r>
            <a:rPr lang="en-US" sz="2100" kern="1200"/>
            <a:t> rigting </a:t>
          </a:r>
          <a:r>
            <a:rPr lang="en-US" sz="2100" kern="1200" err="1"/>
            <a:t>waarin</a:t>
          </a:r>
          <a:r>
            <a:rPr lang="en-US" sz="2100" kern="1200"/>
            <a:t> toestel </a:t>
          </a:r>
          <a:r>
            <a:rPr lang="en-US" sz="2100" kern="1200" dirty="0" err="1"/>
            <a:t>gedraai</a:t>
          </a:r>
          <a:r>
            <a:rPr lang="en-US" sz="2100" kern="1200" dirty="0"/>
            <a:t> is</a:t>
          </a:r>
        </a:p>
      </dsp:txBody>
      <dsp:txXfrm>
        <a:off x="6417236" y="1287150"/>
        <a:ext cx="1875472" cy="28246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DF05-634A-4F7C-8D89-EB7DB506895D}">
      <dsp:nvSpPr>
        <dsp:cNvPr id="0" name=""/>
        <dsp:cNvSpPr/>
      </dsp:nvSpPr>
      <dsp:spPr>
        <a:xfrm>
          <a:off x="2333" y="622802"/>
          <a:ext cx="2275284" cy="5450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b="1" kern="1200" dirty="0" err="1"/>
            <a:t>Toevoer</a:t>
          </a:r>
          <a:r>
            <a:rPr lang="en-ZA" sz="1600" b="1" kern="1200" dirty="0"/>
            <a:t>- </a:t>
          </a:r>
          <a:r>
            <a:rPr lang="en-ZA" sz="1600" b="1" kern="1200" dirty="0" err="1"/>
            <a:t>en</a:t>
          </a:r>
          <a:r>
            <a:rPr lang="en-ZA" sz="1600" b="1" kern="1200" dirty="0"/>
            <a:t> </a:t>
          </a:r>
          <a:r>
            <a:rPr lang="en-ZA" sz="1600" b="1" kern="1200" dirty="0" err="1"/>
            <a:t>afvoertoestelle</a:t>
          </a:r>
          <a:r>
            <a:rPr lang="en-ZA" sz="1600" b="1" kern="1200" dirty="0"/>
            <a:t> </a:t>
          </a:r>
        </a:p>
      </dsp:txBody>
      <dsp:txXfrm>
        <a:off x="2333" y="622802"/>
        <a:ext cx="2275284" cy="545046"/>
      </dsp:txXfrm>
    </dsp:sp>
    <dsp:sp modelId="{27636D81-BC42-4142-9F7C-9F3A65800600}">
      <dsp:nvSpPr>
        <dsp:cNvPr id="0" name=""/>
        <dsp:cNvSpPr/>
      </dsp:nvSpPr>
      <dsp:spPr>
        <a:xfrm>
          <a:off x="2333" y="1167848"/>
          <a:ext cx="2275284" cy="31622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Wysertoestelle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Sensors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Speletjietoestelle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Digitale</a:t>
          </a:r>
          <a:r>
            <a:rPr lang="en-GB" sz="1600" kern="1200" dirty="0"/>
            <a:t> </a:t>
          </a:r>
          <a:r>
            <a:rPr lang="en-GB" sz="1600" kern="1200" dirty="0" err="1"/>
            <a:t>kameras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Skandeerders</a:t>
          </a:r>
          <a:r>
            <a:rPr lang="en-GB" sz="1600" kern="1200" dirty="0"/>
            <a:t> </a:t>
          </a:r>
          <a:r>
            <a:rPr lang="en-GB" sz="1600" kern="1200" dirty="0" err="1"/>
            <a:t>en</a:t>
          </a:r>
          <a:r>
            <a:rPr lang="en-GB" sz="1600" kern="1200" dirty="0"/>
            <a:t> </a:t>
          </a:r>
          <a:r>
            <a:rPr lang="en-GB" sz="1600" kern="1200" dirty="0" err="1"/>
            <a:t>leestoestelle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Video- </a:t>
          </a:r>
          <a:r>
            <a:rPr lang="en-GB" sz="1600" kern="1200" dirty="0" err="1"/>
            <a:t>en</a:t>
          </a:r>
          <a:r>
            <a:rPr lang="en-GB" sz="1600" kern="1200" dirty="0"/>
            <a:t> </a:t>
          </a:r>
          <a:r>
            <a:rPr lang="en-GB" sz="1600" kern="1200" dirty="0" err="1"/>
            <a:t>klanktoevoer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Klankafvoer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 err="1"/>
            <a:t>Dataprojektors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/>
            <a:t>Multifunksiedrukkers</a:t>
          </a:r>
          <a:endParaRPr lang="en-GB" sz="1600" kern="1200" dirty="0"/>
        </a:p>
      </dsp:txBody>
      <dsp:txXfrm>
        <a:off x="2333" y="1167848"/>
        <a:ext cx="2275284" cy="3162240"/>
      </dsp:txXfrm>
    </dsp:sp>
    <dsp:sp modelId="{30EF3410-9F16-432C-AF4D-F8E09B044B49}">
      <dsp:nvSpPr>
        <dsp:cNvPr id="0" name=""/>
        <dsp:cNvSpPr/>
      </dsp:nvSpPr>
      <dsp:spPr>
        <a:xfrm>
          <a:off x="2596157" y="622802"/>
          <a:ext cx="2275284" cy="5450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b="1" kern="1200" dirty="0" err="1"/>
            <a:t>Stoortoestelle</a:t>
          </a:r>
          <a:r>
            <a:rPr lang="en-ZA" sz="1600" b="1" kern="1200" dirty="0"/>
            <a:t> </a:t>
          </a:r>
          <a:r>
            <a:rPr lang="en-ZA" sz="1600" b="1" kern="1200" dirty="0" err="1"/>
            <a:t>en</a:t>
          </a:r>
          <a:r>
            <a:rPr lang="en-ZA" sz="1600" b="1" kern="1200" dirty="0"/>
            <a:t> </a:t>
          </a:r>
          <a:br>
            <a:rPr lang="en-ZA" sz="1600" b="1" kern="1200" dirty="0"/>
          </a:br>
          <a:r>
            <a:rPr lang="en-ZA" sz="1600" b="1" kern="1200" dirty="0"/>
            <a:t>-media</a:t>
          </a:r>
        </a:p>
      </dsp:txBody>
      <dsp:txXfrm>
        <a:off x="2596157" y="622802"/>
        <a:ext cx="2275284" cy="545046"/>
      </dsp:txXfrm>
    </dsp:sp>
    <dsp:sp modelId="{D4772B0D-1063-4CE1-B8BD-05A14DE46457}">
      <dsp:nvSpPr>
        <dsp:cNvPr id="0" name=""/>
        <dsp:cNvSpPr/>
      </dsp:nvSpPr>
      <dsp:spPr>
        <a:xfrm>
          <a:off x="2596157" y="1167848"/>
          <a:ext cx="2275284" cy="31622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600" kern="1200" dirty="0"/>
            <a:t>CD, DVD, Blu-ray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600" kern="1200" dirty="0" err="1"/>
            <a:t>Geheuekaarte</a:t>
          </a:r>
          <a:endParaRPr lang="en-US" sz="1600" kern="1200" dirty="0"/>
        </a:p>
      </dsp:txBody>
      <dsp:txXfrm>
        <a:off x="2596157" y="1167848"/>
        <a:ext cx="2275284" cy="3162240"/>
      </dsp:txXfrm>
    </dsp:sp>
    <dsp:sp modelId="{6C5642ED-C368-4ACB-A19B-E4AB43EAF647}">
      <dsp:nvSpPr>
        <dsp:cNvPr id="0" name=""/>
        <dsp:cNvSpPr/>
      </dsp:nvSpPr>
      <dsp:spPr>
        <a:xfrm>
          <a:off x="5189981" y="622802"/>
          <a:ext cx="2275284" cy="5450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b="1" kern="1200" dirty="0" err="1"/>
            <a:t>Verwerking</a:t>
          </a:r>
          <a:endParaRPr lang="en-ZA" sz="1600" b="1" kern="1200" dirty="0"/>
        </a:p>
      </dsp:txBody>
      <dsp:txXfrm>
        <a:off x="5189981" y="622802"/>
        <a:ext cx="2275284" cy="545046"/>
      </dsp:txXfrm>
    </dsp:sp>
    <dsp:sp modelId="{E000FE69-9172-4616-8075-4116017EA89E}">
      <dsp:nvSpPr>
        <dsp:cNvPr id="0" name=""/>
        <dsp:cNvSpPr/>
      </dsp:nvSpPr>
      <dsp:spPr>
        <a:xfrm>
          <a:off x="5189981" y="1167848"/>
          <a:ext cx="2275284" cy="31622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ZA" sz="1600" kern="1200" dirty="0" err="1"/>
            <a:t>Moederbord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ZA" sz="1600" kern="1200" dirty="0"/>
            <a:t>SVE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RAM </a:t>
          </a:r>
          <a:r>
            <a:rPr lang="en-GB" sz="1600" kern="1200" dirty="0" err="1"/>
            <a:t>en</a:t>
          </a:r>
          <a:r>
            <a:rPr lang="en-GB" sz="1600" kern="1200" dirty="0"/>
            <a:t> ROM</a:t>
          </a:r>
        </a:p>
      </dsp:txBody>
      <dsp:txXfrm>
        <a:off x="5189981" y="1167848"/>
        <a:ext cx="2275284" cy="316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51471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5655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11552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1815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4860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6461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15425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3332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380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04460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58014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12679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9740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3382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5581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5408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9470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06471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0107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61973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3688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181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965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73718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88580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02953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1994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76638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55445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5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70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3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8026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926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6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18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391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0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7.xml"/><Relationship Id="rId7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10" Type="http://schemas.openxmlformats.org/officeDocument/2006/relationships/slide" Target="slide20.xml"/><Relationship Id="rId4" Type="http://schemas.openxmlformats.org/officeDocument/2006/relationships/slide" Target="slide8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6.xml"/><Relationship Id="rId4" Type="http://schemas.openxmlformats.org/officeDocument/2006/relationships/slide" Target="slide24.xml"/><Relationship Id="rId9" Type="http://schemas.openxmlformats.org/officeDocument/2006/relationships/slide" Target="slide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259632" y="1484784"/>
            <a:ext cx="7300339" cy="2880320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sz="4800" dirty="0"/>
              <a:t>Module 1.7</a:t>
            </a:r>
            <a:br>
              <a:rPr lang="en-US" sz="4800" dirty="0"/>
            </a:b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 err="1">
                <a:solidFill>
                  <a:srgbClr val="C00000"/>
                </a:solidFill>
              </a:rPr>
              <a:t>uitgebreide</a:t>
            </a:r>
            <a:r>
              <a:rPr lang="en-US" sz="4800" dirty="0">
                <a:solidFill>
                  <a:srgbClr val="C00000"/>
                </a:solidFill>
              </a:rPr>
              <a:t> </a:t>
            </a:r>
            <a:r>
              <a:rPr lang="en-US" sz="4800" dirty="0" err="1">
                <a:solidFill>
                  <a:srgbClr val="C00000"/>
                </a:solidFill>
              </a:rPr>
              <a:t>konsepte</a:t>
            </a:r>
            <a:r>
              <a:rPr lang="en-US" sz="4800" dirty="0">
                <a:solidFill>
                  <a:srgbClr val="C00000"/>
                </a:solidFill>
              </a:rPr>
              <a:t> van </a:t>
            </a:r>
            <a:r>
              <a:rPr lang="en-US" sz="4800" dirty="0" err="1">
                <a:solidFill>
                  <a:srgbClr val="C00000"/>
                </a:solidFill>
              </a:rPr>
              <a:t>hardeware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005064"/>
            <a:ext cx="1224136" cy="17396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332656"/>
            <a:ext cx="7200900" cy="1485900"/>
          </a:xfrm>
        </p:spPr>
        <p:txBody>
          <a:bodyPr/>
          <a:lstStyle/>
          <a:p>
            <a:r>
              <a:rPr lang="en-ZA" dirty="0" err="1">
                <a:solidFill>
                  <a:schemeClr val="tx1"/>
                </a:solidFill>
              </a:rPr>
              <a:t>Inhoud</a:t>
            </a:r>
            <a:r>
              <a:rPr lang="en-ZA" dirty="0">
                <a:solidFill>
                  <a:schemeClr val="tx1"/>
                </a:solidFill>
              </a:rPr>
              <a:t>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24794"/>
            <a:ext cx="6840760" cy="5328592"/>
          </a:xfrm>
        </p:spPr>
        <p:txBody>
          <a:bodyPr>
            <a:normAutofit fontScale="92500" lnSpcReduction="10000"/>
          </a:bodyPr>
          <a:lstStyle/>
          <a:p>
            <a:r>
              <a:rPr lang="en-GB" sz="3600" dirty="0" err="1">
                <a:solidFill>
                  <a:schemeClr val="tx1"/>
                </a:solidFill>
              </a:rPr>
              <a:t>Toevoer</a:t>
            </a:r>
            <a:r>
              <a:rPr lang="en-GB" sz="3600" dirty="0">
                <a:solidFill>
                  <a:schemeClr val="tx1"/>
                </a:solidFill>
              </a:rPr>
              <a:t>- </a:t>
            </a:r>
            <a:r>
              <a:rPr lang="en-GB" sz="3600" dirty="0" err="1">
                <a:solidFill>
                  <a:schemeClr val="tx1"/>
                </a:solidFill>
              </a:rPr>
              <a:t>en</a:t>
            </a:r>
            <a:r>
              <a:rPr lang="en-GB" sz="3600" dirty="0">
                <a:solidFill>
                  <a:schemeClr val="tx1"/>
                </a:solidFill>
              </a:rPr>
              <a:t> </a:t>
            </a:r>
            <a:r>
              <a:rPr lang="en-GB" sz="3600" dirty="0" err="1">
                <a:solidFill>
                  <a:schemeClr val="tx1"/>
                </a:solidFill>
              </a:rPr>
              <a:t>afvoertoestelle</a:t>
            </a:r>
            <a:endParaRPr lang="en-GB" sz="3600" dirty="0">
              <a:solidFill>
                <a:schemeClr val="tx1"/>
              </a:solidFill>
            </a:endParaRPr>
          </a:p>
          <a:p>
            <a:pPr lvl="1"/>
            <a:r>
              <a:rPr lang="en-GB" sz="3200" dirty="0">
                <a:hlinkClick r:id="rId2" action="ppaction://hlinksldjump"/>
              </a:rPr>
              <a:t>Wysertoestelle</a:t>
            </a:r>
            <a:r>
              <a:rPr lang="en-GB" sz="3200" dirty="0"/>
              <a:t> </a:t>
            </a:r>
          </a:p>
          <a:p>
            <a:pPr lvl="1"/>
            <a:r>
              <a:rPr lang="en-GB" sz="3200" dirty="0">
                <a:hlinkClick r:id="rId3" action="ppaction://hlinksldjump"/>
              </a:rPr>
              <a:t>Sensors</a:t>
            </a:r>
            <a:endParaRPr lang="en-GB" sz="3200" dirty="0"/>
          </a:p>
          <a:p>
            <a:pPr lvl="1"/>
            <a:r>
              <a:rPr lang="en-GB" sz="3200" dirty="0">
                <a:hlinkClick r:id="rId4" action="ppaction://hlinksldjump"/>
              </a:rPr>
              <a:t>Speletjietoestelle</a:t>
            </a:r>
            <a:endParaRPr lang="en-GB" sz="3200" dirty="0"/>
          </a:p>
          <a:p>
            <a:pPr lvl="1"/>
            <a:r>
              <a:rPr lang="en-GB" sz="3200" dirty="0">
                <a:hlinkClick r:id="rId5" action="ppaction://hlinksldjump"/>
              </a:rPr>
              <a:t>Digitale kameras</a:t>
            </a:r>
            <a:endParaRPr lang="en-GB" sz="3200" dirty="0"/>
          </a:p>
          <a:p>
            <a:pPr lvl="1"/>
            <a:r>
              <a:rPr lang="en-GB" sz="3200" dirty="0">
                <a:hlinkClick r:id="rId6" action="ppaction://hlinksldjump"/>
              </a:rPr>
              <a:t>Skandeerders en leestoestelle</a:t>
            </a:r>
            <a:endParaRPr lang="en-GB" sz="3200" dirty="0"/>
          </a:p>
          <a:p>
            <a:pPr lvl="1"/>
            <a:r>
              <a:rPr lang="en-GB" sz="3200" dirty="0">
                <a:hlinkClick r:id="rId7" action="ppaction://hlinksldjump"/>
              </a:rPr>
              <a:t>Video- en klanktoevoer</a:t>
            </a:r>
            <a:endParaRPr lang="en-GB" sz="3200" dirty="0"/>
          </a:p>
          <a:p>
            <a:pPr lvl="1"/>
            <a:r>
              <a:rPr lang="en-GB" sz="3200" dirty="0">
                <a:hlinkClick r:id="rId8" action="ppaction://hlinksldjump"/>
              </a:rPr>
              <a:t>Klankafvoer</a:t>
            </a:r>
            <a:endParaRPr lang="en-GB" sz="3200" dirty="0"/>
          </a:p>
          <a:p>
            <a:pPr lvl="1"/>
            <a:r>
              <a:rPr lang="en-GB" sz="3200" dirty="0">
                <a:hlinkClick r:id="rId9" action="ppaction://hlinksldjump"/>
              </a:rPr>
              <a:t>Dataprojektors</a:t>
            </a:r>
            <a:endParaRPr lang="en-GB" sz="3200" dirty="0"/>
          </a:p>
          <a:p>
            <a:pPr lvl="1"/>
            <a:r>
              <a:rPr lang="en-GB" sz="3200" dirty="0">
                <a:hlinkClick r:id="rId10" action="ppaction://hlinksldjump"/>
              </a:rPr>
              <a:t>Multifunksiedrukkers</a:t>
            </a:r>
            <a:endParaRPr lang="en-GB" sz="3200" dirty="0"/>
          </a:p>
          <a:p>
            <a:pPr lvl="1"/>
            <a:r>
              <a:rPr lang="en-GB" sz="3200" dirty="0">
                <a:hlinkClick r:id="rId10" action="ppaction://hlinksldjump"/>
              </a:rPr>
              <a:t>Faksmasjiene</a:t>
            </a:r>
            <a:endParaRPr lang="en-GB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332656"/>
            <a:ext cx="7200900" cy="1485900"/>
          </a:xfrm>
        </p:spPr>
        <p:txBody>
          <a:bodyPr/>
          <a:lstStyle/>
          <a:p>
            <a:r>
              <a:rPr lang="en-ZA" dirty="0" err="1">
                <a:solidFill>
                  <a:schemeClr val="tx1"/>
                </a:solidFill>
              </a:rPr>
              <a:t>Inhoud</a:t>
            </a:r>
            <a:r>
              <a:rPr lang="en-ZA" dirty="0">
                <a:solidFill>
                  <a:schemeClr val="tx1"/>
                </a:solidFill>
              </a:rPr>
              <a:t> (2)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43608" y="1055358"/>
            <a:ext cx="7728588" cy="5325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3600" dirty="0" err="1"/>
              <a:t>Stoortoestelle</a:t>
            </a:r>
            <a:r>
              <a:rPr lang="en-ZA" sz="3600" dirty="0"/>
              <a:t> </a:t>
            </a:r>
            <a:r>
              <a:rPr lang="en-ZA" sz="3600" dirty="0" err="1"/>
              <a:t>en</a:t>
            </a:r>
            <a:r>
              <a:rPr lang="en-ZA" sz="3600" dirty="0"/>
              <a:t> -media</a:t>
            </a:r>
          </a:p>
          <a:p>
            <a:pPr lvl="1"/>
            <a:r>
              <a:rPr lang="en-US" sz="2900" dirty="0">
                <a:hlinkClick r:id="rId2" action="ppaction://hlinksldjump"/>
              </a:rPr>
              <a:t>CD, DVD, Blu-ray</a:t>
            </a:r>
            <a:endParaRPr lang="en-US" sz="2900" dirty="0"/>
          </a:p>
          <a:p>
            <a:pPr lvl="1"/>
            <a:r>
              <a:rPr lang="en-US" sz="2900" dirty="0">
                <a:hlinkClick r:id="rId3" action="ppaction://hlinksldjump"/>
              </a:rPr>
              <a:t>Geheuekaarte</a:t>
            </a:r>
            <a:endParaRPr lang="en-US" sz="2900" dirty="0"/>
          </a:p>
          <a:p>
            <a:pPr lvl="1"/>
            <a:r>
              <a:rPr lang="en-US" sz="2900" dirty="0">
                <a:hlinkClick r:id="rId4" action="ppaction://hlinksldjump"/>
              </a:rPr>
              <a:t>Versorging van ’n rekenaarstelsel</a:t>
            </a:r>
            <a:endParaRPr lang="en-ZA" sz="2900" dirty="0"/>
          </a:p>
          <a:p>
            <a:r>
              <a:rPr lang="en-GB" sz="3600" dirty="0">
                <a:hlinkClick r:id="rId5" action="ppaction://hlinksldjump"/>
              </a:rPr>
              <a:t>Verwerking – Moederbord</a:t>
            </a:r>
            <a:endParaRPr lang="en-GB" sz="3600" dirty="0"/>
          </a:p>
          <a:p>
            <a:pPr lvl="1"/>
            <a:r>
              <a:rPr lang="en-GB" sz="3400" dirty="0">
                <a:hlinkClick r:id="rId6" action="ppaction://hlinksldjump"/>
              </a:rPr>
              <a:t>SVE</a:t>
            </a:r>
            <a:endParaRPr lang="en-GB" sz="3400" dirty="0"/>
          </a:p>
          <a:p>
            <a:pPr lvl="1"/>
            <a:r>
              <a:rPr lang="en-GB" sz="3400" dirty="0">
                <a:hlinkClick r:id="rId7" action="ppaction://hlinksldjump"/>
              </a:rPr>
              <a:t>RAM en ROM</a:t>
            </a:r>
            <a:endParaRPr lang="en-GB" sz="3400" dirty="0"/>
          </a:p>
          <a:p>
            <a:r>
              <a:rPr lang="en-ZA" sz="3800" dirty="0">
                <a:hlinkClick r:id="rId8" action="ppaction://hlinksldjump"/>
              </a:rPr>
              <a:t>Toets </a:t>
            </a:r>
            <a:r>
              <a:rPr lang="en-ZA" sz="3800">
                <a:hlinkClick r:id="rId8" action="ppaction://hlinksldjump"/>
              </a:rPr>
              <a:t>en verbeter</a:t>
            </a:r>
            <a:endParaRPr lang="en-ZA" sz="3800" dirty="0"/>
          </a:p>
          <a:p>
            <a:r>
              <a:rPr lang="en-ZA" sz="3600">
                <a:hlinkClick r:id="rId9" action="ppaction://hlinksldjump"/>
              </a:rPr>
              <a:t>Module-aktiwiteit</a:t>
            </a:r>
            <a:endParaRPr lang="en-ZA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860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452521" y="5169386"/>
            <a:ext cx="29437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err="1">
                <a:ea typeface="Calibri" pitchFamily="34" charset="0"/>
                <a:cs typeface="Arial" pitchFamily="34" charset="0"/>
              </a:rPr>
              <a:t>R</a:t>
            </a:r>
            <a:r>
              <a:rPr kumimoji="0" lang="en-GB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aakblad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  </a:t>
            </a:r>
            <a:b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GB" sz="200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druksensitiewe</a:t>
            </a:r>
            <a:r>
              <a:rPr kumimoji="0" lang="en-GB" sz="200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GB" sz="200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oppervlak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452521" y="4369722"/>
            <a:ext cx="314327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err="1" bmk="">
                <a:ea typeface="Calibri" pitchFamily="34" charset="0"/>
                <a:cs typeface="Arial" pitchFamily="34" charset="0"/>
              </a:rPr>
              <a:t>Wyserstokkie</a:t>
            </a:r>
            <a: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 </a:t>
            </a:r>
            <a:br>
              <a:rPr kumimoji="0" lang="en-GB" sz="20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GB" sz="200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alternatief</a:t>
            </a:r>
            <a:r>
              <a:rPr kumimoji="0" lang="en-GB" sz="200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GB" sz="200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vir</a:t>
            </a:r>
            <a:r>
              <a:rPr kumimoji="0" lang="en-GB" sz="200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’n </a:t>
            </a:r>
            <a:r>
              <a:rPr kumimoji="0" lang="en-GB" sz="200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muis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283" y="282258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Wysertoestelle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042" y="3783017"/>
            <a:ext cx="2237318" cy="2731392"/>
          </a:xfrm>
          <a:prstGeom prst="rect">
            <a:avLst/>
          </a:prstGeom>
        </p:spPr>
      </p:pic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457024" y="6041388"/>
            <a:ext cx="2198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Raakbladknoppies</a:t>
            </a:r>
            <a:endParaRPr kumimoji="0" 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3779912" y="4540546"/>
            <a:ext cx="2913789" cy="183697"/>
          </a:xfrm>
          <a:prstGeom prst="straightConnector1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4608065" y="5645932"/>
            <a:ext cx="2085636" cy="1335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3779912" y="6224612"/>
            <a:ext cx="25922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4126653" y="2754851"/>
            <a:ext cx="14483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b="1" dirty="0" err="1">
                <a:cs typeface="Arial" pitchFamily="34" charset="0"/>
              </a:rPr>
              <a:t>Muis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019" y="1844824"/>
            <a:ext cx="2273963" cy="2332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Action Button: Home 4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1506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19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2411760" y="4891226"/>
            <a:ext cx="331236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Trackball</a:t>
            </a:r>
            <a:r>
              <a:rPr kumimoji="0" lang="en-GB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</a:t>
            </a:r>
            <a:br>
              <a:rPr kumimoji="0" lang="en-GB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lang="en-GB" sz="2200" dirty="0">
                <a:ea typeface="Calibri" pitchFamily="34" charset="0"/>
                <a:cs typeface="Arial" pitchFamily="34" charset="0"/>
              </a:rPr>
              <a:t>Groot </a:t>
            </a:r>
            <a:r>
              <a:rPr lang="en-GB" sz="2200" dirty="0" err="1">
                <a:ea typeface="Calibri" pitchFamily="34" charset="0"/>
                <a:cs typeface="Arial" pitchFamily="34" charset="0"/>
              </a:rPr>
              <a:t>bal</a:t>
            </a:r>
            <a:r>
              <a:rPr lang="en-GB" sz="2200" dirty="0">
                <a:ea typeface="Calibri" pitchFamily="34" charset="0"/>
                <a:cs typeface="Arial" pitchFamily="34" charset="0"/>
              </a:rPr>
              <a:t> wat met die </a:t>
            </a:r>
            <a:r>
              <a:rPr lang="en-GB" sz="2200" dirty="0" err="1">
                <a:ea typeface="Calibri" pitchFamily="34" charset="0"/>
                <a:cs typeface="Arial" pitchFamily="34" charset="0"/>
              </a:rPr>
              <a:t>duim</a:t>
            </a:r>
            <a:r>
              <a:rPr lang="en-GB" sz="2200" dirty="0">
                <a:ea typeface="Calibri" pitchFamily="34" charset="0"/>
                <a:cs typeface="Arial" pitchFamily="34" charset="0"/>
              </a:rPr>
              <a:t> </a:t>
            </a:r>
            <a:r>
              <a:rPr lang="en-GB" sz="2200" dirty="0" err="1">
                <a:ea typeface="Calibri" pitchFamily="34" charset="0"/>
                <a:cs typeface="Arial" pitchFamily="34" charset="0"/>
              </a:rPr>
              <a:t>gerol</a:t>
            </a:r>
            <a:r>
              <a:rPr lang="en-GB" sz="2200" dirty="0">
                <a:ea typeface="Calibri" pitchFamily="34" charset="0"/>
                <a:cs typeface="Arial" pitchFamily="34" charset="0"/>
              </a:rPr>
              <a:t> word</a:t>
            </a:r>
            <a:endParaRPr kumimoji="0" lang="en-GB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99495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Wysertoestelle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4572000" y="2076548"/>
            <a:ext cx="4176464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200" b="1" dirty="0" err="1">
                <a:cs typeface="Arial" pitchFamily="34" charset="0"/>
              </a:rPr>
              <a:t>Pentoevoerstelsel</a:t>
            </a:r>
            <a:r>
              <a:rPr lang="en-GB" sz="2200" b="1" dirty="0">
                <a:cs typeface="Arial" pitchFamily="34" charset="0"/>
              </a:rPr>
              <a:t>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pen (</a:t>
            </a:r>
            <a:r>
              <a:rPr lang="en-GB" sz="2200" dirty="0" err="1">
                <a:cs typeface="Arial" pitchFamily="34" charset="0"/>
              </a:rPr>
              <a:t>stilus</a:t>
            </a:r>
            <a:r>
              <a:rPr lang="en-GB" sz="2200" dirty="0">
                <a:cs typeface="Arial" pitchFamily="34" charset="0"/>
              </a:rPr>
              <a:t>) wat </a:t>
            </a:r>
            <a:r>
              <a:rPr lang="en-GB" sz="2200" dirty="0" err="1">
                <a:cs typeface="Arial" pitchFamily="34" charset="0"/>
              </a:rPr>
              <a:t>saam</a:t>
            </a:r>
            <a:r>
              <a:rPr lang="en-GB" sz="2200" dirty="0">
                <a:cs typeface="Arial" pitchFamily="34" charset="0"/>
              </a:rPr>
              <a:t> met ’n </a:t>
            </a:r>
            <a:r>
              <a:rPr lang="en-GB" sz="2200" dirty="0" err="1">
                <a:cs typeface="Arial" pitchFamily="34" charset="0"/>
              </a:rPr>
              <a:t>druksensitiewe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grafikablad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gebruik</a:t>
            </a:r>
            <a:r>
              <a:rPr lang="en-GB" sz="2200" dirty="0">
                <a:cs typeface="Arial" pitchFamily="34" charset="0"/>
              </a:rPr>
              <a:t> word</a:t>
            </a:r>
            <a:endParaRPr kumimoji="0" lang="en-GB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20386"/>
            <a:ext cx="3312368" cy="2093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621" y="4293096"/>
            <a:ext cx="2791237" cy="23042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Action Button: Home 9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2788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4" y="319720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Wysertoestelle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84684" y="1794822"/>
            <a:ext cx="12241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b="1" dirty="0" err="1">
                <a:cs typeface="Arial" pitchFamily="34" charset="0"/>
              </a:rPr>
              <a:t>Raak</a:t>
            </a:r>
            <a:r>
              <a:rPr lang="en-GB" sz="2400" b="1" dirty="0">
                <a:cs typeface="Arial" pitchFamily="34" charset="0"/>
              </a:rPr>
              <a:t>-skerm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684" y="4008853"/>
            <a:ext cx="5343500" cy="2716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85"/>
              </a:spcBef>
              <a:spcAft>
                <a:spcPts val="285"/>
              </a:spcAft>
            </a:pPr>
            <a:r>
              <a:rPr lang="en-ZA" sz="2400" b="1" dirty="0" err="1">
                <a:solidFill>
                  <a:srgbClr val="000000"/>
                </a:solidFill>
                <a:ea typeface="Times New Roman" panose="02020603050405020304" pitchFamily="18" charset="0"/>
                <a:cs typeface="Arial-Bold"/>
              </a:rPr>
              <a:t>Gebare</a:t>
            </a:r>
            <a:endParaRPr lang="en-ZA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Knyp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ZA" sz="2400" i="1" dirty="0">
                <a:latin typeface="Calibri" panose="020F0502020204030204" pitchFamily="34" charset="0"/>
                <a:ea typeface="Calibri" panose="020F0502020204030204" pitchFamily="34" charset="0"/>
              </a:rPr>
              <a:t>zoom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uit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Strek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ZA" sz="2400" i="1" dirty="0">
                <a:latin typeface="Calibri" panose="020F0502020204030204" pitchFamily="34" charset="0"/>
                <a:ea typeface="Calibri" panose="020F0502020204030204" pitchFamily="34" charset="0"/>
              </a:rPr>
              <a:t>zoom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in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raai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twee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vingers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roteer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Vee met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jou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vinger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–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beweeg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in die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rigting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waarin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jy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vee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Raak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en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-sleep – </a:t>
            </a:r>
            <a:r>
              <a:rPr lang="en-ZA" sz="2400" i="1" dirty="0">
                <a:latin typeface="Calibri" panose="020F0502020204030204" pitchFamily="34" charset="0"/>
                <a:ea typeface="Calibri" panose="020F0502020204030204" pitchFamily="34" charset="0"/>
              </a:rPr>
              <a:t>click-and-drag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50115"/>
          <a:stretch/>
        </p:blipFill>
        <p:spPr>
          <a:xfrm>
            <a:off x="6444208" y="4358459"/>
            <a:ext cx="1486055" cy="212995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Action Button: Home 13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819" y="1931338"/>
            <a:ext cx="5952224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02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45417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>
                <a:solidFill>
                  <a:srgbClr val="C00000"/>
                </a:solidFill>
              </a:rPr>
              <a:t>Sensors</a:t>
            </a:r>
            <a:endParaRPr lang="en-ZA" dirty="0">
              <a:solidFill>
                <a:srgbClr val="C00000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01976268"/>
              </p:ext>
            </p:extLst>
          </p:nvPr>
        </p:nvGraphicFramePr>
        <p:xfrm>
          <a:off x="683568" y="1844824"/>
          <a:ext cx="829582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Action Button: Home 6">
            <a:hlinkClick r:id="rId8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29406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42" y="286915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Speletjietoestelle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5" y="1628800"/>
            <a:ext cx="1571329" cy="28888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728102" y="1663870"/>
            <a:ext cx="314004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i="1" dirty="0">
                <a:cs typeface="Arial" pitchFamily="34" charset="0"/>
              </a:rPr>
              <a:t>Joystick</a:t>
            </a:r>
            <a:r>
              <a:rPr lang="en-GB" sz="2000" b="1" dirty="0">
                <a:cs typeface="Arial" pitchFamily="34" charset="0"/>
              </a:rPr>
              <a:t>:</a:t>
            </a:r>
            <a:br>
              <a:rPr lang="en-GB" sz="2000" b="1" dirty="0">
                <a:cs typeface="Arial" pitchFamily="34" charset="0"/>
              </a:rPr>
            </a:br>
            <a:r>
              <a:rPr lang="en-GB" sz="2000" dirty="0" err="1">
                <a:cs typeface="Arial" pitchFamily="34" charset="0"/>
              </a:rPr>
              <a:t>oudste</a:t>
            </a:r>
            <a:r>
              <a:rPr lang="en-GB" sz="2000" dirty="0">
                <a:cs typeface="Arial" pitchFamily="34" charset="0"/>
              </a:rPr>
              <a:t> </a:t>
            </a:r>
            <a:r>
              <a:rPr lang="en-GB" sz="2000" dirty="0" err="1">
                <a:cs typeface="Arial" pitchFamily="34" charset="0"/>
              </a:rPr>
              <a:t>en</a:t>
            </a:r>
            <a:r>
              <a:rPr lang="en-GB" sz="2000" dirty="0">
                <a:cs typeface="Arial" pitchFamily="34" charset="0"/>
              </a:rPr>
              <a:t> </a:t>
            </a:r>
            <a:r>
              <a:rPr lang="en-GB" sz="2000" dirty="0" err="1">
                <a:cs typeface="Arial" pitchFamily="34" charset="0"/>
              </a:rPr>
              <a:t>eenvoudigste</a:t>
            </a:r>
            <a:r>
              <a:rPr lang="en-GB" sz="2000" dirty="0">
                <a:cs typeface="Arial" pitchFamily="34" charset="0"/>
              </a:rPr>
              <a:t> </a:t>
            </a:r>
            <a:r>
              <a:rPr lang="en-GB" sz="2000" dirty="0" err="1">
                <a:cs typeface="Arial" pitchFamily="34" charset="0"/>
              </a:rPr>
              <a:t>speletjiebeheerder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2674936"/>
            <a:ext cx="2269518" cy="20162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131840" y="3068960"/>
            <a:ext cx="314327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err="1">
                <a:cs typeface="Arial" pitchFamily="34" charset="0"/>
              </a:rPr>
              <a:t>Speletjiebeheerder</a:t>
            </a:r>
            <a:r>
              <a:rPr lang="en-GB" sz="2000" b="1" dirty="0">
                <a:cs typeface="Arial" pitchFamily="34" charset="0"/>
              </a:rPr>
              <a:t>:</a:t>
            </a:r>
            <a:br>
              <a:rPr lang="en-GB" sz="2000" b="1" dirty="0">
                <a:cs typeface="Arial" pitchFamily="34" charset="0"/>
              </a:rPr>
            </a:br>
            <a:r>
              <a:rPr lang="en-GB" sz="2000" dirty="0">
                <a:cs typeface="Arial" pitchFamily="34" charset="0"/>
              </a:rPr>
              <a:t>2 mini-</a:t>
            </a:r>
            <a:r>
              <a:rPr lang="en-GB" sz="2000" i="1" dirty="0">
                <a:cs typeface="Arial" pitchFamily="34" charset="0"/>
              </a:rPr>
              <a:t>joysticks</a:t>
            </a:r>
            <a:r>
              <a:rPr lang="en-GB" sz="2000" dirty="0">
                <a:cs typeface="Arial" pitchFamily="34" charset="0"/>
              </a:rPr>
              <a:t>, 4 </a:t>
            </a:r>
            <a:r>
              <a:rPr lang="en-GB" sz="2000" dirty="0" err="1">
                <a:cs typeface="Arial" pitchFamily="34" charset="0"/>
              </a:rPr>
              <a:t>snellers</a:t>
            </a:r>
            <a:r>
              <a:rPr lang="en-GB" sz="2000" dirty="0">
                <a:cs typeface="Arial" pitchFamily="34" charset="0"/>
              </a:rPr>
              <a:t>,</a:t>
            </a:r>
            <a:br>
              <a:rPr lang="en-GB" sz="2000" dirty="0">
                <a:cs typeface="Arial" pitchFamily="34" charset="0"/>
              </a:rPr>
            </a:br>
            <a:r>
              <a:rPr lang="en-GB" sz="2000" dirty="0">
                <a:cs typeface="Arial" pitchFamily="34" charset="0"/>
              </a:rPr>
              <a:t>8 </a:t>
            </a:r>
            <a:r>
              <a:rPr lang="en-GB" sz="2000" dirty="0" err="1">
                <a:cs typeface="Arial" pitchFamily="34" charset="0"/>
              </a:rPr>
              <a:t>ander</a:t>
            </a:r>
            <a:r>
              <a:rPr lang="en-GB" sz="2000" dirty="0">
                <a:cs typeface="Arial" pitchFamily="34" charset="0"/>
              </a:rPr>
              <a:t> </a:t>
            </a:r>
            <a:r>
              <a:rPr lang="en-GB" sz="2000" dirty="0" err="1">
                <a:cs typeface="Arial" pitchFamily="34" charset="0"/>
              </a:rPr>
              <a:t>beheerknoppe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4640221"/>
            <a:ext cx="2038526" cy="18586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580112" y="5347810"/>
            <a:ext cx="1800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000" b="1" dirty="0" err="1">
                <a:cs typeface="Arial" pitchFamily="34" charset="0"/>
              </a:rPr>
              <a:t>Stuurwiel</a:t>
            </a:r>
            <a:r>
              <a:rPr lang="en-GB" sz="2000" b="1" dirty="0">
                <a:cs typeface="Arial" pitchFamily="34" charset="0"/>
              </a:rPr>
              <a:t> </a:t>
            </a:r>
            <a:endParaRPr kumimoji="0" lang="en-GB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Action Button: Home 11">
            <a:hlinkClick r:id="rId6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8547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336140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Digitale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 err="1">
                <a:solidFill>
                  <a:srgbClr val="C00000"/>
                </a:solidFill>
              </a:rPr>
              <a:t>kameras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28700" y="1560430"/>
            <a:ext cx="6848907" cy="3801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 err="1">
                <a:cs typeface="Arial" pitchFamily="34" charset="0"/>
              </a:rPr>
              <a:t>Foto’s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kan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afgelaai</a:t>
            </a:r>
            <a:r>
              <a:rPr lang="en-GB" sz="2400" dirty="0">
                <a:cs typeface="Arial" pitchFamily="34" charset="0"/>
              </a:rPr>
              <a:t>, </a:t>
            </a:r>
            <a:r>
              <a:rPr lang="en-GB" sz="2400" dirty="0" err="1">
                <a:cs typeface="Arial" pitchFamily="34" charset="0"/>
              </a:rPr>
              <a:t>gemanipuleer</a:t>
            </a:r>
            <a:r>
              <a:rPr lang="en-GB" sz="2400" dirty="0">
                <a:cs typeface="Arial" pitchFamily="34" charset="0"/>
              </a:rPr>
              <a:t> word, </a:t>
            </a:r>
            <a:r>
              <a:rPr lang="en-GB" sz="2400" dirty="0" err="1">
                <a:cs typeface="Arial" pitchFamily="34" charset="0"/>
              </a:rPr>
              <a:t>gedruk</a:t>
            </a:r>
            <a:r>
              <a:rPr lang="en-GB" sz="2400" dirty="0">
                <a:cs typeface="Arial" pitchFamily="34" charset="0"/>
              </a:rPr>
              <a:t> of </a:t>
            </a:r>
            <a:r>
              <a:rPr lang="en-GB" sz="2400" dirty="0" err="1">
                <a:cs typeface="Arial" pitchFamily="34" charset="0"/>
              </a:rPr>
              <a:t>ge</a:t>
            </a:r>
            <a:r>
              <a:rPr lang="en-GB" sz="2400" dirty="0">
                <a:cs typeface="Arial" pitchFamily="34" charset="0"/>
              </a:rPr>
              <a:t>-epos word</a:t>
            </a:r>
          </a:p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 err="1">
                <a:cs typeface="Arial" pitchFamily="34" charset="0"/>
              </a:rPr>
              <a:t>Meeste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slimfone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err="1">
                <a:cs typeface="Arial" pitchFamily="34" charset="0"/>
              </a:rPr>
              <a:t>sluit</a:t>
            </a:r>
            <a:r>
              <a:rPr lang="en-GB" sz="2400">
                <a:cs typeface="Arial" pitchFamily="34" charset="0"/>
              </a:rPr>
              <a:t> ’n </a:t>
            </a:r>
            <a:r>
              <a:rPr lang="en-GB" sz="2400" dirty="0" err="1">
                <a:cs typeface="Arial" pitchFamily="34" charset="0"/>
              </a:rPr>
              <a:t>goeie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gehalte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digitale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kamera</a:t>
            </a:r>
            <a:r>
              <a:rPr lang="en-GB" sz="2400" dirty="0">
                <a:cs typeface="Arial" pitchFamily="34" charset="0"/>
              </a:rPr>
              <a:t> in</a:t>
            </a:r>
          </a:p>
          <a:p>
            <a:pPr marL="285750" marR="0" lvl="0" indent="-285750" algn="l" defTabSz="914400" rtl="0" eaLnBrk="1" fontAlgn="base" latinLnBrk="0" hangingPunct="1"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 err="1">
                <a:cs typeface="Arial" pitchFamily="34" charset="0"/>
              </a:rPr>
              <a:t>Maklik</a:t>
            </a:r>
            <a:r>
              <a:rPr lang="en-GB" sz="2400" dirty="0">
                <a:cs typeface="Arial" pitchFamily="34" charset="0"/>
              </a:rPr>
              <a:t> om </a:t>
            </a:r>
            <a:r>
              <a:rPr lang="en-GB" sz="2400" dirty="0" err="1">
                <a:cs typeface="Arial" pitchFamily="34" charset="0"/>
              </a:rPr>
              <a:t>dadelik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te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deel</a:t>
            </a:r>
            <a:r>
              <a:rPr lang="en-GB" sz="2400" dirty="0">
                <a:cs typeface="Arial" pitchFamily="34" charset="0"/>
              </a:rPr>
              <a:t>, </a:t>
            </a:r>
            <a:r>
              <a:rPr lang="en-GB" sz="2400" dirty="0" err="1">
                <a:cs typeface="Arial" pitchFamily="34" charset="0"/>
              </a:rPr>
              <a:t>te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redigeer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en</a:t>
            </a:r>
            <a:r>
              <a:rPr lang="en-GB" sz="2400" dirty="0">
                <a:cs typeface="Arial" pitchFamily="34" charset="0"/>
              </a:rPr>
              <a:t> om </a:t>
            </a:r>
            <a:r>
              <a:rPr lang="en-GB" sz="2400" dirty="0" err="1">
                <a:cs typeface="Arial" pitchFamily="34" charset="0"/>
              </a:rPr>
              <a:t>dit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te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rugsteun</a:t>
            </a:r>
            <a:endParaRPr lang="en-GB" sz="2400" dirty="0">
              <a:cs typeface="Arial" pitchFamily="34" charset="0"/>
            </a:endParaRPr>
          </a:p>
          <a:p>
            <a:pPr marL="285750" marR="0" lvl="0" indent="-285750" algn="l" defTabSz="914400" rtl="0" eaLnBrk="1" fontAlgn="base" latinLnBrk="0" hangingPunct="1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 err="1">
                <a:cs typeface="Arial" pitchFamily="34" charset="0"/>
              </a:rPr>
              <a:t>Resolusie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n-GB" sz="2400" dirty="0" err="1">
                <a:cs typeface="Arial" pitchFamily="34" charset="0"/>
              </a:rPr>
              <a:t>bepaal</a:t>
            </a:r>
            <a:r>
              <a:rPr lang="en-GB" sz="2400" dirty="0">
                <a:cs typeface="Arial" pitchFamily="34" charset="0"/>
              </a:rPr>
              <a:t> die </a:t>
            </a:r>
            <a:r>
              <a:rPr lang="en-GB" sz="2400" dirty="0" err="1">
                <a:cs typeface="Arial" pitchFamily="34" charset="0"/>
              </a:rPr>
              <a:t>kwaliteit</a:t>
            </a:r>
            <a:r>
              <a:rPr lang="en-GB" sz="2400" dirty="0">
                <a:cs typeface="Arial" pitchFamily="34" charset="0"/>
              </a:rPr>
              <a:t>:</a:t>
            </a:r>
            <a:br>
              <a:rPr lang="en-GB" sz="2400" dirty="0">
                <a:cs typeface="Arial" pitchFamily="34" charset="0"/>
              </a:rPr>
            </a:br>
            <a:r>
              <a:rPr lang="en-GB" sz="2400" dirty="0">
                <a:cs typeface="Arial" pitchFamily="34" charset="0"/>
              </a:rPr>
              <a:t>hoe </a:t>
            </a:r>
            <a:r>
              <a:rPr lang="en-GB" sz="2400" dirty="0" err="1">
                <a:cs typeface="Arial" pitchFamily="34" charset="0"/>
              </a:rPr>
              <a:t>hoër</a:t>
            </a:r>
            <a:r>
              <a:rPr lang="en-GB" sz="2400" dirty="0">
                <a:cs typeface="Arial" pitchFamily="34" charset="0"/>
              </a:rPr>
              <a:t> die </a:t>
            </a:r>
            <a:r>
              <a:rPr lang="en-GB" sz="2400" dirty="0" err="1">
                <a:cs typeface="Arial" pitchFamily="34" charset="0"/>
              </a:rPr>
              <a:t>resolusie</a:t>
            </a:r>
            <a:r>
              <a:rPr lang="en-GB" sz="2400" dirty="0">
                <a:cs typeface="Arial" pitchFamily="34" charset="0"/>
              </a:rPr>
              <a:t>, </a:t>
            </a:r>
            <a:br>
              <a:rPr lang="en-GB" sz="2400" dirty="0">
                <a:cs typeface="Arial" pitchFamily="34" charset="0"/>
              </a:rPr>
            </a:br>
            <a:r>
              <a:rPr lang="en-GB" sz="2400" dirty="0">
                <a:cs typeface="Arial" pitchFamily="34" charset="0"/>
              </a:rPr>
              <a:t>hoe </a:t>
            </a:r>
            <a:r>
              <a:rPr lang="en-GB" sz="2400" dirty="0" err="1">
                <a:cs typeface="Arial" pitchFamily="34" charset="0"/>
              </a:rPr>
              <a:t>beter</a:t>
            </a:r>
            <a:r>
              <a:rPr lang="en-GB" sz="2400" dirty="0">
                <a:cs typeface="Arial" pitchFamily="34" charset="0"/>
              </a:rPr>
              <a:t> die </a:t>
            </a:r>
            <a:r>
              <a:rPr lang="en-GB" sz="2400" dirty="0" err="1">
                <a:cs typeface="Arial" pitchFamily="34" charset="0"/>
              </a:rPr>
              <a:t>kwaliteit</a:t>
            </a:r>
            <a:r>
              <a:rPr lang="en-GB" sz="2400" dirty="0">
                <a:cs typeface="Arial" pitchFamily="34" charset="0"/>
              </a:rPr>
              <a:t> (</a:t>
            </a:r>
            <a:r>
              <a:rPr lang="en-GB" sz="2400" err="1">
                <a:cs typeface="Arial" pitchFamily="34" charset="0"/>
              </a:rPr>
              <a:t>en</a:t>
            </a:r>
            <a:r>
              <a:rPr lang="en-GB" sz="2400">
                <a:cs typeface="Arial" pitchFamily="34" charset="0"/>
              </a:rPr>
              <a:t> grootte</a:t>
            </a:r>
            <a:r>
              <a:rPr lang="en-GB" sz="2400" dirty="0">
                <a:cs typeface="Arial" pitchFamily="34" charset="0"/>
              </a:rPr>
              <a:t>!)</a:t>
            </a:r>
          </a:p>
        </p:txBody>
      </p:sp>
      <p:pic>
        <p:nvPicPr>
          <p:cNvPr id="12" name="Picture 11" descr="CANON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36772" y="4145173"/>
            <a:ext cx="2667676" cy="23197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Action Button: Home 8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393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23903"/>
            <a:ext cx="7128792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Skandeerders</a:t>
            </a:r>
            <a:r>
              <a:rPr lang="en-GB" dirty="0">
                <a:solidFill>
                  <a:srgbClr val="C00000"/>
                </a:solidFill>
              </a:rPr>
              <a:t> / </a:t>
            </a:r>
            <a:r>
              <a:rPr lang="en-GB" dirty="0" err="1">
                <a:solidFill>
                  <a:srgbClr val="C00000"/>
                </a:solidFill>
              </a:rPr>
              <a:t>Leestoestelle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1649" y="2036664"/>
            <a:ext cx="457846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Aft>
                <a:spcPct val="0"/>
              </a:spcAft>
              <a:buClrTx/>
              <a:buSzTx/>
              <a:tabLst/>
            </a:pPr>
            <a:r>
              <a:rPr lang="en-GB" sz="2400" b="1" dirty="0" err="1">
                <a:cs typeface="Arial" pitchFamily="34" charset="0"/>
              </a:rPr>
              <a:t>Platblad</a:t>
            </a:r>
            <a:r>
              <a:rPr lang="en-GB" sz="2400" b="1" dirty="0">
                <a:cs typeface="Arial" pitchFamily="34" charset="0"/>
              </a:rPr>
              <a:t>- </a:t>
            </a:r>
            <a:r>
              <a:rPr lang="en-GB" sz="2400" b="1" err="1">
                <a:cs typeface="Arial" pitchFamily="34" charset="0"/>
              </a:rPr>
              <a:t>en</a:t>
            </a:r>
            <a:r>
              <a:rPr lang="en-GB" sz="2400" b="1">
                <a:cs typeface="Arial" pitchFamily="34" charset="0"/>
              </a:rPr>
              <a:t> bladvoer-skandeerders</a:t>
            </a:r>
            <a:endParaRPr lang="en-GB" sz="2400" b="1" dirty="0">
              <a:cs typeface="Arial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139952" y="2848000"/>
            <a:ext cx="4248472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 err="1">
                <a:cs typeface="Arial" pitchFamily="34" charset="0"/>
              </a:rPr>
              <a:t>Skandeer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beelde</a:t>
            </a:r>
            <a:r>
              <a:rPr lang="en-GB" sz="2200" dirty="0">
                <a:cs typeface="Arial" pitchFamily="34" charset="0"/>
              </a:rPr>
              <a:t> in ’n </a:t>
            </a:r>
            <a:r>
              <a:rPr lang="en-GB" sz="2200" dirty="0" err="1">
                <a:cs typeface="Arial" pitchFamily="34" charset="0"/>
              </a:rPr>
              <a:t>rekenaar</a:t>
            </a:r>
            <a:r>
              <a:rPr lang="en-GB" sz="2200" dirty="0">
                <a:cs typeface="Arial" pitchFamily="34" charset="0"/>
              </a:rPr>
              <a:t> in</a:t>
            </a:r>
          </a:p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 err="1">
                <a:cs typeface="Arial" pitchFamily="34" charset="0"/>
              </a:rPr>
              <a:t>Grootliks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deur</a:t>
            </a:r>
            <a:r>
              <a:rPr lang="en-GB" sz="2200" dirty="0">
                <a:cs typeface="Arial" pitchFamily="34" charset="0"/>
              </a:rPr>
              <a:t> die </a:t>
            </a:r>
            <a:r>
              <a:rPr lang="en-GB" sz="2200" dirty="0" err="1">
                <a:cs typeface="Arial" pitchFamily="34" charset="0"/>
              </a:rPr>
              <a:t>gebruik</a:t>
            </a:r>
            <a:r>
              <a:rPr lang="en-GB" sz="2200" dirty="0">
                <a:cs typeface="Arial" pitchFamily="34" charset="0"/>
              </a:rPr>
              <a:t> van </a:t>
            </a:r>
            <a:r>
              <a:rPr lang="en-GB" sz="2200" dirty="0" err="1">
                <a:cs typeface="Arial" pitchFamily="34" charset="0"/>
              </a:rPr>
              <a:t>kameras</a:t>
            </a:r>
            <a:r>
              <a:rPr lang="en-GB" sz="2200" dirty="0">
                <a:cs typeface="Arial" pitchFamily="34" charset="0"/>
              </a:rPr>
              <a:t> op </a:t>
            </a:r>
            <a:r>
              <a:rPr lang="en-GB" sz="2200" dirty="0" err="1">
                <a:cs typeface="Arial" pitchFamily="34" charset="0"/>
              </a:rPr>
              <a:t>mobiele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toestelle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vervang</a:t>
            </a:r>
            <a:endParaRPr lang="en-GB" sz="2200" dirty="0">
              <a:cs typeface="Arial" pitchFamily="34" charset="0"/>
            </a:endParaRPr>
          </a:p>
          <a:p>
            <a:pPr marL="285750" marR="0" lvl="0" indent="-285750" algn="l" defTabSz="914400" rtl="0" eaLnBrk="1" fontAlgn="base" latinLnBrk="0" hangingPunct="1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2200" dirty="0">
                <a:cs typeface="Arial" pitchFamily="34" charset="0"/>
              </a:rPr>
              <a:t>QR-</a:t>
            </a:r>
            <a:r>
              <a:rPr lang="en-GB" sz="2200" dirty="0" err="1">
                <a:cs typeface="Arial" pitchFamily="34" charset="0"/>
              </a:rPr>
              <a:t>kodes</a:t>
            </a:r>
            <a:r>
              <a:rPr lang="en-GB" sz="2200" dirty="0">
                <a:cs typeface="Arial" pitchFamily="34" charset="0"/>
              </a:rPr>
              <a:t>: </a:t>
            </a:r>
            <a:r>
              <a:rPr lang="en-GB" sz="2200" dirty="0" err="1">
                <a:cs typeface="Arial" pitchFamily="34" charset="0"/>
              </a:rPr>
              <a:t>vinnige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toegang</a:t>
            </a:r>
            <a:r>
              <a:rPr lang="en-GB" sz="2200" dirty="0">
                <a:cs typeface="Arial" pitchFamily="34" charset="0"/>
              </a:rPr>
              <a:t> </a:t>
            </a:r>
            <a:br>
              <a:rPr lang="en-GB" sz="2200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tot ’n </a:t>
            </a:r>
            <a:r>
              <a:rPr lang="en-GB" sz="2200" dirty="0" err="1">
                <a:cs typeface="Arial" pitchFamily="34" charset="0"/>
              </a:rPr>
              <a:t>webadres</a:t>
            </a:r>
            <a:endParaRPr lang="en-GB" sz="2200" dirty="0"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13" y="4741380"/>
            <a:ext cx="1978267" cy="172023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Action Button: Home 9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1648" y="3069493"/>
            <a:ext cx="2994287" cy="29942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5229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45" y="386576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Skandeerders</a:t>
            </a:r>
            <a:r>
              <a:rPr lang="en-GB" dirty="0">
                <a:solidFill>
                  <a:srgbClr val="C00000"/>
                </a:solidFill>
              </a:rPr>
              <a:t> / </a:t>
            </a:r>
            <a:r>
              <a:rPr lang="en-GB" dirty="0" err="1">
                <a:solidFill>
                  <a:srgbClr val="C00000"/>
                </a:solidFill>
              </a:rPr>
              <a:t>Leestoestelle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1649" y="2221329"/>
            <a:ext cx="27062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400" b="1">
                <a:cs typeface="Arial" pitchFamily="34" charset="0"/>
              </a:rPr>
              <a:t>Strepieskode-leser</a:t>
            </a:r>
            <a:endParaRPr lang="en-GB" sz="2400" b="1" dirty="0">
              <a:cs typeface="Arial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355976" y="2214285"/>
            <a:ext cx="4119101" cy="312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r>
              <a:rPr lang="en-GB" sz="2400" b="1" dirty="0" err="1">
                <a:cs typeface="Arial" pitchFamily="34" charset="0"/>
              </a:rPr>
              <a:t>Skandeer</a:t>
            </a:r>
            <a:r>
              <a:rPr lang="en-GB" sz="2400" b="1" dirty="0">
                <a:cs typeface="Arial" pitchFamily="34" charset="0"/>
              </a:rPr>
              <a:t> </a:t>
            </a:r>
            <a:r>
              <a:rPr lang="en-GB" sz="2400" b="1" dirty="0" err="1">
                <a:cs typeface="Arial" pitchFamily="34" charset="0"/>
              </a:rPr>
              <a:t>strepieskode</a:t>
            </a:r>
            <a:r>
              <a:rPr lang="en-GB" sz="2400" b="1" dirty="0">
                <a:cs typeface="Arial" pitchFamily="34" charset="0"/>
              </a:rPr>
              <a:t> om </a:t>
            </a:r>
            <a:r>
              <a:rPr lang="en-GB" sz="2400" b="1" dirty="0" err="1">
                <a:cs typeface="Arial" pitchFamily="34" charset="0"/>
              </a:rPr>
              <a:t>bykomende</a:t>
            </a:r>
            <a:r>
              <a:rPr lang="en-GB" sz="2400" b="1" dirty="0">
                <a:cs typeface="Arial" pitchFamily="34" charset="0"/>
              </a:rPr>
              <a:t> </a:t>
            </a:r>
            <a:r>
              <a:rPr lang="en-GB" sz="2400" b="1" dirty="0" err="1">
                <a:cs typeface="Arial" pitchFamily="34" charset="0"/>
              </a:rPr>
              <a:t>inligting</a:t>
            </a:r>
            <a:r>
              <a:rPr lang="en-GB" sz="2400" b="1" dirty="0">
                <a:cs typeface="Arial" pitchFamily="34" charset="0"/>
              </a:rPr>
              <a:t> </a:t>
            </a:r>
            <a:r>
              <a:rPr lang="en-GB" sz="2400" b="1" dirty="0" err="1">
                <a:cs typeface="Arial" pitchFamily="34" charset="0"/>
              </a:rPr>
              <a:t>oor</a:t>
            </a:r>
            <a:r>
              <a:rPr lang="en-GB" sz="2400" b="1" dirty="0">
                <a:cs typeface="Arial" pitchFamily="34" charset="0"/>
              </a:rPr>
              <a:t> die item </a:t>
            </a:r>
            <a:r>
              <a:rPr lang="en-GB" sz="2400" b="1" dirty="0" err="1">
                <a:cs typeface="Arial" pitchFamily="34" charset="0"/>
              </a:rPr>
              <a:t>te</a:t>
            </a:r>
            <a:r>
              <a:rPr lang="en-GB" sz="2400" b="1" dirty="0">
                <a:cs typeface="Arial" pitchFamily="34" charset="0"/>
              </a:rPr>
              <a:t> </a:t>
            </a:r>
            <a:r>
              <a:rPr lang="en-GB" sz="2400" b="1" dirty="0" err="1">
                <a:cs typeface="Arial" pitchFamily="34" charset="0"/>
              </a:rPr>
              <a:t>verkry</a:t>
            </a:r>
            <a:r>
              <a:rPr lang="en-GB" sz="2400" b="1" dirty="0">
                <a:cs typeface="Arial" pitchFamily="34" charset="0"/>
              </a:rPr>
              <a:t>: </a:t>
            </a: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 err="1">
                <a:cs typeface="Arial" pitchFamily="34" charset="0"/>
              </a:rPr>
              <a:t>Prys</a:t>
            </a:r>
            <a:endParaRPr lang="en-GB" sz="2200" dirty="0">
              <a:cs typeface="Arial" pitchFamily="34" charset="0"/>
            </a:endParaRP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 err="1">
                <a:cs typeface="Arial" pitchFamily="34" charset="0"/>
              </a:rPr>
              <a:t>Kodes</a:t>
            </a:r>
            <a:r>
              <a:rPr lang="en-GB" sz="2200" dirty="0">
                <a:cs typeface="Arial" pitchFamily="34" charset="0"/>
              </a:rPr>
              <a:t> op </a:t>
            </a:r>
            <a:r>
              <a:rPr lang="en-GB" sz="2200" dirty="0" err="1">
                <a:cs typeface="Arial" pitchFamily="34" charset="0"/>
              </a:rPr>
              <a:t>sentrale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databasis</a:t>
            </a:r>
            <a:endParaRPr lang="en-GB" sz="2200" dirty="0">
              <a:cs typeface="Arial" pitchFamily="34" charset="0"/>
            </a:endParaRPr>
          </a:p>
          <a:p>
            <a:pPr marL="360000" lvl="1" indent="-360000" defTabSz="9144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dirty="0" err="1">
                <a:cs typeface="Arial" pitchFamily="34" charset="0"/>
              </a:rPr>
              <a:t>Dateer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rekords</a:t>
            </a:r>
            <a:r>
              <a:rPr lang="en-GB" sz="2200" dirty="0">
                <a:cs typeface="Arial" pitchFamily="34" charset="0"/>
              </a:rPr>
              <a:t> op </a:t>
            </a:r>
            <a:r>
              <a:rPr lang="en-GB" sz="2200" dirty="0" err="1">
                <a:cs typeface="Arial" pitchFamily="34" charset="0"/>
              </a:rPr>
              <a:t>vir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voorraadopnames</a:t>
            </a:r>
            <a:r>
              <a:rPr lang="en-GB" sz="2200" dirty="0">
                <a:cs typeface="Arial" pitchFamily="34" charset="0"/>
              </a:rPr>
              <a:t> / </a:t>
            </a:r>
            <a:r>
              <a:rPr lang="en-GB" sz="2200" dirty="0" err="1">
                <a:cs typeface="Arial" pitchFamily="34" charset="0"/>
              </a:rPr>
              <a:t>verkoopsyfers</a:t>
            </a:r>
            <a:endParaRPr lang="en-GB" sz="2200" dirty="0"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49" y="2456353"/>
            <a:ext cx="2562239" cy="405849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Action Button: Home 9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4355976" y="5493305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cs typeface="Arial" pitchFamily="34" charset="0"/>
              </a:rPr>
              <a:t>Voordele</a:t>
            </a:r>
            <a:r>
              <a:rPr lang="en-US" sz="2400" b="1" dirty="0">
                <a:cs typeface="Arial" pitchFamily="34" charset="0"/>
              </a:rPr>
              <a:t>: </a:t>
            </a:r>
            <a:r>
              <a:rPr lang="en-US" sz="2400" b="1" dirty="0" err="1">
                <a:cs typeface="Arial" pitchFamily="34" charset="0"/>
              </a:rPr>
              <a:t>Spoed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cs typeface="Arial" pitchFamily="34" charset="0"/>
              </a:rPr>
              <a:t>+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 err="1">
                <a:cs typeface="Arial" pitchFamily="34" charset="0"/>
              </a:rPr>
              <a:t>Akkuraatheid</a:t>
            </a:r>
            <a:endParaRPr lang="en-US" sz="2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315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386670" y="620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744" y="331472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Skandeerders</a:t>
            </a:r>
            <a:r>
              <a:rPr lang="en-GB" dirty="0">
                <a:solidFill>
                  <a:srgbClr val="C00000"/>
                </a:solidFill>
              </a:rPr>
              <a:t> / </a:t>
            </a:r>
            <a:r>
              <a:rPr lang="en-GB" dirty="0" err="1">
                <a:solidFill>
                  <a:srgbClr val="C00000"/>
                </a:solidFill>
              </a:rPr>
              <a:t>Leestoestelle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99592" y="2093325"/>
            <a:ext cx="4464496" cy="155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200" b="1" dirty="0" err="1">
                <a:cs typeface="Arial" pitchFamily="34" charset="0"/>
              </a:rPr>
              <a:t>Biometriese</a:t>
            </a:r>
            <a:r>
              <a:rPr lang="en-GB" sz="2200" b="1" dirty="0">
                <a:cs typeface="Arial" pitchFamily="34" charset="0"/>
              </a:rPr>
              <a:t> </a:t>
            </a:r>
            <a:r>
              <a:rPr lang="en-GB" sz="2200" b="1" dirty="0" err="1">
                <a:cs typeface="Arial" pitchFamily="34" charset="0"/>
              </a:rPr>
              <a:t>skandeerders</a:t>
            </a:r>
            <a:r>
              <a:rPr lang="en-GB" sz="2200" b="1" dirty="0">
                <a:cs typeface="Arial" pitchFamily="34" charset="0"/>
              </a:rPr>
              <a:t>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 err="1">
                <a:cs typeface="Arial" pitchFamily="34" charset="0"/>
              </a:rPr>
              <a:t>gebruik</a:t>
            </a:r>
            <a:r>
              <a:rPr lang="en-GB" sz="2200" dirty="0">
                <a:cs typeface="Arial" pitchFamily="34" charset="0"/>
              </a:rPr>
              <a:t> ’n </a:t>
            </a:r>
            <a:r>
              <a:rPr lang="en-GB" sz="2200" dirty="0" err="1">
                <a:cs typeface="Arial" pitchFamily="34" charset="0"/>
              </a:rPr>
              <a:t>unieke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biologiese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eienskap</a:t>
            </a:r>
            <a:r>
              <a:rPr lang="en-GB" sz="2200" dirty="0">
                <a:cs typeface="Arial" pitchFamily="34" charset="0"/>
              </a:rPr>
              <a:t> – </a:t>
            </a:r>
            <a:r>
              <a:rPr lang="en-GB" sz="2200" dirty="0" err="1">
                <a:cs typeface="Arial" pitchFamily="34" charset="0"/>
              </a:rPr>
              <a:t>vingerafdruk</a:t>
            </a:r>
            <a:r>
              <a:rPr lang="en-GB" sz="2200" dirty="0">
                <a:cs typeface="Arial" pitchFamily="34" charset="0"/>
              </a:rPr>
              <a:t> / iris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958670" y="4927252"/>
            <a:ext cx="326389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en-GB" sz="2200" b="1">
                <a:cs typeface="Arial" pitchFamily="34" charset="0"/>
              </a:rPr>
              <a:t>Kaarttoevoer</a:t>
            </a:r>
            <a:r>
              <a:rPr lang="en-GB" sz="2200" b="1" dirty="0">
                <a:cs typeface="Arial" pitchFamily="34" charset="0"/>
              </a:rPr>
              <a:t>:</a:t>
            </a:r>
            <a:br>
              <a:rPr lang="en-GB" sz="2200" b="1" dirty="0">
                <a:cs typeface="Arial" pitchFamily="34" charset="0"/>
              </a:rPr>
            </a:br>
            <a:r>
              <a:rPr lang="en-GB" sz="2200" dirty="0">
                <a:cs typeface="Arial" pitchFamily="34" charset="0"/>
              </a:rPr>
              <a:t>data </a:t>
            </a:r>
            <a:r>
              <a:rPr lang="en-GB" sz="2200" dirty="0" err="1">
                <a:cs typeface="Arial" pitchFamily="34" charset="0"/>
              </a:rPr>
              <a:t>magneties</a:t>
            </a:r>
            <a:r>
              <a:rPr lang="en-GB" sz="2200" dirty="0">
                <a:cs typeface="Arial" pitchFamily="34" charset="0"/>
              </a:rPr>
              <a:t> </a:t>
            </a:r>
            <a:r>
              <a:rPr lang="en-GB" sz="2200" dirty="0" err="1">
                <a:cs typeface="Arial" pitchFamily="34" charset="0"/>
              </a:rPr>
              <a:t>gestoor</a:t>
            </a:r>
            <a:endParaRPr lang="en-GB" sz="2200" dirty="0">
              <a:cs typeface="Arial" pitchFamily="34" charset="0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08104" y="1711937"/>
            <a:ext cx="3096344" cy="2356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068207"/>
            <a:ext cx="4151234" cy="282608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Action Button: Home 9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8159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38" y="325464"/>
            <a:ext cx="8007796" cy="1485900"/>
          </a:xfrm>
        </p:spPr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Skandeerders</a:t>
            </a:r>
            <a:r>
              <a:rPr lang="en-GB" dirty="0">
                <a:solidFill>
                  <a:srgbClr val="C00000"/>
                </a:solidFill>
              </a:rPr>
              <a:t> / </a:t>
            </a:r>
            <a:r>
              <a:rPr lang="en-GB" dirty="0" err="1">
                <a:solidFill>
                  <a:srgbClr val="C00000"/>
                </a:solidFill>
              </a:rPr>
              <a:t>Leestoestelle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31640" y="2165042"/>
            <a:ext cx="2880320" cy="1882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ZA" sz="2000" b="1" dirty="0"/>
              <a:t>RFID (</a:t>
            </a:r>
            <a:r>
              <a:rPr lang="en-ZA" sz="2000" b="1" dirty="0" err="1"/>
              <a:t>Radiofrekwensie-identifikasie</a:t>
            </a:r>
            <a:r>
              <a:rPr lang="en-ZA" sz="2000" b="1" dirty="0"/>
              <a:t>): </a:t>
            </a:r>
            <a:r>
              <a:rPr lang="en-ZA" sz="2000" b="1" dirty="0" err="1"/>
              <a:t>klein</a:t>
            </a:r>
            <a:r>
              <a:rPr lang="en-ZA" sz="2000" b="1" dirty="0"/>
              <a:t> </a:t>
            </a:r>
            <a:r>
              <a:rPr lang="en-ZA" sz="2000" b="1" dirty="0" err="1"/>
              <a:t>radiotoestelle</a:t>
            </a:r>
            <a:r>
              <a:rPr lang="en-ZA" sz="2000" b="1" dirty="0"/>
              <a:t> om data </a:t>
            </a:r>
            <a:r>
              <a:rPr lang="en-ZA" sz="2000" b="1" dirty="0" err="1"/>
              <a:t>te</a:t>
            </a:r>
            <a:r>
              <a:rPr lang="en-ZA" sz="2000" b="1" dirty="0"/>
              <a:t> </a:t>
            </a:r>
            <a:r>
              <a:rPr lang="en-ZA" sz="2000" b="1" dirty="0" err="1"/>
              <a:t>stoor</a:t>
            </a:r>
            <a:r>
              <a:rPr lang="en-ZA" sz="2000" b="1" dirty="0"/>
              <a:t> </a:t>
            </a:r>
            <a:r>
              <a:rPr lang="en-ZA" sz="2000" b="1" dirty="0" err="1"/>
              <a:t>en</a:t>
            </a:r>
            <a:r>
              <a:rPr lang="en-ZA" sz="2000" b="1" dirty="0"/>
              <a:t> </a:t>
            </a:r>
            <a:r>
              <a:rPr lang="en-ZA" sz="2000" b="1" dirty="0" err="1"/>
              <a:t>te</a:t>
            </a:r>
            <a:r>
              <a:rPr lang="en-ZA" sz="2000" b="1" dirty="0"/>
              <a:t> </a:t>
            </a:r>
            <a:r>
              <a:rPr lang="en-ZA" sz="2000" b="1" dirty="0" err="1"/>
              <a:t>versend</a:t>
            </a:r>
            <a:endParaRPr lang="en-ZA" sz="2000" b="1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91766" y="4237396"/>
            <a:ext cx="8008168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1" dirty="0" err="1"/>
              <a:t>Karakterherkenning</a:t>
            </a:r>
            <a:endParaRPr lang="en-ZA" sz="2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OMR: </a:t>
            </a:r>
            <a:r>
              <a:rPr lang="en-US" sz="2000" i="1" dirty="0"/>
              <a:t>Optical Mark Recognition </a:t>
            </a:r>
            <a:r>
              <a:rPr lang="en-US" sz="2000" dirty="0"/>
              <a:t>– </a:t>
            </a:r>
            <a:r>
              <a:rPr lang="en-US" sz="2000" dirty="0" err="1"/>
              <a:t>skandeer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merk</a:t>
            </a:r>
            <a:r>
              <a:rPr lang="en-US" sz="2000" dirty="0"/>
              <a:t> </a:t>
            </a:r>
            <a:r>
              <a:rPr lang="en-US" sz="2000" dirty="0" err="1"/>
              <a:t>toetse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MICR: </a:t>
            </a:r>
            <a:r>
              <a:rPr lang="en-US" sz="2000" i="1" dirty="0"/>
              <a:t>Magnetic Ink Character Recognition </a:t>
            </a:r>
            <a:r>
              <a:rPr lang="en-US" sz="2000" dirty="0"/>
              <a:t>– </a:t>
            </a:r>
            <a:r>
              <a:rPr lang="en-US" sz="2000" dirty="0" err="1"/>
              <a:t>magnetiese</a:t>
            </a:r>
            <a:r>
              <a:rPr lang="en-US" sz="2000" dirty="0"/>
              <a:t> ink op </a:t>
            </a:r>
            <a:r>
              <a:rPr lang="en-US" sz="2000" dirty="0" err="1"/>
              <a:t>banktjeks</a:t>
            </a:r>
            <a:r>
              <a:rPr lang="en-US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</a:t>
            </a:r>
            <a:r>
              <a:rPr lang="en-US" sz="2000" b="1" dirty="0"/>
              <a:t>CR: </a:t>
            </a:r>
            <a:r>
              <a:rPr lang="en-US" sz="2000" i="1" dirty="0"/>
              <a:t>Optical Character Recognition </a:t>
            </a:r>
            <a:r>
              <a:rPr lang="en-US" sz="2000" dirty="0"/>
              <a:t>– </a:t>
            </a:r>
            <a:r>
              <a:rPr lang="en-US" sz="2000" dirty="0" err="1"/>
              <a:t>skandeer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redigeer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endParaRPr lang="en-ZA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963650"/>
            <a:ext cx="3585755" cy="23944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1401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8" name="Title 4"/>
          <p:cNvSpPr txBox="1">
            <a:spLocks/>
          </p:cNvSpPr>
          <p:nvPr/>
        </p:nvSpPr>
        <p:spPr>
          <a:xfrm>
            <a:off x="1218952" y="1052736"/>
            <a:ext cx="2892425" cy="2157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MODULE- aktiwiteit Bladsy 78</a:t>
            </a:r>
            <a:endParaRPr lang="en-ZA" dirty="0"/>
          </a:p>
        </p:txBody>
      </p:sp>
      <p:sp>
        <p:nvSpPr>
          <p:cNvPr id="9" name="Slide Number Placeholder 8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878F17-7D68-4484-876E-9660F07E60D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Action Button: Home 9">
            <a:hlinkClick r:id="rId2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1403648" y="3429000"/>
            <a:ext cx="689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Voltooi vrae 1 – 12 </a:t>
            </a:r>
          </a:p>
        </p:txBody>
      </p:sp>
    </p:spTree>
    <p:extLst>
      <p:ext uri="{BB962C8B-B14F-4D97-AF65-F5344CB8AC3E}">
        <p14:creationId xmlns:p14="http://schemas.microsoft.com/office/powerpoint/2010/main" val="2449499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782" y="344772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Video- </a:t>
            </a:r>
            <a:r>
              <a:rPr lang="en-GB" dirty="0" err="1">
                <a:solidFill>
                  <a:srgbClr val="C00000"/>
                </a:solidFill>
              </a:rPr>
              <a:t>en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 err="1">
                <a:solidFill>
                  <a:srgbClr val="C00000"/>
                </a:solidFill>
              </a:rPr>
              <a:t>klanktoevoer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85782" y="2059881"/>
            <a:ext cx="49114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/>
              <a:t>Dra </a:t>
            </a:r>
            <a:r>
              <a:rPr lang="en-ZA" sz="2400" b="1"/>
              <a:t>video na </a:t>
            </a:r>
            <a:r>
              <a:rPr lang="en-ZA" sz="2400" b="1" err="1"/>
              <a:t>jou</a:t>
            </a:r>
            <a:r>
              <a:rPr lang="en-ZA" sz="2400" b="1"/>
              <a:t> rekenaar oor</a:t>
            </a:r>
            <a:endParaRPr lang="en-ZA" sz="2400" b="1" dirty="0"/>
          </a:p>
        </p:txBody>
      </p:sp>
      <p:sp>
        <p:nvSpPr>
          <p:cNvPr id="8" name="Film"/>
          <p:cNvSpPr>
            <a:spLocks noEditPoints="1" noChangeArrowheads="1"/>
          </p:cNvSpPr>
          <p:nvPr/>
        </p:nvSpPr>
        <p:spPr bwMode="auto">
          <a:xfrm>
            <a:off x="1259632" y="3157196"/>
            <a:ext cx="1292672" cy="2115152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600 w 21600"/>
              <a:gd name="T7" fmla="*/ 10800 h 21600"/>
              <a:gd name="T8" fmla="*/ 21600 w 21600"/>
              <a:gd name="T9" fmla="*/ 21600 h 21600"/>
              <a:gd name="T10" fmla="*/ 10800 w 21600"/>
              <a:gd name="T11" fmla="*/ 21600 h 21600"/>
              <a:gd name="T12" fmla="*/ 0 w 21600"/>
              <a:gd name="T13" fmla="*/ 21600 h 21600"/>
              <a:gd name="T14" fmla="*/ 0 w 21600"/>
              <a:gd name="T15" fmla="*/ 10800 h 21600"/>
              <a:gd name="T16" fmla="*/ 4960 w 21600"/>
              <a:gd name="T17" fmla="*/ 8129 h 21600"/>
              <a:gd name="T18" fmla="*/ 17079 w 21600"/>
              <a:gd name="T19" fmla="*/ 1342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  <a:path w="21600" h="21600" extrusionOk="0">
                <a:moveTo>
                  <a:pt x="3014" y="21600"/>
                </a:moveTo>
                <a:lnTo>
                  <a:pt x="3014" y="0"/>
                </a:lnTo>
                <a:lnTo>
                  <a:pt x="0" y="0"/>
                </a:lnTo>
                <a:lnTo>
                  <a:pt x="0" y="21600"/>
                </a:lnTo>
                <a:lnTo>
                  <a:pt x="3014" y="21600"/>
                </a:lnTo>
                <a:close/>
              </a:path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18586" y="0"/>
                </a:lnTo>
                <a:lnTo>
                  <a:pt x="18586" y="21600"/>
                </a:lnTo>
                <a:lnTo>
                  <a:pt x="21600" y="21600"/>
                </a:lnTo>
                <a:close/>
              </a:path>
              <a:path w="21600" h="21600" extrusionOk="0">
                <a:moveTo>
                  <a:pt x="6028" y="6574"/>
                </a:moveTo>
                <a:lnTo>
                  <a:pt x="15572" y="6574"/>
                </a:lnTo>
                <a:lnTo>
                  <a:pt x="16074" y="6574"/>
                </a:lnTo>
                <a:lnTo>
                  <a:pt x="16326" y="6457"/>
                </a:lnTo>
                <a:lnTo>
                  <a:pt x="16577" y="6339"/>
                </a:lnTo>
                <a:lnTo>
                  <a:pt x="16828" y="6222"/>
                </a:lnTo>
                <a:lnTo>
                  <a:pt x="17079" y="6222"/>
                </a:lnTo>
                <a:lnTo>
                  <a:pt x="17330" y="5987"/>
                </a:lnTo>
                <a:lnTo>
                  <a:pt x="17330" y="5870"/>
                </a:lnTo>
                <a:lnTo>
                  <a:pt x="17581" y="5635"/>
                </a:lnTo>
                <a:lnTo>
                  <a:pt x="17581" y="1526"/>
                </a:lnTo>
                <a:lnTo>
                  <a:pt x="17330" y="1291"/>
                </a:lnTo>
                <a:lnTo>
                  <a:pt x="17330" y="1174"/>
                </a:lnTo>
                <a:lnTo>
                  <a:pt x="17079" y="1057"/>
                </a:lnTo>
                <a:lnTo>
                  <a:pt x="16828" y="939"/>
                </a:lnTo>
                <a:lnTo>
                  <a:pt x="16577" y="822"/>
                </a:lnTo>
                <a:lnTo>
                  <a:pt x="16326" y="704"/>
                </a:lnTo>
                <a:lnTo>
                  <a:pt x="16074" y="704"/>
                </a:lnTo>
                <a:lnTo>
                  <a:pt x="15572" y="587"/>
                </a:lnTo>
                <a:lnTo>
                  <a:pt x="6028" y="587"/>
                </a:lnTo>
                <a:lnTo>
                  <a:pt x="5526" y="704"/>
                </a:lnTo>
                <a:lnTo>
                  <a:pt x="5274" y="704"/>
                </a:lnTo>
                <a:lnTo>
                  <a:pt x="5023" y="822"/>
                </a:lnTo>
                <a:lnTo>
                  <a:pt x="4772" y="939"/>
                </a:lnTo>
                <a:lnTo>
                  <a:pt x="4521" y="1057"/>
                </a:lnTo>
                <a:lnTo>
                  <a:pt x="4270" y="1174"/>
                </a:lnTo>
                <a:lnTo>
                  <a:pt x="4270" y="1291"/>
                </a:lnTo>
                <a:lnTo>
                  <a:pt x="4019" y="1526"/>
                </a:lnTo>
                <a:lnTo>
                  <a:pt x="4019" y="5635"/>
                </a:lnTo>
                <a:lnTo>
                  <a:pt x="4270" y="5870"/>
                </a:lnTo>
                <a:lnTo>
                  <a:pt x="4270" y="5987"/>
                </a:lnTo>
                <a:lnTo>
                  <a:pt x="4521" y="6222"/>
                </a:lnTo>
                <a:lnTo>
                  <a:pt x="4772" y="6222"/>
                </a:lnTo>
                <a:lnTo>
                  <a:pt x="5023" y="6339"/>
                </a:lnTo>
                <a:lnTo>
                  <a:pt x="5274" y="6457"/>
                </a:lnTo>
                <a:lnTo>
                  <a:pt x="5526" y="6574"/>
                </a:lnTo>
                <a:lnTo>
                  <a:pt x="6028" y="6574"/>
                </a:lnTo>
                <a:close/>
              </a:path>
              <a:path w="21600" h="21600" extrusionOk="0">
                <a:moveTo>
                  <a:pt x="6028" y="13617"/>
                </a:moveTo>
                <a:lnTo>
                  <a:pt x="15572" y="13617"/>
                </a:lnTo>
                <a:lnTo>
                  <a:pt x="16074" y="13617"/>
                </a:lnTo>
                <a:lnTo>
                  <a:pt x="16326" y="13617"/>
                </a:lnTo>
                <a:lnTo>
                  <a:pt x="16577" y="13500"/>
                </a:lnTo>
                <a:lnTo>
                  <a:pt x="16828" y="13383"/>
                </a:lnTo>
                <a:lnTo>
                  <a:pt x="17079" y="13265"/>
                </a:lnTo>
                <a:lnTo>
                  <a:pt x="17330" y="13148"/>
                </a:lnTo>
                <a:lnTo>
                  <a:pt x="17330" y="12913"/>
                </a:lnTo>
                <a:lnTo>
                  <a:pt x="17581" y="12796"/>
                </a:lnTo>
                <a:lnTo>
                  <a:pt x="17581" y="8687"/>
                </a:lnTo>
                <a:lnTo>
                  <a:pt x="17330" y="8452"/>
                </a:lnTo>
                <a:lnTo>
                  <a:pt x="17330" y="8335"/>
                </a:lnTo>
                <a:lnTo>
                  <a:pt x="17079" y="8217"/>
                </a:lnTo>
                <a:lnTo>
                  <a:pt x="16828" y="7983"/>
                </a:lnTo>
                <a:lnTo>
                  <a:pt x="16577" y="7983"/>
                </a:lnTo>
                <a:lnTo>
                  <a:pt x="16326" y="7865"/>
                </a:lnTo>
                <a:lnTo>
                  <a:pt x="16074" y="7865"/>
                </a:lnTo>
                <a:lnTo>
                  <a:pt x="15572" y="7748"/>
                </a:lnTo>
                <a:lnTo>
                  <a:pt x="6028" y="7748"/>
                </a:lnTo>
                <a:lnTo>
                  <a:pt x="5526" y="7865"/>
                </a:lnTo>
                <a:lnTo>
                  <a:pt x="5274" y="7865"/>
                </a:lnTo>
                <a:lnTo>
                  <a:pt x="5023" y="7983"/>
                </a:lnTo>
                <a:lnTo>
                  <a:pt x="4772" y="7983"/>
                </a:lnTo>
                <a:lnTo>
                  <a:pt x="4521" y="8217"/>
                </a:lnTo>
                <a:lnTo>
                  <a:pt x="4270" y="8335"/>
                </a:lnTo>
                <a:lnTo>
                  <a:pt x="4270" y="8452"/>
                </a:lnTo>
                <a:lnTo>
                  <a:pt x="4019" y="8687"/>
                </a:lnTo>
                <a:lnTo>
                  <a:pt x="4019" y="12796"/>
                </a:lnTo>
                <a:lnTo>
                  <a:pt x="4270" y="12913"/>
                </a:lnTo>
                <a:lnTo>
                  <a:pt x="4270" y="13148"/>
                </a:lnTo>
                <a:lnTo>
                  <a:pt x="4521" y="13265"/>
                </a:lnTo>
                <a:lnTo>
                  <a:pt x="4772" y="13383"/>
                </a:lnTo>
                <a:lnTo>
                  <a:pt x="5023" y="13500"/>
                </a:lnTo>
                <a:lnTo>
                  <a:pt x="5274" y="13617"/>
                </a:lnTo>
                <a:lnTo>
                  <a:pt x="5526" y="13617"/>
                </a:lnTo>
                <a:lnTo>
                  <a:pt x="6028" y="13617"/>
                </a:lnTo>
                <a:close/>
              </a:path>
              <a:path w="21600" h="21600" extrusionOk="0">
                <a:moveTo>
                  <a:pt x="6028" y="20778"/>
                </a:moveTo>
                <a:lnTo>
                  <a:pt x="15572" y="20778"/>
                </a:lnTo>
                <a:lnTo>
                  <a:pt x="16074" y="20778"/>
                </a:lnTo>
                <a:lnTo>
                  <a:pt x="16326" y="20661"/>
                </a:lnTo>
                <a:lnTo>
                  <a:pt x="16577" y="20661"/>
                </a:lnTo>
                <a:lnTo>
                  <a:pt x="16828" y="20543"/>
                </a:lnTo>
                <a:lnTo>
                  <a:pt x="17079" y="20426"/>
                </a:lnTo>
                <a:lnTo>
                  <a:pt x="17330" y="20309"/>
                </a:lnTo>
                <a:lnTo>
                  <a:pt x="17330" y="20074"/>
                </a:lnTo>
                <a:lnTo>
                  <a:pt x="17581" y="19957"/>
                </a:lnTo>
                <a:lnTo>
                  <a:pt x="17581" y="15730"/>
                </a:lnTo>
                <a:lnTo>
                  <a:pt x="17330" y="15613"/>
                </a:lnTo>
                <a:lnTo>
                  <a:pt x="17330" y="15378"/>
                </a:lnTo>
                <a:lnTo>
                  <a:pt x="17079" y="15378"/>
                </a:lnTo>
                <a:lnTo>
                  <a:pt x="16828" y="15143"/>
                </a:lnTo>
                <a:lnTo>
                  <a:pt x="16577" y="15026"/>
                </a:lnTo>
                <a:lnTo>
                  <a:pt x="16326" y="15026"/>
                </a:lnTo>
                <a:lnTo>
                  <a:pt x="16074" y="15026"/>
                </a:lnTo>
                <a:lnTo>
                  <a:pt x="15572" y="14909"/>
                </a:lnTo>
                <a:lnTo>
                  <a:pt x="6028" y="14909"/>
                </a:lnTo>
                <a:lnTo>
                  <a:pt x="5526" y="15026"/>
                </a:lnTo>
                <a:lnTo>
                  <a:pt x="5274" y="15026"/>
                </a:lnTo>
                <a:lnTo>
                  <a:pt x="5023" y="15026"/>
                </a:lnTo>
                <a:lnTo>
                  <a:pt x="4772" y="15143"/>
                </a:lnTo>
                <a:lnTo>
                  <a:pt x="4521" y="15378"/>
                </a:lnTo>
                <a:lnTo>
                  <a:pt x="4270" y="15378"/>
                </a:lnTo>
                <a:lnTo>
                  <a:pt x="4270" y="15613"/>
                </a:lnTo>
                <a:lnTo>
                  <a:pt x="4019" y="15730"/>
                </a:lnTo>
                <a:lnTo>
                  <a:pt x="4019" y="19957"/>
                </a:lnTo>
                <a:lnTo>
                  <a:pt x="4270" y="20074"/>
                </a:lnTo>
                <a:lnTo>
                  <a:pt x="4270" y="20309"/>
                </a:lnTo>
                <a:lnTo>
                  <a:pt x="4521" y="20426"/>
                </a:lnTo>
                <a:lnTo>
                  <a:pt x="4772" y="20543"/>
                </a:lnTo>
                <a:lnTo>
                  <a:pt x="5023" y="20661"/>
                </a:lnTo>
                <a:lnTo>
                  <a:pt x="5274" y="20661"/>
                </a:lnTo>
                <a:lnTo>
                  <a:pt x="5526" y="20778"/>
                </a:lnTo>
                <a:lnTo>
                  <a:pt x="6028" y="20778"/>
                </a:lnTo>
                <a:close/>
              </a:path>
              <a:path w="21600" h="21600" extrusionOk="0">
                <a:moveTo>
                  <a:pt x="753" y="1291"/>
                </a:moveTo>
                <a:lnTo>
                  <a:pt x="2260" y="1291"/>
                </a:lnTo>
                <a:lnTo>
                  <a:pt x="2260" y="235"/>
                </a:lnTo>
                <a:lnTo>
                  <a:pt x="753" y="235"/>
                </a:lnTo>
                <a:lnTo>
                  <a:pt x="753" y="1291"/>
                </a:lnTo>
                <a:close/>
              </a:path>
              <a:path w="21600" h="21600" extrusionOk="0">
                <a:moveTo>
                  <a:pt x="753" y="2700"/>
                </a:moveTo>
                <a:lnTo>
                  <a:pt x="2260" y="2700"/>
                </a:lnTo>
                <a:lnTo>
                  <a:pt x="2260" y="1643"/>
                </a:lnTo>
                <a:lnTo>
                  <a:pt x="753" y="1643"/>
                </a:lnTo>
                <a:lnTo>
                  <a:pt x="753" y="2700"/>
                </a:lnTo>
                <a:close/>
              </a:path>
              <a:path w="21600" h="21600" extrusionOk="0">
                <a:moveTo>
                  <a:pt x="753" y="4109"/>
                </a:moveTo>
                <a:lnTo>
                  <a:pt x="2260" y="4109"/>
                </a:lnTo>
                <a:lnTo>
                  <a:pt x="2260" y="3052"/>
                </a:lnTo>
                <a:lnTo>
                  <a:pt x="753" y="3052"/>
                </a:lnTo>
                <a:lnTo>
                  <a:pt x="753" y="4109"/>
                </a:lnTo>
                <a:close/>
              </a:path>
              <a:path w="21600" h="21600" extrusionOk="0">
                <a:moveTo>
                  <a:pt x="753" y="5517"/>
                </a:moveTo>
                <a:lnTo>
                  <a:pt x="2260" y="5517"/>
                </a:lnTo>
                <a:lnTo>
                  <a:pt x="2260" y="4461"/>
                </a:lnTo>
                <a:lnTo>
                  <a:pt x="753" y="4461"/>
                </a:lnTo>
                <a:lnTo>
                  <a:pt x="753" y="5517"/>
                </a:lnTo>
                <a:close/>
              </a:path>
              <a:path w="21600" h="21600" extrusionOk="0">
                <a:moveTo>
                  <a:pt x="753" y="6926"/>
                </a:moveTo>
                <a:lnTo>
                  <a:pt x="2260" y="6926"/>
                </a:lnTo>
                <a:lnTo>
                  <a:pt x="2260" y="5870"/>
                </a:lnTo>
                <a:lnTo>
                  <a:pt x="753" y="5870"/>
                </a:lnTo>
                <a:lnTo>
                  <a:pt x="753" y="6926"/>
                </a:lnTo>
                <a:close/>
              </a:path>
              <a:path w="21600" h="21600" extrusionOk="0">
                <a:moveTo>
                  <a:pt x="753" y="8335"/>
                </a:moveTo>
                <a:lnTo>
                  <a:pt x="2260" y="8335"/>
                </a:lnTo>
                <a:lnTo>
                  <a:pt x="2260" y="7278"/>
                </a:lnTo>
                <a:lnTo>
                  <a:pt x="753" y="7278"/>
                </a:lnTo>
                <a:lnTo>
                  <a:pt x="753" y="8335"/>
                </a:lnTo>
                <a:close/>
              </a:path>
              <a:path w="21600" h="21600" extrusionOk="0">
                <a:moveTo>
                  <a:pt x="753" y="9743"/>
                </a:moveTo>
                <a:lnTo>
                  <a:pt x="2260" y="9743"/>
                </a:lnTo>
                <a:lnTo>
                  <a:pt x="2260" y="8687"/>
                </a:lnTo>
                <a:lnTo>
                  <a:pt x="753" y="8687"/>
                </a:lnTo>
                <a:lnTo>
                  <a:pt x="753" y="9743"/>
                </a:lnTo>
                <a:close/>
              </a:path>
              <a:path w="21600" h="21600" extrusionOk="0">
                <a:moveTo>
                  <a:pt x="753" y="11152"/>
                </a:moveTo>
                <a:lnTo>
                  <a:pt x="2260" y="11152"/>
                </a:lnTo>
                <a:lnTo>
                  <a:pt x="2260" y="10096"/>
                </a:lnTo>
                <a:lnTo>
                  <a:pt x="753" y="10096"/>
                </a:lnTo>
                <a:lnTo>
                  <a:pt x="753" y="11152"/>
                </a:lnTo>
                <a:close/>
              </a:path>
              <a:path w="21600" h="21600" extrusionOk="0">
                <a:moveTo>
                  <a:pt x="753" y="12561"/>
                </a:moveTo>
                <a:lnTo>
                  <a:pt x="2260" y="12561"/>
                </a:lnTo>
                <a:lnTo>
                  <a:pt x="2260" y="11504"/>
                </a:lnTo>
                <a:lnTo>
                  <a:pt x="753" y="11504"/>
                </a:lnTo>
                <a:lnTo>
                  <a:pt x="753" y="12561"/>
                </a:lnTo>
                <a:close/>
              </a:path>
              <a:path w="21600" h="21600" extrusionOk="0">
                <a:moveTo>
                  <a:pt x="753" y="13970"/>
                </a:moveTo>
                <a:lnTo>
                  <a:pt x="2260" y="13970"/>
                </a:lnTo>
                <a:lnTo>
                  <a:pt x="2260" y="12913"/>
                </a:lnTo>
                <a:lnTo>
                  <a:pt x="753" y="12913"/>
                </a:lnTo>
                <a:lnTo>
                  <a:pt x="753" y="13970"/>
                </a:lnTo>
                <a:close/>
              </a:path>
              <a:path w="21600" h="21600" extrusionOk="0">
                <a:moveTo>
                  <a:pt x="753" y="15378"/>
                </a:moveTo>
                <a:lnTo>
                  <a:pt x="2260" y="15378"/>
                </a:lnTo>
                <a:lnTo>
                  <a:pt x="2260" y="14322"/>
                </a:lnTo>
                <a:lnTo>
                  <a:pt x="753" y="14322"/>
                </a:lnTo>
                <a:lnTo>
                  <a:pt x="753" y="15378"/>
                </a:lnTo>
                <a:close/>
              </a:path>
              <a:path w="21600" h="21600" extrusionOk="0">
                <a:moveTo>
                  <a:pt x="753" y="16787"/>
                </a:moveTo>
                <a:lnTo>
                  <a:pt x="2260" y="16787"/>
                </a:lnTo>
                <a:lnTo>
                  <a:pt x="2260" y="15730"/>
                </a:lnTo>
                <a:lnTo>
                  <a:pt x="753" y="15730"/>
                </a:lnTo>
                <a:lnTo>
                  <a:pt x="753" y="16787"/>
                </a:lnTo>
                <a:close/>
              </a:path>
              <a:path w="21600" h="21600" extrusionOk="0">
                <a:moveTo>
                  <a:pt x="753" y="18196"/>
                </a:moveTo>
                <a:lnTo>
                  <a:pt x="2260" y="18196"/>
                </a:lnTo>
                <a:lnTo>
                  <a:pt x="2260" y="17139"/>
                </a:lnTo>
                <a:lnTo>
                  <a:pt x="753" y="17139"/>
                </a:lnTo>
                <a:lnTo>
                  <a:pt x="753" y="18196"/>
                </a:lnTo>
                <a:close/>
              </a:path>
              <a:path w="21600" h="21600" extrusionOk="0">
                <a:moveTo>
                  <a:pt x="753" y="19604"/>
                </a:moveTo>
                <a:lnTo>
                  <a:pt x="2260" y="19604"/>
                </a:lnTo>
                <a:lnTo>
                  <a:pt x="2260" y="18548"/>
                </a:lnTo>
                <a:lnTo>
                  <a:pt x="753" y="18548"/>
                </a:lnTo>
                <a:lnTo>
                  <a:pt x="753" y="19604"/>
                </a:lnTo>
                <a:close/>
              </a:path>
              <a:path w="21600" h="21600" extrusionOk="0">
                <a:moveTo>
                  <a:pt x="753" y="21013"/>
                </a:moveTo>
                <a:lnTo>
                  <a:pt x="2260" y="21013"/>
                </a:lnTo>
                <a:lnTo>
                  <a:pt x="2260" y="19957"/>
                </a:lnTo>
                <a:lnTo>
                  <a:pt x="753" y="19957"/>
                </a:lnTo>
                <a:lnTo>
                  <a:pt x="753" y="21013"/>
                </a:lnTo>
                <a:close/>
              </a:path>
              <a:path w="21600" h="21600" extrusionOk="0">
                <a:moveTo>
                  <a:pt x="19340" y="1409"/>
                </a:moveTo>
                <a:lnTo>
                  <a:pt x="20595" y="1409"/>
                </a:lnTo>
                <a:lnTo>
                  <a:pt x="20595" y="352"/>
                </a:lnTo>
                <a:lnTo>
                  <a:pt x="19340" y="352"/>
                </a:lnTo>
                <a:lnTo>
                  <a:pt x="19340" y="1409"/>
                </a:lnTo>
                <a:close/>
              </a:path>
              <a:path w="21600" h="21600" extrusionOk="0">
                <a:moveTo>
                  <a:pt x="19340" y="2700"/>
                </a:moveTo>
                <a:lnTo>
                  <a:pt x="20595" y="2700"/>
                </a:lnTo>
                <a:lnTo>
                  <a:pt x="20595" y="1643"/>
                </a:lnTo>
                <a:lnTo>
                  <a:pt x="19340" y="1643"/>
                </a:lnTo>
                <a:lnTo>
                  <a:pt x="19340" y="2700"/>
                </a:lnTo>
                <a:close/>
              </a:path>
              <a:path w="21600" h="21600" extrusionOk="0">
                <a:moveTo>
                  <a:pt x="19340" y="4109"/>
                </a:moveTo>
                <a:lnTo>
                  <a:pt x="20595" y="4109"/>
                </a:lnTo>
                <a:lnTo>
                  <a:pt x="20595" y="3052"/>
                </a:lnTo>
                <a:lnTo>
                  <a:pt x="19340" y="3052"/>
                </a:lnTo>
                <a:lnTo>
                  <a:pt x="19340" y="4109"/>
                </a:lnTo>
                <a:close/>
              </a:path>
              <a:path w="21600" h="21600" extrusionOk="0">
                <a:moveTo>
                  <a:pt x="19340" y="5517"/>
                </a:moveTo>
                <a:lnTo>
                  <a:pt x="20595" y="5517"/>
                </a:lnTo>
                <a:lnTo>
                  <a:pt x="20595" y="4461"/>
                </a:lnTo>
                <a:lnTo>
                  <a:pt x="19340" y="4461"/>
                </a:lnTo>
                <a:lnTo>
                  <a:pt x="19340" y="5517"/>
                </a:lnTo>
                <a:close/>
              </a:path>
              <a:path w="21600" h="21600" extrusionOk="0">
                <a:moveTo>
                  <a:pt x="19340" y="6926"/>
                </a:moveTo>
                <a:lnTo>
                  <a:pt x="20595" y="6926"/>
                </a:lnTo>
                <a:lnTo>
                  <a:pt x="20595" y="5870"/>
                </a:lnTo>
                <a:lnTo>
                  <a:pt x="19340" y="5870"/>
                </a:lnTo>
                <a:lnTo>
                  <a:pt x="19340" y="6926"/>
                </a:lnTo>
                <a:close/>
              </a:path>
              <a:path w="21600" h="21600" extrusionOk="0">
                <a:moveTo>
                  <a:pt x="19340" y="8335"/>
                </a:moveTo>
                <a:lnTo>
                  <a:pt x="20595" y="8335"/>
                </a:lnTo>
                <a:lnTo>
                  <a:pt x="20595" y="7278"/>
                </a:lnTo>
                <a:lnTo>
                  <a:pt x="19340" y="7278"/>
                </a:lnTo>
                <a:lnTo>
                  <a:pt x="19340" y="8335"/>
                </a:lnTo>
                <a:close/>
              </a:path>
              <a:path w="21600" h="21600" extrusionOk="0">
                <a:moveTo>
                  <a:pt x="19340" y="9743"/>
                </a:moveTo>
                <a:lnTo>
                  <a:pt x="20595" y="9743"/>
                </a:lnTo>
                <a:lnTo>
                  <a:pt x="20595" y="8687"/>
                </a:lnTo>
                <a:lnTo>
                  <a:pt x="19340" y="8687"/>
                </a:lnTo>
                <a:lnTo>
                  <a:pt x="19340" y="9743"/>
                </a:lnTo>
                <a:close/>
              </a:path>
              <a:path w="21600" h="21600" extrusionOk="0">
                <a:moveTo>
                  <a:pt x="19340" y="11152"/>
                </a:moveTo>
                <a:lnTo>
                  <a:pt x="20595" y="11152"/>
                </a:lnTo>
                <a:lnTo>
                  <a:pt x="20595" y="10096"/>
                </a:lnTo>
                <a:lnTo>
                  <a:pt x="19340" y="10096"/>
                </a:lnTo>
                <a:lnTo>
                  <a:pt x="19340" y="11152"/>
                </a:lnTo>
                <a:close/>
              </a:path>
              <a:path w="21600" h="21600" extrusionOk="0">
                <a:moveTo>
                  <a:pt x="19340" y="12561"/>
                </a:moveTo>
                <a:lnTo>
                  <a:pt x="20595" y="12561"/>
                </a:lnTo>
                <a:lnTo>
                  <a:pt x="20595" y="11504"/>
                </a:lnTo>
                <a:lnTo>
                  <a:pt x="19340" y="11504"/>
                </a:lnTo>
                <a:lnTo>
                  <a:pt x="19340" y="12561"/>
                </a:lnTo>
                <a:close/>
              </a:path>
              <a:path w="21600" h="21600" extrusionOk="0">
                <a:moveTo>
                  <a:pt x="19340" y="13970"/>
                </a:moveTo>
                <a:lnTo>
                  <a:pt x="20595" y="13970"/>
                </a:lnTo>
                <a:lnTo>
                  <a:pt x="20595" y="12913"/>
                </a:lnTo>
                <a:lnTo>
                  <a:pt x="19340" y="12913"/>
                </a:lnTo>
                <a:lnTo>
                  <a:pt x="19340" y="13970"/>
                </a:lnTo>
                <a:close/>
              </a:path>
              <a:path w="21600" h="21600" extrusionOk="0">
                <a:moveTo>
                  <a:pt x="19340" y="15378"/>
                </a:moveTo>
                <a:lnTo>
                  <a:pt x="20595" y="15378"/>
                </a:lnTo>
                <a:lnTo>
                  <a:pt x="20595" y="14322"/>
                </a:lnTo>
                <a:lnTo>
                  <a:pt x="19340" y="14322"/>
                </a:lnTo>
                <a:lnTo>
                  <a:pt x="19340" y="15378"/>
                </a:lnTo>
                <a:close/>
              </a:path>
              <a:path w="21600" h="21600" extrusionOk="0">
                <a:moveTo>
                  <a:pt x="19340" y="16787"/>
                </a:moveTo>
                <a:lnTo>
                  <a:pt x="20595" y="16787"/>
                </a:lnTo>
                <a:lnTo>
                  <a:pt x="20595" y="15730"/>
                </a:lnTo>
                <a:lnTo>
                  <a:pt x="19340" y="15730"/>
                </a:lnTo>
                <a:lnTo>
                  <a:pt x="19340" y="16787"/>
                </a:lnTo>
                <a:close/>
              </a:path>
              <a:path w="21600" h="21600" extrusionOk="0">
                <a:moveTo>
                  <a:pt x="19340" y="18196"/>
                </a:moveTo>
                <a:lnTo>
                  <a:pt x="20595" y="18196"/>
                </a:lnTo>
                <a:lnTo>
                  <a:pt x="20595" y="17139"/>
                </a:lnTo>
                <a:lnTo>
                  <a:pt x="19340" y="17139"/>
                </a:lnTo>
                <a:lnTo>
                  <a:pt x="19340" y="18196"/>
                </a:lnTo>
                <a:close/>
              </a:path>
              <a:path w="21600" h="21600" extrusionOk="0">
                <a:moveTo>
                  <a:pt x="19340" y="19604"/>
                </a:moveTo>
                <a:lnTo>
                  <a:pt x="20595" y="19604"/>
                </a:lnTo>
                <a:lnTo>
                  <a:pt x="20595" y="18548"/>
                </a:lnTo>
                <a:lnTo>
                  <a:pt x="19340" y="18548"/>
                </a:lnTo>
                <a:lnTo>
                  <a:pt x="19340" y="19604"/>
                </a:lnTo>
                <a:close/>
              </a:path>
              <a:path w="21600" h="21600" extrusionOk="0">
                <a:moveTo>
                  <a:pt x="19340" y="21013"/>
                </a:moveTo>
                <a:lnTo>
                  <a:pt x="20595" y="21013"/>
                </a:lnTo>
                <a:lnTo>
                  <a:pt x="20595" y="19957"/>
                </a:lnTo>
                <a:lnTo>
                  <a:pt x="19340" y="19957"/>
                </a:lnTo>
                <a:lnTo>
                  <a:pt x="19340" y="21013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43808" y="3337609"/>
            <a:ext cx="5521127" cy="187743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/>
              <a:t>Neem </a:t>
            </a:r>
            <a:r>
              <a:rPr lang="en-GB" sz="2400" dirty="0" err="1"/>
              <a:t>dit</a:t>
            </a:r>
            <a:r>
              <a:rPr lang="en-GB" sz="2400" dirty="0"/>
              <a:t> </a:t>
            </a:r>
            <a:r>
              <a:rPr lang="en-GB" sz="2400" dirty="0" err="1"/>
              <a:t>direk</a:t>
            </a:r>
            <a:r>
              <a:rPr lang="en-GB" sz="2400" dirty="0"/>
              <a:t> met ’n </a:t>
            </a:r>
            <a:r>
              <a:rPr lang="en-GB" sz="2400" dirty="0" err="1"/>
              <a:t>webkamera</a:t>
            </a:r>
            <a:r>
              <a:rPr lang="en-GB" sz="2400" dirty="0"/>
              <a:t> op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/>
              <a:t>Dra </a:t>
            </a:r>
            <a:r>
              <a:rPr lang="en-GB" sz="2400" dirty="0" err="1"/>
              <a:t>dit</a:t>
            </a:r>
            <a:r>
              <a:rPr lang="en-GB" sz="2400" dirty="0"/>
              <a:t> </a:t>
            </a:r>
            <a:r>
              <a:rPr lang="en-GB" sz="2400" dirty="0" err="1"/>
              <a:t>oor</a:t>
            </a:r>
            <a:r>
              <a:rPr lang="en-GB" sz="2400" dirty="0"/>
              <a:t> </a:t>
            </a:r>
            <a:r>
              <a:rPr lang="en-GB" sz="2400" dirty="0" err="1"/>
              <a:t>vanaf</a:t>
            </a:r>
            <a:r>
              <a:rPr lang="en-GB" sz="2400" dirty="0"/>
              <a:t> ’n </a:t>
            </a:r>
            <a:r>
              <a:rPr lang="en-GB" sz="2400" dirty="0" err="1"/>
              <a:t>digitale</a:t>
            </a:r>
            <a:r>
              <a:rPr lang="en-GB" sz="2400" dirty="0"/>
              <a:t> </a:t>
            </a:r>
            <a:r>
              <a:rPr lang="en-GB" sz="2400" dirty="0" err="1"/>
              <a:t>kamera</a:t>
            </a:r>
            <a:r>
              <a:rPr lang="en-GB" sz="2400" dirty="0"/>
              <a:t> of</a:t>
            </a:r>
            <a:br>
              <a:rPr lang="en-GB" sz="2400" dirty="0"/>
            </a:br>
            <a:r>
              <a:rPr lang="en-GB" sz="2400" dirty="0" err="1"/>
              <a:t>digitale</a:t>
            </a:r>
            <a:r>
              <a:rPr lang="en-GB" sz="2400" dirty="0"/>
              <a:t> </a:t>
            </a:r>
            <a:r>
              <a:rPr lang="en-GB" sz="2400" dirty="0" err="1"/>
              <a:t>videokamera</a:t>
            </a:r>
            <a:endParaRPr lang="en-GB" sz="24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Dra </a:t>
            </a:r>
            <a:r>
              <a:rPr lang="en-GB" sz="2400" dirty="0" err="1"/>
              <a:t>dit</a:t>
            </a:r>
            <a:r>
              <a:rPr lang="en-GB" sz="2400" dirty="0"/>
              <a:t> </a:t>
            </a:r>
            <a:r>
              <a:rPr lang="en-GB" sz="2400" dirty="0" err="1"/>
              <a:t>vanaf</a:t>
            </a:r>
            <a:r>
              <a:rPr lang="en-GB" sz="2400" dirty="0"/>
              <a:t> ’n </a:t>
            </a:r>
            <a:r>
              <a:rPr lang="en-GB" sz="2400" dirty="0" err="1"/>
              <a:t>selfoon</a:t>
            </a:r>
            <a:r>
              <a:rPr lang="en-GB" sz="2400" dirty="0"/>
              <a:t> </a:t>
            </a:r>
            <a:r>
              <a:rPr lang="en-GB" sz="2400" dirty="0" err="1"/>
              <a:t>oor</a:t>
            </a: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Action Button: Home 13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3129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2" y="334040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>
                <a:solidFill>
                  <a:srgbClr val="C00000"/>
                </a:solidFill>
              </a:rPr>
              <a:t>Video- </a:t>
            </a:r>
            <a:r>
              <a:rPr lang="en-GB" dirty="0" err="1">
                <a:solidFill>
                  <a:srgbClr val="C00000"/>
                </a:solidFill>
              </a:rPr>
              <a:t>en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 err="1">
                <a:solidFill>
                  <a:srgbClr val="C00000"/>
                </a:solidFill>
              </a:rPr>
              <a:t>klanktoevoer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8628" y="1987505"/>
            <a:ext cx="7962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 err="1"/>
              <a:t>Klank</a:t>
            </a:r>
            <a:r>
              <a:rPr lang="en-ZA" sz="2400" b="1" dirty="0"/>
              <a:t> </a:t>
            </a:r>
            <a:r>
              <a:rPr lang="en-ZA" sz="2400" b="1" dirty="0" err="1"/>
              <a:t>kan</a:t>
            </a:r>
            <a:r>
              <a:rPr lang="en-ZA" sz="2400" b="1" dirty="0"/>
              <a:t> </a:t>
            </a:r>
            <a:r>
              <a:rPr lang="en-ZA" sz="2400" b="1" dirty="0" err="1"/>
              <a:t>gebruik</a:t>
            </a:r>
            <a:r>
              <a:rPr lang="en-ZA" sz="2400" b="1" dirty="0"/>
              <a:t> </a:t>
            </a:r>
            <a:r>
              <a:rPr lang="en-ZA" sz="2400" b="1"/>
              <a:t>word om</a:t>
            </a:r>
            <a:endParaRPr lang="en-ZA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28" y="3530017"/>
            <a:ext cx="1808872" cy="13179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87824" y="2780928"/>
            <a:ext cx="5774991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musiek</a:t>
            </a:r>
            <a:r>
              <a:rPr lang="en-US" sz="2200" dirty="0"/>
              <a:t> op </a:t>
            </a:r>
            <a:r>
              <a:rPr lang="en-US" sz="2200" dirty="0" err="1"/>
              <a:t>te</a:t>
            </a:r>
            <a:r>
              <a:rPr lang="en-US" sz="2200" dirty="0"/>
              <a:t> neem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te</a:t>
            </a:r>
            <a:r>
              <a:rPr lang="en-US" sz="2200" dirty="0"/>
              <a:t> </a:t>
            </a:r>
            <a:r>
              <a:rPr lang="en-US" sz="2200" dirty="0" err="1"/>
              <a:t>redigeer</a:t>
            </a:r>
            <a:endParaRPr lang="en-US" sz="2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spraakopnames</a:t>
            </a:r>
            <a:r>
              <a:rPr lang="en-US" sz="2200" dirty="0"/>
              <a:t> </a:t>
            </a:r>
            <a:r>
              <a:rPr lang="en-US" sz="2200" dirty="0" err="1"/>
              <a:t>vir</a:t>
            </a:r>
            <a:r>
              <a:rPr lang="en-US" sz="2200" dirty="0"/>
              <a:t> </a:t>
            </a:r>
            <a:r>
              <a:rPr lang="en-US" sz="2200" dirty="0" err="1"/>
              <a:t>aanbiedings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videos </a:t>
            </a:r>
            <a:r>
              <a:rPr lang="en-US" sz="2200" dirty="0" err="1"/>
              <a:t>te</a:t>
            </a:r>
            <a:r>
              <a:rPr lang="en-US" sz="2200" dirty="0"/>
              <a:t> </a:t>
            </a:r>
            <a:r>
              <a:rPr lang="en-US" sz="2200" dirty="0" err="1"/>
              <a:t>maak</a:t>
            </a:r>
            <a:endParaRPr lang="en-US" sz="2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teks</a:t>
            </a:r>
            <a:r>
              <a:rPr lang="en-US" sz="2200" dirty="0"/>
              <a:t> in </a:t>
            </a:r>
            <a:r>
              <a:rPr lang="en-US" sz="2200" dirty="0" err="1"/>
              <a:t>te</a:t>
            </a:r>
            <a:r>
              <a:rPr lang="en-US" sz="2200" dirty="0"/>
              <a:t> </a:t>
            </a:r>
            <a:r>
              <a:rPr lang="en-US" sz="2200" dirty="0" err="1"/>
              <a:t>voer</a:t>
            </a:r>
            <a:r>
              <a:rPr lang="en-US" sz="2200" dirty="0"/>
              <a:t> – </a:t>
            </a:r>
            <a:r>
              <a:rPr lang="en-US" sz="2200" dirty="0" err="1"/>
              <a:t>jy</a:t>
            </a:r>
            <a:r>
              <a:rPr lang="en-US" sz="2200" dirty="0"/>
              <a:t> het </a:t>
            </a:r>
            <a:r>
              <a:rPr lang="en-US" sz="2200" dirty="0" err="1"/>
              <a:t>stemherkenning-sagteware</a:t>
            </a:r>
            <a:r>
              <a:rPr lang="en-US" sz="2200" dirty="0"/>
              <a:t> </a:t>
            </a:r>
            <a:r>
              <a:rPr lang="en-US" sz="2200" dirty="0" err="1"/>
              <a:t>nodig</a:t>
            </a:r>
            <a:r>
              <a:rPr lang="en-US" sz="2200" dirty="0"/>
              <a:t>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/>
              <a:t>aan </a:t>
            </a:r>
            <a:r>
              <a:rPr lang="en-US" sz="2200" dirty="0"/>
              <a:t>die </a:t>
            </a:r>
            <a:r>
              <a:rPr lang="en-US" sz="2200" err="1"/>
              <a:t>rekenaar</a:t>
            </a:r>
            <a:r>
              <a:rPr lang="en-US" sz="2200"/>
              <a:t> opdragte te gee</a:t>
            </a:r>
            <a:endParaRPr lang="en-US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Action Button: Home 14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0121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-2738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877" y="349204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 Video- </a:t>
            </a:r>
            <a:r>
              <a:rPr lang="en-GB" dirty="0" err="1">
                <a:solidFill>
                  <a:srgbClr val="C00000"/>
                </a:solidFill>
              </a:rPr>
              <a:t>en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 err="1">
                <a:solidFill>
                  <a:srgbClr val="C00000"/>
                </a:solidFill>
              </a:rPr>
              <a:t>klanktoevoer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008628" y="1987505"/>
            <a:ext cx="40674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 err="1"/>
              <a:t>Stemherkenningsagteware</a:t>
            </a:r>
            <a:endParaRPr lang="en-ZA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1008628" y="2461545"/>
            <a:ext cx="4499476" cy="123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Gebruik</a:t>
            </a:r>
            <a:r>
              <a:rPr lang="en-US" sz="2200" dirty="0"/>
              <a:t> ’n </a:t>
            </a:r>
            <a:r>
              <a:rPr lang="en-US" sz="2200" dirty="0" err="1"/>
              <a:t>mikrofoon</a:t>
            </a:r>
            <a:r>
              <a:rPr lang="en-US" sz="2200" dirty="0"/>
              <a:t> om </a:t>
            </a:r>
            <a:r>
              <a:rPr lang="en-US" sz="2200" dirty="0" err="1"/>
              <a:t>opdragte</a:t>
            </a:r>
            <a:r>
              <a:rPr lang="en-US" sz="2200" dirty="0"/>
              <a:t> </a:t>
            </a:r>
            <a:r>
              <a:rPr lang="en-US" sz="2200" dirty="0" err="1"/>
              <a:t>te</a:t>
            </a:r>
            <a:r>
              <a:rPr lang="en-US" sz="2200" dirty="0"/>
              <a:t> gee / om </a:t>
            </a:r>
            <a:r>
              <a:rPr lang="en-US" sz="2200" dirty="0" err="1"/>
              <a:t>teks</a:t>
            </a:r>
            <a:r>
              <a:rPr lang="en-US" sz="2200" dirty="0"/>
              <a:t> </a:t>
            </a:r>
            <a:r>
              <a:rPr lang="en-US" sz="2200" dirty="0" err="1"/>
              <a:t>te</a:t>
            </a:r>
            <a:r>
              <a:rPr lang="en-US" sz="2200" dirty="0"/>
              <a:t> </a:t>
            </a:r>
            <a:r>
              <a:rPr lang="en-US" sz="2200" dirty="0" err="1"/>
              <a:t>dikteer</a:t>
            </a:r>
            <a:endParaRPr lang="en-US" sz="22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i="1" dirty="0"/>
              <a:t>Windows</a:t>
            </a:r>
            <a:r>
              <a:rPr lang="en-US" sz="2200" dirty="0"/>
              <a:t> – </a:t>
            </a:r>
            <a:r>
              <a:rPr lang="en-US" sz="2200" i="1" dirty="0"/>
              <a:t>Speech Recognition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98" y="1912371"/>
            <a:ext cx="2495550" cy="18288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3977693"/>
            <a:ext cx="5460111" cy="2678000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Action Button: Home 11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7772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2" y="336027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rgbClr val="C00000"/>
                </a:solidFill>
              </a:rPr>
              <a:t>Klankafvoer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94086" y="1821927"/>
            <a:ext cx="54501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b="1" dirty="0" err="1"/>
              <a:t>Klank</a:t>
            </a:r>
            <a:r>
              <a:rPr lang="en-ZA" sz="2400" b="1" dirty="0"/>
              <a:t> word </a:t>
            </a:r>
            <a:r>
              <a:rPr lang="en-ZA" sz="2400" b="1" err="1"/>
              <a:t>gebruik</a:t>
            </a:r>
            <a:r>
              <a:rPr lang="en-ZA" sz="2400" b="1"/>
              <a:t> vir vir die volgende: </a:t>
            </a:r>
            <a:endParaRPr lang="en-ZA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968390" y="2393635"/>
            <a:ext cx="5897676" cy="301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/>
              <a:t>Gee aan </a:t>
            </a:r>
            <a:r>
              <a:rPr lang="en-US" sz="2000" dirty="0" err="1"/>
              <a:t>gebruikers</a:t>
            </a:r>
            <a:r>
              <a:rPr lang="en-US" sz="2000" dirty="0"/>
              <a:t> </a:t>
            </a:r>
            <a:r>
              <a:rPr lang="en-US" sz="2000" err="1"/>
              <a:t>terugvoer</a:t>
            </a:r>
            <a:r>
              <a:rPr lang="en-US" sz="2000"/>
              <a:t> terwyl </a:t>
            </a:r>
            <a:r>
              <a:rPr lang="en-US" sz="2000" dirty="0" err="1"/>
              <a:t>hulle</a:t>
            </a:r>
            <a:r>
              <a:rPr lang="en-US" sz="2000" dirty="0"/>
              <a:t> op die </a:t>
            </a:r>
            <a:r>
              <a:rPr lang="en-US" sz="2000" dirty="0" err="1"/>
              <a:t>rekenaar</a:t>
            </a:r>
            <a:r>
              <a:rPr lang="en-US" sz="2000" dirty="0"/>
              <a:t> </a:t>
            </a:r>
            <a:r>
              <a:rPr lang="en-US" sz="2000" dirty="0" err="1"/>
              <a:t>werk</a:t>
            </a:r>
            <a:endParaRPr lang="en-US" sz="2000" dirty="0"/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Maak</a:t>
            </a:r>
            <a:r>
              <a:rPr lang="en-US" sz="2000" dirty="0"/>
              <a:t> </a:t>
            </a:r>
            <a:r>
              <a:rPr lang="en-US" sz="2000" dirty="0" err="1"/>
              <a:t>dit</a:t>
            </a:r>
            <a:r>
              <a:rPr lang="en-US" sz="2000" dirty="0"/>
              <a:t> </a:t>
            </a:r>
            <a:r>
              <a:rPr lang="en-US" sz="2000" dirty="0" err="1"/>
              <a:t>makliker</a:t>
            </a:r>
            <a:r>
              <a:rPr lang="en-US" sz="2000" dirty="0"/>
              <a:t> </a:t>
            </a:r>
            <a:r>
              <a:rPr lang="en-US" sz="2000" dirty="0" err="1"/>
              <a:t>vir</a:t>
            </a:r>
            <a:r>
              <a:rPr lang="en-US" sz="2000" dirty="0"/>
              <a:t> </a:t>
            </a:r>
            <a:r>
              <a:rPr lang="en-US" sz="2000" dirty="0" err="1"/>
              <a:t>gestremde</a:t>
            </a:r>
            <a:r>
              <a:rPr lang="en-US" sz="2000" dirty="0"/>
              <a:t> </a:t>
            </a:r>
            <a:r>
              <a:rPr lang="en-US" sz="2000" dirty="0" err="1"/>
              <a:t>mense</a:t>
            </a:r>
            <a:r>
              <a:rPr lang="en-US" sz="2000" dirty="0"/>
              <a:t> (</a:t>
            </a:r>
            <a:r>
              <a:rPr lang="en-US" sz="2000" dirty="0" err="1"/>
              <a:t>teks-na-spraak</a:t>
            </a:r>
            <a:r>
              <a:rPr lang="en-US" sz="2000" dirty="0"/>
              <a:t>)</a:t>
            </a:r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Maak</a:t>
            </a:r>
            <a:r>
              <a:rPr lang="en-US" sz="2000" dirty="0"/>
              <a:t> </a:t>
            </a:r>
            <a:r>
              <a:rPr lang="en-US" sz="2000" dirty="0" err="1"/>
              <a:t>speletjies</a:t>
            </a:r>
            <a:r>
              <a:rPr lang="en-US" sz="2000" dirty="0"/>
              <a:t> </a:t>
            </a:r>
            <a:r>
              <a:rPr lang="en-US" sz="2000" dirty="0" err="1"/>
              <a:t>meer</a:t>
            </a:r>
            <a:r>
              <a:rPr lang="en-US" sz="2000" dirty="0"/>
              <a:t> </a:t>
            </a:r>
            <a:r>
              <a:rPr lang="en-US" sz="2000" dirty="0" err="1"/>
              <a:t>realisties</a:t>
            </a:r>
            <a:endParaRPr lang="en-US" sz="2000" dirty="0"/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Omskep</a:t>
            </a:r>
            <a:r>
              <a:rPr lang="en-US" sz="2000" dirty="0"/>
              <a:t> </a:t>
            </a:r>
            <a:r>
              <a:rPr lang="en-US" sz="2000" dirty="0" err="1"/>
              <a:t>rekenaars</a:t>
            </a:r>
            <a:r>
              <a:rPr lang="en-US" sz="2000" dirty="0"/>
              <a:t> in ware </a:t>
            </a:r>
            <a:r>
              <a:rPr lang="en-US" sz="2000" dirty="0" err="1"/>
              <a:t>vermaaktoestelle</a:t>
            </a:r>
            <a:r>
              <a:rPr lang="en-US" sz="2000" dirty="0"/>
              <a:t> – </a:t>
            </a:r>
            <a:r>
              <a:rPr lang="en-US" sz="2000" dirty="0" err="1"/>
              <a:t>speel</a:t>
            </a:r>
            <a:r>
              <a:rPr lang="en-US" sz="2000" dirty="0"/>
              <a:t> </a:t>
            </a:r>
            <a:r>
              <a:rPr lang="en-US" sz="2000" dirty="0" err="1"/>
              <a:t>flieks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musiek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963672" y="5436212"/>
            <a:ext cx="7632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Kwaliteit</a:t>
            </a:r>
            <a:r>
              <a:rPr lang="en-US" sz="2400" b="1" dirty="0">
                <a:solidFill>
                  <a:srgbClr val="FF0000"/>
                </a:solidFill>
              </a:rPr>
              <a:t> van die </a:t>
            </a:r>
            <a:r>
              <a:rPr lang="en-US" sz="2400" b="1" dirty="0" err="1">
                <a:solidFill>
                  <a:srgbClr val="FF0000"/>
                </a:solidFill>
              </a:rPr>
              <a:t>klank</a:t>
            </a:r>
            <a:r>
              <a:rPr lang="en-US" sz="2400" b="1" dirty="0">
                <a:solidFill>
                  <a:srgbClr val="FF0000"/>
                </a:solidFill>
              </a:rPr>
              <a:t> wat </a:t>
            </a:r>
            <a:r>
              <a:rPr lang="en-US" sz="2400" b="1" dirty="0" err="1">
                <a:solidFill>
                  <a:srgbClr val="FF0000"/>
                </a:solidFill>
              </a:rPr>
              <a:t>jy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hoor</a:t>
            </a:r>
            <a:r>
              <a:rPr lang="en-US" sz="2400" b="1" dirty="0">
                <a:solidFill>
                  <a:srgbClr val="FF0000"/>
                </a:solidFill>
              </a:rPr>
              <a:t> hang van die </a:t>
            </a:r>
            <a:r>
              <a:rPr lang="en-US" sz="2400" b="1" dirty="0" err="1">
                <a:solidFill>
                  <a:srgbClr val="FF0000"/>
                </a:solidFill>
              </a:rPr>
              <a:t>kwaliteit</a:t>
            </a:r>
            <a:r>
              <a:rPr lang="en-US" sz="2400" b="1" dirty="0">
                <a:solidFill>
                  <a:srgbClr val="FF0000"/>
                </a:solidFill>
              </a:rPr>
              <a:t> van die </a:t>
            </a:r>
            <a:r>
              <a:rPr lang="en-US" sz="2400" b="1" dirty="0" err="1">
                <a:solidFill>
                  <a:srgbClr val="FF0000"/>
                </a:solidFill>
              </a:rPr>
              <a:t>klankstelsel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af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49" y="1821927"/>
            <a:ext cx="1643912" cy="3263472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5997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757" y="376251"/>
            <a:ext cx="8007796" cy="1485900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Dataprojektors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43178" y="1906628"/>
            <a:ext cx="4012317" cy="232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Aanbieding</a:t>
            </a:r>
            <a:r>
              <a:rPr lang="en-US" sz="2200" dirty="0"/>
              <a:t> </a:t>
            </a:r>
            <a:r>
              <a:rPr lang="en-US" sz="2200" dirty="0" err="1"/>
              <a:t>voor</a:t>
            </a:r>
            <a:r>
              <a:rPr lang="en-US" sz="2200" dirty="0"/>
              <a:t> ’n </a:t>
            </a:r>
            <a:r>
              <a:rPr lang="en-US" sz="2200" dirty="0" err="1"/>
              <a:t>gehoor</a:t>
            </a:r>
            <a:endParaRPr lang="en-US" sz="2200" dirty="0"/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Vertoon</a:t>
            </a:r>
            <a:r>
              <a:rPr lang="en-US" sz="2200" dirty="0"/>
              <a:t> wat op die </a:t>
            </a:r>
            <a:r>
              <a:rPr lang="en-US" sz="2200" dirty="0" err="1"/>
              <a:t>rekenaarskerm</a:t>
            </a:r>
            <a:r>
              <a:rPr lang="en-US" sz="2200" dirty="0"/>
              <a:t> is teen ’n skerm of </a:t>
            </a:r>
            <a:r>
              <a:rPr lang="en-US" sz="2200" dirty="0" err="1"/>
              <a:t>muur</a:t>
            </a:r>
            <a:endParaRPr lang="en-US" sz="2200" dirty="0"/>
          </a:p>
          <a:p>
            <a:pPr marL="285750" indent="-28575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LCD, DLP, RGB, LED, Pico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227" y="4324081"/>
            <a:ext cx="3110221" cy="20715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954" y="2014551"/>
            <a:ext cx="3930410" cy="3070633"/>
          </a:xfrm>
          <a:prstGeom prst="rect">
            <a:avLst/>
          </a:prstGeom>
          <a:ln>
            <a:noFill/>
          </a:ln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Action Button: Home 14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0302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7429"/>
            <a:ext cx="8007796" cy="1485900"/>
          </a:xfrm>
        </p:spPr>
        <p:txBody>
          <a:bodyPr>
            <a:no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Toevoer</a:t>
            </a:r>
            <a:r>
              <a:rPr lang="en-GB" dirty="0">
                <a:solidFill>
                  <a:schemeClr val="tx1"/>
                </a:solidFill>
              </a:rPr>
              <a:t>-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afvoertoestelle</a:t>
            </a:r>
            <a:r>
              <a:rPr lang="en-GB" dirty="0">
                <a:solidFill>
                  <a:schemeClr val="tx1"/>
                </a:solidFill>
              </a:rPr>
              <a:t> – </a:t>
            </a:r>
            <a:r>
              <a:rPr lang="en-GB" dirty="0" err="1">
                <a:solidFill>
                  <a:srgbClr val="C00000"/>
                </a:solidFill>
              </a:rPr>
              <a:t>Multifunksiedrukkers</a:t>
            </a:r>
            <a:br>
              <a:rPr lang="en-ZA" dirty="0">
                <a:solidFill>
                  <a:schemeClr val="tx1"/>
                </a:solidFill>
              </a:rPr>
            </a:br>
            <a:endParaRPr lang="en-ZA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345755"/>
            <a:ext cx="3084614" cy="20478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5072" y="1763329"/>
            <a:ext cx="5231104" cy="251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b="1" dirty="0"/>
              <a:t>’n </a:t>
            </a:r>
            <a:r>
              <a:rPr lang="en-US" sz="2400" b="1" dirty="0" err="1"/>
              <a:t>Aantal</a:t>
            </a:r>
            <a:r>
              <a:rPr lang="en-US" sz="2400" b="1" dirty="0"/>
              <a:t> </a:t>
            </a:r>
            <a:r>
              <a:rPr lang="en-US" sz="2400" b="1" dirty="0" err="1"/>
              <a:t>funksies</a:t>
            </a:r>
            <a:r>
              <a:rPr lang="en-US" sz="2400" b="1" dirty="0"/>
              <a:t> in </a:t>
            </a:r>
            <a:r>
              <a:rPr lang="en-US" sz="2400" b="1" dirty="0" err="1"/>
              <a:t>een</a:t>
            </a:r>
            <a:r>
              <a:rPr lang="en-US" sz="2400" b="1" dirty="0"/>
              <a:t> </a:t>
            </a:r>
            <a:r>
              <a:rPr lang="en-US" sz="2400" b="1" dirty="0" err="1"/>
              <a:t>toestel</a:t>
            </a:r>
            <a:r>
              <a:rPr lang="en-US" sz="2400" b="1" dirty="0"/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drukker</a:t>
            </a:r>
            <a:endParaRPr lang="en-US" sz="2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skandeerder</a:t>
            </a:r>
            <a:r>
              <a:rPr lang="en-US" sz="2200" dirty="0"/>
              <a:t> (</a:t>
            </a:r>
            <a:r>
              <a:rPr lang="en-US" sz="2200" dirty="0" err="1"/>
              <a:t>kan</a:t>
            </a:r>
            <a:r>
              <a:rPr lang="en-US" sz="2200" dirty="0"/>
              <a:t> </a:t>
            </a:r>
            <a:r>
              <a:rPr lang="en-US" sz="2200" dirty="0" err="1"/>
              <a:t>ook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PDF-</a:t>
            </a:r>
            <a:br>
              <a:rPr lang="en-US" sz="2200" dirty="0"/>
            </a:br>
            <a:r>
              <a:rPr lang="en-US" sz="2200" dirty="0" err="1"/>
              <a:t>formaat</a:t>
            </a:r>
            <a:r>
              <a:rPr lang="en-US" sz="2200" dirty="0"/>
              <a:t> </a:t>
            </a:r>
            <a:r>
              <a:rPr lang="en-US" sz="2200" dirty="0" err="1"/>
              <a:t>skandeer</a:t>
            </a:r>
            <a:r>
              <a:rPr lang="en-US" sz="22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faks</a:t>
            </a:r>
            <a:r>
              <a:rPr lang="en-US" sz="2200" dirty="0"/>
              <a:t> </a:t>
            </a:r>
            <a:r>
              <a:rPr lang="en-US" sz="2200"/>
              <a:t>/ e-posfasiliteit</a:t>
            </a:r>
            <a:endParaRPr lang="en-US" sz="22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fotostaatmasjien</a:t>
            </a:r>
            <a:endParaRPr lang="en-US" sz="22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20019" y="4375414"/>
            <a:ext cx="2469257" cy="5372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solidFill>
                  <a:srgbClr val="C00000"/>
                </a:solidFill>
              </a:rPr>
              <a:t>Faksmasjien</a:t>
            </a:r>
            <a:endParaRPr lang="en-ZA" sz="32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59832" y="4976058"/>
            <a:ext cx="5544616" cy="14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’n </a:t>
            </a:r>
            <a:r>
              <a:rPr lang="en-US" sz="2000" b="1" dirty="0" err="1"/>
              <a:t>Alleenstaande</a:t>
            </a:r>
            <a:r>
              <a:rPr lang="en-US" sz="2000" b="1" dirty="0"/>
              <a:t> </a:t>
            </a:r>
            <a:r>
              <a:rPr lang="en-US" sz="2000" b="1" dirty="0" err="1"/>
              <a:t>toestel</a:t>
            </a:r>
            <a:r>
              <a:rPr lang="en-US" sz="2000" b="1" dirty="0"/>
              <a:t> – </a:t>
            </a:r>
            <a:r>
              <a:rPr lang="en-US" sz="2000" b="1" dirty="0" err="1"/>
              <a:t>skandeer</a:t>
            </a:r>
            <a:r>
              <a:rPr lang="en-US" sz="2000" b="1" dirty="0"/>
              <a:t> ’n </a:t>
            </a:r>
            <a:r>
              <a:rPr lang="en-US" sz="2000" b="1" dirty="0" err="1"/>
              <a:t>dokument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</a:t>
            </a:r>
            <a:r>
              <a:rPr lang="en-US" sz="2000" b="1" dirty="0" err="1"/>
              <a:t>stuur</a:t>
            </a:r>
            <a:r>
              <a:rPr lang="en-US" sz="2000" b="1" dirty="0"/>
              <a:t> die </a:t>
            </a:r>
            <a:r>
              <a:rPr lang="en-US" sz="2000" b="1" dirty="0" err="1"/>
              <a:t>beeld</a:t>
            </a:r>
            <a:r>
              <a:rPr lang="en-US" sz="2000" b="1" dirty="0"/>
              <a:t> via ’n </a:t>
            </a:r>
            <a:r>
              <a:rPr lang="en-US" sz="2000" b="1" dirty="0" err="1"/>
              <a:t>telefoonlyn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’n </a:t>
            </a:r>
            <a:r>
              <a:rPr lang="en-US" sz="2000" b="1" dirty="0" err="1"/>
              <a:t>ander</a:t>
            </a:r>
            <a:r>
              <a:rPr lang="en-US" sz="2000" b="1" dirty="0"/>
              <a:t> </a:t>
            </a:r>
            <a:r>
              <a:rPr lang="en-US" sz="2000" b="1" dirty="0" err="1"/>
              <a:t>faksmasjien</a:t>
            </a:r>
            <a:r>
              <a:rPr lang="en-US" sz="2000" b="1" dirty="0"/>
              <a:t>, </a:t>
            </a:r>
            <a:r>
              <a:rPr lang="en-US" sz="2000" b="1" dirty="0" err="1"/>
              <a:t>ook</a:t>
            </a:r>
            <a:r>
              <a:rPr lang="en-US" sz="2000" b="1" dirty="0"/>
              <a:t> </a:t>
            </a:r>
            <a:r>
              <a:rPr lang="en-US" sz="2000" b="1" dirty="0" err="1"/>
              <a:t>faks</a:t>
            </a:r>
            <a:r>
              <a:rPr lang="en-US" sz="2000" b="1" dirty="0"/>
              <a:t>-</a:t>
            </a:r>
            <a:r>
              <a:rPr lang="en-US" sz="2000" b="1" dirty="0" err="1"/>
              <a:t>na</a:t>
            </a:r>
            <a:r>
              <a:rPr lang="en-US" sz="2000" b="1" dirty="0"/>
              <a:t>-e-</a:t>
            </a:r>
            <a:r>
              <a:rPr lang="en-US" sz="2000" b="1" dirty="0" err="1"/>
              <a:t>posfasiliteite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9632" y="4960869"/>
            <a:ext cx="1584176" cy="1584177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Action Button: Home 13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1117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6" name="Title 4"/>
          <p:cNvSpPr txBox="1">
            <a:spLocks/>
          </p:cNvSpPr>
          <p:nvPr/>
        </p:nvSpPr>
        <p:spPr>
          <a:xfrm>
            <a:off x="1218952" y="1052736"/>
            <a:ext cx="2892425" cy="2157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MODULE- aktiwiteit Bladsy 78</a:t>
            </a:r>
            <a:endParaRPr lang="en-ZA" dirty="0"/>
          </a:p>
        </p:txBody>
      </p:sp>
      <p:sp>
        <p:nvSpPr>
          <p:cNvPr id="17" name="Slide Number Placeholder 8"/>
          <p:cNvSpPr txBox="1">
            <a:spLocks/>
          </p:cNvSpPr>
          <p:nvPr/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878F17-7D68-4484-876E-9660F07E60D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8" name="Action Button: Home 17">
            <a:hlinkClick r:id="rId2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TextBox 18"/>
          <p:cNvSpPr txBox="1"/>
          <p:nvPr/>
        </p:nvSpPr>
        <p:spPr>
          <a:xfrm>
            <a:off x="1403648" y="3429000"/>
            <a:ext cx="689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Voltooi vrae 13 – 18 </a:t>
            </a:r>
          </a:p>
        </p:txBody>
      </p:sp>
    </p:spTree>
    <p:extLst>
      <p:ext uri="{BB962C8B-B14F-4D97-AF65-F5344CB8AC3E}">
        <p14:creationId xmlns:p14="http://schemas.microsoft.com/office/powerpoint/2010/main" val="50868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Stoortoestelle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-media –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CD, DVD, Blu-ray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439" y="2168860"/>
            <a:ext cx="7911339" cy="42845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4000"/>
              </a:lnSpc>
            </a:pPr>
            <a:r>
              <a:rPr lang="en-US" b="1" dirty="0"/>
              <a:t>CD’s </a:t>
            </a:r>
            <a:r>
              <a:rPr lang="en-US" b="1" dirty="0" err="1"/>
              <a:t>en</a:t>
            </a:r>
            <a:r>
              <a:rPr lang="en-US" b="1" dirty="0"/>
              <a:t> DVD’s </a:t>
            </a:r>
            <a:r>
              <a:rPr lang="en-US" dirty="0"/>
              <a:t>– </a:t>
            </a:r>
            <a:r>
              <a:rPr lang="en-US" dirty="0" err="1"/>
              <a:t>gebruik</a:t>
            </a:r>
            <a:r>
              <a:rPr lang="en-US" dirty="0"/>
              <a:t> om </a:t>
            </a:r>
            <a:r>
              <a:rPr lang="en-US" dirty="0" err="1"/>
              <a:t>sagteware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musiek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versprei</a:t>
            </a:r>
            <a:br>
              <a:rPr lang="en-US" dirty="0"/>
            </a:br>
            <a:r>
              <a:rPr lang="en-US" b="1" dirty="0"/>
              <a:t>DVD’s </a:t>
            </a:r>
            <a:r>
              <a:rPr lang="en-US" b="1" dirty="0" err="1"/>
              <a:t>en</a:t>
            </a:r>
            <a:r>
              <a:rPr lang="en-US" b="1" dirty="0"/>
              <a:t> Blu-ray’s </a:t>
            </a:r>
            <a:r>
              <a:rPr lang="en-US" dirty="0"/>
              <a:t>– </a:t>
            </a:r>
            <a:r>
              <a:rPr lang="en-US" dirty="0" err="1"/>
              <a:t>gebruik</a:t>
            </a:r>
            <a:r>
              <a:rPr lang="en-US" dirty="0"/>
              <a:t> om </a:t>
            </a:r>
            <a:r>
              <a:rPr lang="en-US" dirty="0" err="1"/>
              <a:t>flieks</a:t>
            </a:r>
            <a:r>
              <a:rPr lang="en-US" dirty="0"/>
              <a:t> op </a:t>
            </a:r>
            <a:r>
              <a:rPr lang="en-US" err="1"/>
              <a:t>te</a:t>
            </a:r>
            <a:r>
              <a:rPr lang="en-US"/>
              <a:t> stoor</a:t>
            </a:r>
          </a:p>
          <a:p>
            <a:pPr>
              <a:lnSpc>
                <a:spcPct val="124000"/>
              </a:lnSpc>
            </a:pPr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24000"/>
              </a:lnSpc>
              <a:spcBef>
                <a:spcPts val="300"/>
              </a:spcBef>
            </a:pPr>
            <a:r>
              <a:rPr lang="en-US" b="1"/>
              <a:t>Optiese </a:t>
            </a:r>
            <a:r>
              <a:rPr lang="en-US" b="1" dirty="0" err="1"/>
              <a:t>aandrywer</a:t>
            </a:r>
            <a:r>
              <a:rPr lang="en-US" dirty="0"/>
              <a:t>– </a:t>
            </a:r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laserlig</a:t>
            </a:r>
            <a:r>
              <a:rPr lang="en-US" dirty="0"/>
              <a:t> om </a:t>
            </a:r>
            <a:r>
              <a:rPr lang="en-US" dirty="0" err="1"/>
              <a:t>optiese</a:t>
            </a:r>
            <a:r>
              <a:rPr lang="en-US" dirty="0"/>
              <a:t> </a:t>
            </a:r>
            <a:r>
              <a:rPr lang="en-US" dirty="0" err="1"/>
              <a:t>skywe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lees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hulle</a:t>
            </a:r>
            <a:r>
              <a:rPr lang="en-US" dirty="0"/>
              <a:t> toe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skryf</a:t>
            </a:r>
            <a:endParaRPr lang="en-US" dirty="0"/>
          </a:p>
          <a:p>
            <a:pPr>
              <a:lnSpc>
                <a:spcPct val="124000"/>
              </a:lnSpc>
            </a:pPr>
            <a:r>
              <a:rPr lang="en-US" sz="2100" b="1" dirty="0" err="1"/>
              <a:t>Draagbare</a:t>
            </a:r>
            <a:r>
              <a:rPr lang="en-US" sz="2100" b="1" dirty="0"/>
              <a:t> </a:t>
            </a:r>
            <a:r>
              <a:rPr lang="en-US" sz="2100" b="1" dirty="0" err="1"/>
              <a:t>stoortoestelle</a:t>
            </a:r>
            <a:r>
              <a:rPr lang="en-US" sz="2100" b="1" dirty="0"/>
              <a:t> </a:t>
            </a:r>
            <a:r>
              <a:rPr lang="en-US" dirty="0"/>
              <a:t>- (</a:t>
            </a:r>
            <a:r>
              <a:rPr lang="en-US" i="1" dirty="0"/>
              <a:t>flash</a:t>
            </a:r>
            <a:r>
              <a:rPr lang="en-US" dirty="0"/>
              <a:t>-</a:t>
            </a:r>
            <a:r>
              <a:rPr lang="en-US" dirty="0" err="1"/>
              <a:t>skywe</a:t>
            </a:r>
            <a:r>
              <a:rPr lang="en-US" dirty="0"/>
              <a:t> / </a:t>
            </a:r>
            <a:r>
              <a:rPr lang="en-US" dirty="0" err="1"/>
              <a:t>draagbare</a:t>
            </a:r>
            <a:r>
              <a:rPr lang="en-US" dirty="0"/>
              <a:t> </a:t>
            </a:r>
            <a:r>
              <a:rPr lang="en-US" dirty="0" err="1"/>
              <a:t>hardeskywe</a:t>
            </a:r>
            <a:r>
              <a:rPr lang="en-US" dirty="0"/>
              <a:t>) is </a:t>
            </a:r>
            <a:r>
              <a:rPr lang="en-US" dirty="0" err="1"/>
              <a:t>besig</a:t>
            </a:r>
            <a:r>
              <a:rPr lang="en-US" dirty="0"/>
              <a:t> om </a:t>
            </a:r>
            <a:r>
              <a:rPr lang="en-US" dirty="0" err="1"/>
              <a:t>optiese</a:t>
            </a:r>
            <a:r>
              <a:rPr lang="en-US" dirty="0"/>
              <a:t> media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vervang</a:t>
            </a:r>
            <a:endParaRPr lang="en-Z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287549"/>
              </p:ext>
            </p:extLst>
          </p:nvPr>
        </p:nvGraphicFramePr>
        <p:xfrm>
          <a:off x="1547665" y="2924944"/>
          <a:ext cx="439248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12">
                  <a:extLst>
                    <a:ext uri="{9D8B030D-6E8A-4147-A177-3AD203B41FA5}">
                      <a16:colId xmlns:a16="http://schemas.microsoft.com/office/drawing/2014/main" val="528244830"/>
                    </a:ext>
                  </a:extLst>
                </a:gridCol>
                <a:gridCol w="2984376">
                  <a:extLst>
                    <a:ext uri="{9D8B030D-6E8A-4147-A177-3AD203B41FA5}">
                      <a16:colId xmlns:a16="http://schemas.microsoft.com/office/drawing/2014/main" val="4252295553"/>
                    </a:ext>
                  </a:extLst>
                </a:gridCol>
              </a:tblGrid>
              <a:tr h="324036">
                <a:tc gridSpan="2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ZA" sz="1800" b="0"/>
                        <a:t>Maksimum stoorkapasiteit</a:t>
                      </a:r>
                      <a:endParaRPr lang="en-ZA" sz="18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endParaRPr lang="en-ZA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22509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CD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700 MB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21552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DVD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8.5 GB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8035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Blu-ray</a:t>
                      </a:r>
                      <a:endParaRPr lang="en-ZA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1800" b="0"/>
                        <a:t>50 GB (en meer)</a:t>
                      </a:r>
                      <a:endParaRPr lang="en-ZA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284217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Stoortoestelle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-media –</a:t>
            </a:r>
            <a:br>
              <a:rPr lang="en-US" dirty="0"/>
            </a:br>
            <a:r>
              <a:rPr lang="en-US" dirty="0" err="1">
                <a:solidFill>
                  <a:srgbClr val="C00000"/>
                </a:solidFill>
              </a:rPr>
              <a:t>Geheuekaarte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294283"/>
            <a:ext cx="3151481" cy="12132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SD (</a:t>
            </a:r>
            <a:r>
              <a:rPr lang="en-US" i="1" dirty="0"/>
              <a:t>Secure Digital</a:t>
            </a:r>
            <a:r>
              <a:rPr lang="en-US" dirty="0"/>
              <a:t>)</a:t>
            </a:r>
          </a:p>
          <a:p>
            <a:r>
              <a:rPr lang="en-US" i="1" dirty="0"/>
              <a:t>Memory Stick</a:t>
            </a:r>
          </a:p>
          <a:p>
            <a:r>
              <a:rPr lang="en-US" i="1" dirty="0"/>
              <a:t>CompactFlash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785" t="4608" r="5010" b="3528"/>
          <a:stretch/>
        </p:blipFill>
        <p:spPr>
          <a:xfrm>
            <a:off x="6156175" y="4509120"/>
            <a:ext cx="1872209" cy="1487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0634" b="12087"/>
          <a:stretch/>
        </p:blipFill>
        <p:spPr>
          <a:xfrm>
            <a:off x="5991598" y="2060849"/>
            <a:ext cx="2143125" cy="1656184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8" name="Action Button: Home 17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1115616" y="4235935"/>
            <a:ext cx="42484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Hoe om </a:t>
            </a:r>
            <a:r>
              <a:rPr lang="en-US" sz="2000" b="1" dirty="0" err="1"/>
              <a:t>te</a:t>
            </a:r>
            <a:r>
              <a:rPr lang="en-US" sz="2000" b="1" dirty="0"/>
              <a:t> </a:t>
            </a:r>
            <a:r>
              <a:rPr lang="en-US" sz="2000" b="1" dirty="0" err="1"/>
              <a:t>gebruik</a:t>
            </a:r>
            <a:endParaRPr lang="en-US" sz="2000" b="1" dirty="0"/>
          </a:p>
          <a:p>
            <a:pPr>
              <a:spcAft>
                <a:spcPts val="600"/>
              </a:spcAft>
            </a:pPr>
            <a:r>
              <a:rPr lang="en-US" sz="2000" dirty="0" err="1"/>
              <a:t>Plaas</a:t>
            </a:r>
            <a:r>
              <a:rPr lang="en-US" sz="2000" dirty="0"/>
              <a:t> </a:t>
            </a:r>
            <a:r>
              <a:rPr lang="en-US" sz="2000" dirty="0" err="1"/>
              <a:t>kaartjie</a:t>
            </a:r>
            <a:r>
              <a:rPr lang="en-US" sz="2000" dirty="0"/>
              <a:t> in </a:t>
            </a:r>
            <a:r>
              <a:rPr lang="en-US" sz="2000" dirty="0" err="1"/>
              <a:t>kaartleser</a:t>
            </a:r>
            <a:r>
              <a:rPr lang="en-US" sz="2000" dirty="0"/>
              <a:t> wat via ’n USB-</a:t>
            </a:r>
            <a:r>
              <a:rPr lang="en-US" sz="2000" dirty="0" err="1"/>
              <a:t>poort</a:t>
            </a:r>
            <a:r>
              <a:rPr lang="en-US" sz="2000" dirty="0"/>
              <a:t> </a:t>
            </a:r>
            <a:r>
              <a:rPr lang="en-US" sz="2000" dirty="0" err="1"/>
              <a:t>aan</a:t>
            </a:r>
            <a:r>
              <a:rPr lang="en-US" sz="2000" dirty="0"/>
              <a:t> die </a:t>
            </a:r>
            <a:r>
              <a:rPr lang="en-US" sz="2000" err="1"/>
              <a:t>rekenaar</a:t>
            </a:r>
            <a:r>
              <a:rPr lang="en-US" sz="2000"/>
              <a:t> Koppel</a:t>
            </a:r>
          </a:p>
          <a:p>
            <a:r>
              <a:rPr lang="en-US" sz="2000"/>
              <a:t>Kan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soos</a:t>
            </a:r>
            <a:r>
              <a:rPr lang="en-US" sz="2000" dirty="0"/>
              <a:t> ’n </a:t>
            </a:r>
            <a:r>
              <a:rPr lang="en-US" sz="2000" i="1" dirty="0"/>
              <a:t>flash</a:t>
            </a:r>
            <a:r>
              <a:rPr lang="en-US" sz="2000" dirty="0"/>
              <a:t>-</a:t>
            </a:r>
            <a:r>
              <a:rPr lang="en-US" sz="2000" dirty="0" err="1"/>
              <a:t>skyf</a:t>
            </a:r>
            <a:r>
              <a:rPr lang="en-US" sz="2000" dirty="0"/>
              <a:t> </a:t>
            </a:r>
            <a:r>
              <a:rPr lang="en-US" sz="2000" dirty="0" err="1"/>
              <a:t>hanteer</a:t>
            </a:r>
            <a:r>
              <a:rPr lang="en-US" sz="2000" dirty="0"/>
              <a:t> word om </a:t>
            </a:r>
            <a:r>
              <a:rPr lang="en-US" sz="2000" dirty="0" err="1"/>
              <a:t>lêers</a:t>
            </a:r>
            <a:r>
              <a:rPr lang="en-US" sz="2000" dirty="0"/>
              <a:t> </a:t>
            </a:r>
            <a:r>
              <a:rPr lang="en-US" sz="2000" dirty="0" err="1"/>
              <a:t>oor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dra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9986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70496" y="1340768"/>
            <a:ext cx="6621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Wat </a:t>
            </a:r>
            <a:r>
              <a:rPr lang="en-GB" sz="2800" b="1" dirty="0" err="1">
                <a:solidFill>
                  <a:srgbClr val="C00000"/>
                </a:solidFill>
              </a:rPr>
              <a:t>jy</a:t>
            </a:r>
            <a:r>
              <a:rPr lang="en-GB" sz="2800" b="1" dirty="0">
                <a:solidFill>
                  <a:srgbClr val="C00000"/>
                </a:solidFill>
              </a:rPr>
              <a:t> in </a:t>
            </a:r>
            <a:r>
              <a:rPr lang="en-GB" sz="2800" b="1" dirty="0" err="1">
                <a:solidFill>
                  <a:srgbClr val="C00000"/>
                </a:solidFill>
              </a:rPr>
              <a:t>jou</a:t>
            </a:r>
            <a:r>
              <a:rPr lang="en-GB" sz="2800" b="1" dirty="0">
                <a:solidFill>
                  <a:srgbClr val="C00000"/>
                </a:solidFill>
              </a:rPr>
              <a:t> </a:t>
            </a:r>
            <a:r>
              <a:rPr lang="en-GB" sz="2800" b="1" dirty="0" err="1">
                <a:solidFill>
                  <a:srgbClr val="C00000"/>
                </a:solidFill>
              </a:rPr>
              <a:t>rekenaarwerksarea</a:t>
            </a:r>
            <a:r>
              <a:rPr lang="en-GB" sz="2800" b="1" dirty="0">
                <a:solidFill>
                  <a:srgbClr val="C00000"/>
                </a:solidFill>
              </a:rPr>
              <a:t> </a:t>
            </a:r>
            <a:r>
              <a:rPr lang="en-GB" sz="2800" b="1" dirty="0" err="1">
                <a:solidFill>
                  <a:srgbClr val="C00000"/>
                </a:solidFill>
              </a:rPr>
              <a:t>kan</a:t>
            </a:r>
            <a:r>
              <a:rPr lang="en-GB" sz="2800" b="1" dirty="0">
                <a:solidFill>
                  <a:srgbClr val="C00000"/>
                </a:solidFill>
              </a:rPr>
              <a:t> </a:t>
            </a:r>
            <a:r>
              <a:rPr lang="en-GB" sz="2800" b="1" dirty="0" err="1">
                <a:solidFill>
                  <a:srgbClr val="C00000"/>
                </a:solidFill>
              </a:rPr>
              <a:t>doen</a:t>
            </a:r>
            <a:r>
              <a:rPr lang="en-GB" sz="2800" b="1" dirty="0">
                <a:solidFill>
                  <a:srgbClr val="C00000"/>
                </a:solidFill>
              </a:rPr>
              <a:t>: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0496" y="1988840"/>
            <a:ext cx="335748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b="0" dirty="0" err="1"/>
              <a:t>Hou</a:t>
            </a:r>
            <a:r>
              <a:rPr lang="en-GB" sz="2200" b="0" dirty="0"/>
              <a:t> </a:t>
            </a:r>
            <a:r>
              <a:rPr lang="en-GB" sz="2200" b="0" dirty="0" err="1"/>
              <a:t>toestelle</a:t>
            </a:r>
            <a:r>
              <a:rPr lang="en-GB" sz="2200" b="0" dirty="0"/>
              <a:t> wat </a:t>
            </a:r>
            <a:r>
              <a:rPr lang="en-GB" sz="2200" b="0" dirty="0" err="1"/>
              <a:t>magnetiese</a:t>
            </a:r>
            <a:r>
              <a:rPr lang="en-GB" sz="2200" b="0" dirty="0"/>
              <a:t> </a:t>
            </a:r>
            <a:r>
              <a:rPr lang="en-GB" sz="2200" b="0" dirty="0" err="1"/>
              <a:t>velde</a:t>
            </a:r>
            <a:r>
              <a:rPr lang="en-GB" sz="2200" b="0" dirty="0"/>
              <a:t> skep </a:t>
            </a:r>
            <a:r>
              <a:rPr lang="en-GB" sz="2200" b="0" dirty="0" err="1"/>
              <a:t>weg</a:t>
            </a:r>
            <a:r>
              <a:rPr lang="en-GB" sz="2200" b="0" dirty="0"/>
              <a:t> van </a:t>
            </a:r>
            <a:r>
              <a:rPr lang="en-GB" sz="2200" b="0" dirty="0" err="1"/>
              <a:t>jou</a:t>
            </a:r>
            <a:r>
              <a:rPr lang="en-GB" sz="2200" b="0" dirty="0"/>
              <a:t> </a:t>
            </a:r>
            <a:r>
              <a:rPr lang="en-GB" sz="2200" b="0" dirty="0" err="1"/>
              <a:t>rekenaar</a:t>
            </a:r>
            <a:r>
              <a:rPr lang="en-GB" sz="2200" b="0" dirty="0"/>
              <a:t> </a:t>
            </a:r>
            <a:r>
              <a:rPr lang="en-GB" sz="2200" b="0" dirty="0" err="1"/>
              <a:t>af</a:t>
            </a:r>
            <a:endParaRPr lang="en-GB" sz="2200" b="0" dirty="0"/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 err="1"/>
              <a:t>Hou</a:t>
            </a:r>
            <a:r>
              <a:rPr lang="en-GB" sz="2200" dirty="0"/>
              <a:t> area </a:t>
            </a:r>
            <a:r>
              <a:rPr lang="en-GB" sz="2200" dirty="0" err="1"/>
              <a:t>stofvry</a:t>
            </a:r>
            <a:endParaRPr lang="en-GB" sz="2200" dirty="0"/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 err="1"/>
              <a:t>Hou</a:t>
            </a:r>
            <a:r>
              <a:rPr lang="en-GB" sz="2200" dirty="0"/>
              <a:t> area </a:t>
            </a:r>
            <a:r>
              <a:rPr lang="en-GB" sz="2200" dirty="0" err="1"/>
              <a:t>goed</a:t>
            </a:r>
            <a:r>
              <a:rPr lang="en-GB" sz="2200" dirty="0"/>
              <a:t> </a:t>
            </a:r>
            <a:r>
              <a:rPr lang="en-GB" sz="2200" dirty="0" err="1"/>
              <a:t>geventileer</a:t>
            </a:r>
            <a:endParaRPr lang="en-GB" sz="2200" dirty="0"/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 err="1"/>
              <a:t>Moenie</a:t>
            </a:r>
            <a:r>
              <a:rPr lang="en-GB" sz="2200" dirty="0"/>
              <a:t> </a:t>
            </a:r>
            <a:r>
              <a:rPr lang="en-GB" sz="2200" dirty="0" err="1"/>
              <a:t>vloeistowwe</a:t>
            </a:r>
            <a:r>
              <a:rPr lang="en-GB" sz="2200" dirty="0"/>
              <a:t> </a:t>
            </a:r>
            <a:r>
              <a:rPr lang="en-GB" sz="2200" dirty="0" err="1"/>
              <a:t>naby</a:t>
            </a:r>
            <a:r>
              <a:rPr lang="en-GB" sz="2200" dirty="0"/>
              <a:t> </a:t>
            </a:r>
            <a:r>
              <a:rPr lang="en-GB" sz="2200" dirty="0" err="1"/>
              <a:t>rekenaar</a:t>
            </a:r>
            <a:r>
              <a:rPr lang="en-GB" sz="2200" dirty="0"/>
              <a:t> drink </a:t>
            </a:r>
            <a:r>
              <a:rPr lang="en-GB" sz="2200" dirty="0" err="1"/>
              <a:t>nie</a:t>
            </a:r>
            <a:endParaRPr lang="en-GB" sz="2200" dirty="0"/>
          </a:p>
          <a:p>
            <a:pPr marL="288000" indent="-2880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 err="1"/>
              <a:t>Moenie</a:t>
            </a:r>
            <a:r>
              <a:rPr lang="en-GB" sz="2200" dirty="0"/>
              <a:t> </a:t>
            </a:r>
            <a:r>
              <a:rPr lang="en-GB" sz="2200" dirty="0" err="1"/>
              <a:t>oor</a:t>
            </a:r>
            <a:r>
              <a:rPr lang="en-GB" sz="2200" dirty="0"/>
              <a:t> </a:t>
            </a:r>
            <a:r>
              <a:rPr lang="en-GB" sz="2200" dirty="0" err="1"/>
              <a:t>sleutelbord</a:t>
            </a:r>
            <a:r>
              <a:rPr lang="en-GB" sz="2200" dirty="0"/>
              <a:t> </a:t>
            </a:r>
            <a:r>
              <a:rPr lang="en-GB" sz="2200" dirty="0" err="1"/>
              <a:t>eet</a:t>
            </a:r>
            <a:r>
              <a:rPr lang="en-GB" sz="2200" dirty="0"/>
              <a:t> </a:t>
            </a:r>
            <a:r>
              <a:rPr lang="en-GB" sz="2200" dirty="0" err="1"/>
              <a:t>nie</a:t>
            </a:r>
            <a:endParaRPr lang="en-US" sz="22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2" t="10509" r="8573"/>
          <a:stretch/>
        </p:blipFill>
        <p:spPr>
          <a:xfrm>
            <a:off x="4572000" y="2636912"/>
            <a:ext cx="4193486" cy="2969602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575748" cy="726976"/>
          </a:xfrm>
        </p:spPr>
        <p:txBody>
          <a:bodyPr>
            <a:normAutofit fontScale="90000"/>
          </a:bodyPr>
          <a:lstStyle/>
          <a:p>
            <a:r>
              <a:rPr lang="en-ZA" dirty="0" err="1">
                <a:solidFill>
                  <a:schemeClr val="tx1"/>
                </a:solidFill>
              </a:rPr>
              <a:t>Versorging</a:t>
            </a:r>
            <a:r>
              <a:rPr lang="en-ZA" dirty="0">
                <a:solidFill>
                  <a:schemeClr val="tx1"/>
                </a:solidFill>
              </a:rPr>
              <a:t> van ’n </a:t>
            </a:r>
            <a:r>
              <a:rPr lang="en-ZA" dirty="0" err="1">
                <a:solidFill>
                  <a:schemeClr val="tx1"/>
                </a:solidFill>
              </a:rPr>
              <a:t>rekenaarstelsel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Action Button: Home 14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7187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63383" y="1591303"/>
            <a:ext cx="3223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err="1">
                <a:solidFill>
                  <a:srgbClr val="C00000"/>
                </a:solidFill>
              </a:rPr>
              <a:t>Optiese</a:t>
            </a:r>
            <a:r>
              <a:rPr lang="en-GB" sz="2800" b="1" dirty="0">
                <a:solidFill>
                  <a:srgbClr val="C00000"/>
                </a:solidFill>
              </a:rPr>
              <a:t> </a:t>
            </a:r>
            <a:r>
              <a:rPr lang="en-GB" sz="2800" b="1" dirty="0" err="1">
                <a:solidFill>
                  <a:srgbClr val="C00000"/>
                </a:solidFill>
              </a:rPr>
              <a:t>stoormedia</a:t>
            </a:r>
            <a:r>
              <a:rPr lang="en-GB" sz="2800" b="1" dirty="0">
                <a:solidFill>
                  <a:srgbClr val="C00000"/>
                </a:solidFill>
              </a:rPr>
              <a:t>: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2636912"/>
            <a:ext cx="327752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 err="1"/>
              <a:t>Beskerm</a:t>
            </a:r>
            <a:r>
              <a:rPr lang="en-GB" sz="2200" dirty="0"/>
              <a:t> van </a:t>
            </a:r>
            <a:r>
              <a:rPr lang="en-GB" sz="2200" dirty="0" err="1"/>
              <a:t>krapmerke</a:t>
            </a:r>
            <a:r>
              <a:rPr lang="en-GB" sz="2200" dirty="0"/>
              <a:t> – </a:t>
            </a:r>
            <a:r>
              <a:rPr lang="en-GB" sz="2200" dirty="0" err="1"/>
              <a:t>stoor</a:t>
            </a:r>
            <a:r>
              <a:rPr lang="en-GB" sz="2200" dirty="0"/>
              <a:t> in </a:t>
            </a:r>
            <a:r>
              <a:rPr lang="en-GB" sz="2200" dirty="0" err="1"/>
              <a:t>hul</a:t>
            </a:r>
            <a:r>
              <a:rPr lang="en-GB" sz="2200" dirty="0"/>
              <a:t> </a:t>
            </a:r>
            <a:r>
              <a:rPr lang="en-GB" sz="2200" dirty="0" err="1"/>
              <a:t>kassies</a:t>
            </a:r>
            <a:endParaRPr lang="en-GB" sz="2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 err="1"/>
              <a:t>Maak</a:t>
            </a:r>
            <a:r>
              <a:rPr lang="en-GB" sz="2200" dirty="0"/>
              <a:t> </a:t>
            </a:r>
            <a:r>
              <a:rPr lang="en-GB" sz="2200" dirty="0" err="1"/>
              <a:t>versigtig</a:t>
            </a:r>
            <a:r>
              <a:rPr lang="en-GB" sz="2200" dirty="0"/>
              <a:t> </a:t>
            </a:r>
            <a:r>
              <a:rPr lang="en-GB" sz="2200" dirty="0" err="1"/>
              <a:t>skoon</a:t>
            </a:r>
            <a:r>
              <a:rPr lang="en-GB" sz="2200" dirty="0"/>
              <a:t> met </a:t>
            </a:r>
            <a:r>
              <a:rPr lang="en-GB" sz="2200" dirty="0" err="1"/>
              <a:t>skoon</a:t>
            </a:r>
            <a:r>
              <a:rPr lang="en-GB" sz="2200" dirty="0"/>
              <a:t> water </a:t>
            </a:r>
            <a:r>
              <a:rPr lang="en-GB" sz="2200" dirty="0" err="1"/>
              <a:t>en</a:t>
            </a:r>
            <a:r>
              <a:rPr lang="en-GB" sz="2200" dirty="0"/>
              <a:t> ’n </a:t>
            </a:r>
            <a:r>
              <a:rPr lang="en-GB" sz="2200" dirty="0" err="1"/>
              <a:t>sagte</a:t>
            </a:r>
            <a:r>
              <a:rPr lang="en-GB" sz="2200" dirty="0"/>
              <a:t>, </a:t>
            </a:r>
            <a:r>
              <a:rPr lang="en-GB" sz="2200" dirty="0" err="1"/>
              <a:t>skoon</a:t>
            </a:r>
            <a:r>
              <a:rPr lang="en-GB" sz="2200" dirty="0"/>
              <a:t> lap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 err="1"/>
              <a:t>Hou</a:t>
            </a:r>
            <a:r>
              <a:rPr lang="en-GB" sz="2200" dirty="0"/>
              <a:t> </a:t>
            </a:r>
            <a:r>
              <a:rPr lang="en-GB" sz="2200" dirty="0" err="1"/>
              <a:t>aan</a:t>
            </a:r>
            <a:r>
              <a:rPr lang="en-GB" sz="2200" dirty="0"/>
              <a:t> </a:t>
            </a:r>
            <a:r>
              <a:rPr lang="en-GB" sz="2200" dirty="0" err="1"/>
              <a:t>hul</a:t>
            </a:r>
            <a:r>
              <a:rPr lang="en-GB" sz="2200" dirty="0"/>
              <a:t> </a:t>
            </a:r>
            <a:r>
              <a:rPr lang="en-GB" sz="2200" dirty="0" err="1"/>
              <a:t>rande</a:t>
            </a:r>
            <a:r>
              <a:rPr lang="en-GB" sz="2200" dirty="0"/>
              <a:t> vas</a:t>
            </a:r>
            <a:endParaRPr lang="en-US" sz="22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653056" cy="786574"/>
          </a:xfrm>
        </p:spPr>
        <p:txBody>
          <a:bodyPr>
            <a:normAutofit fontScale="90000"/>
          </a:bodyPr>
          <a:lstStyle/>
          <a:p>
            <a:r>
              <a:rPr lang="en-ZA" dirty="0" err="1">
                <a:solidFill>
                  <a:schemeClr val="tx1"/>
                </a:solidFill>
              </a:rPr>
              <a:t>Versorging</a:t>
            </a:r>
            <a:r>
              <a:rPr lang="en-ZA" dirty="0">
                <a:solidFill>
                  <a:schemeClr val="tx1"/>
                </a:solidFill>
              </a:rPr>
              <a:t> van ’n </a:t>
            </a:r>
            <a:r>
              <a:rPr lang="en-ZA" dirty="0" err="1">
                <a:solidFill>
                  <a:schemeClr val="tx1"/>
                </a:solidFill>
              </a:rPr>
              <a:t>rekenaarstelsel</a:t>
            </a:r>
            <a:endParaRPr lang="en-ZA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296" y="2459931"/>
            <a:ext cx="4018460" cy="30138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34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62978"/>
          </a:xfrm>
        </p:spPr>
        <p:txBody>
          <a:bodyPr/>
          <a:lstStyle/>
          <a:p>
            <a:r>
              <a:rPr lang="en-US"/>
              <a:t>Verwerking – Moederbord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630267"/>
            <a:ext cx="6639644" cy="465134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28700" y="1619139"/>
            <a:ext cx="54781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  <a:latin typeface="+mn-lt"/>
              </a:rPr>
              <a:t>Sentrale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n-lt"/>
              </a:rPr>
              <a:t>verwerkingseenheid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 (</a:t>
            </a:r>
            <a:r>
              <a:rPr lang="en-US" sz="2400" b="1" dirty="0" err="1">
                <a:solidFill>
                  <a:srgbClr val="C00000"/>
                </a:solidFill>
                <a:latin typeface="+mn-lt"/>
              </a:rPr>
              <a:t>verwerker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)</a:t>
            </a:r>
            <a:endParaRPr lang="en-ZA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75817"/>
          </a:xfrm>
        </p:spPr>
        <p:txBody>
          <a:bodyPr/>
          <a:lstStyle/>
          <a:p>
            <a:r>
              <a:rPr lang="en-US" dirty="0" err="1"/>
              <a:t>Verwerking</a:t>
            </a:r>
            <a:r>
              <a:rPr lang="en-US" dirty="0"/>
              <a:t>– SVE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31508"/>
            <a:ext cx="2753558" cy="19455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23928" y="2420888"/>
            <a:ext cx="496855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SVE se </a:t>
            </a:r>
            <a:r>
              <a:rPr lang="en-US" sz="2200" dirty="0" err="1"/>
              <a:t>spoed</a:t>
            </a:r>
            <a:r>
              <a:rPr lang="en-US" sz="2200" dirty="0"/>
              <a:t> word in gigahertz (GHz) </a:t>
            </a:r>
            <a:r>
              <a:rPr lang="en-US" sz="2200" dirty="0" err="1"/>
              <a:t>gemeet</a:t>
            </a:r>
            <a:r>
              <a:rPr lang="en-US" sz="2200" dirty="0"/>
              <a:t>. Pas in ’n </a:t>
            </a:r>
            <a:r>
              <a:rPr lang="en-US" sz="2200" dirty="0" err="1"/>
              <a:t>sok</a:t>
            </a:r>
            <a:r>
              <a:rPr lang="en-US" sz="2200" dirty="0"/>
              <a:t> (</a:t>
            </a:r>
            <a:r>
              <a:rPr lang="en-US" sz="2200" i="1" dirty="0"/>
              <a:t>socket</a:t>
            </a:r>
            <a:r>
              <a:rPr lang="en-US" sz="2200" dirty="0"/>
              <a:t>) op die </a:t>
            </a:r>
            <a:r>
              <a:rPr lang="en-US" sz="2200" dirty="0" err="1"/>
              <a:t>moederbord</a:t>
            </a:r>
            <a:r>
              <a:rPr lang="en-US" sz="2200" dirty="0"/>
              <a:t>.</a:t>
            </a:r>
            <a:endParaRPr lang="en-ZA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509" y="3645024"/>
            <a:ext cx="1717092" cy="2650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63688" y="4270479"/>
            <a:ext cx="483655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200" dirty="0"/>
              <a:t>Die </a:t>
            </a:r>
            <a:r>
              <a:rPr lang="en-US" sz="2200" dirty="0" err="1"/>
              <a:t>werkende</a:t>
            </a:r>
            <a:r>
              <a:rPr lang="en-US" sz="2200" dirty="0"/>
              <a:t> </a:t>
            </a:r>
            <a:r>
              <a:rPr lang="en-US" sz="2200" dirty="0" err="1"/>
              <a:t>deel</a:t>
            </a:r>
            <a:r>
              <a:rPr lang="en-US" sz="2200" dirty="0"/>
              <a:t> van die SVE is ’n </a:t>
            </a:r>
            <a:r>
              <a:rPr lang="en-US" sz="2200" dirty="0" err="1"/>
              <a:t>baie</a:t>
            </a:r>
            <a:r>
              <a:rPr lang="en-US" sz="2200" dirty="0"/>
              <a:t> </a:t>
            </a:r>
            <a:r>
              <a:rPr lang="en-US" sz="2200" dirty="0" err="1"/>
              <a:t>klein</a:t>
            </a:r>
            <a:r>
              <a:rPr lang="en-US" sz="2200" dirty="0"/>
              <a:t> </a:t>
            </a:r>
            <a:r>
              <a:rPr lang="en-US" sz="2200" dirty="0" err="1"/>
              <a:t>stukkie</a:t>
            </a:r>
            <a:r>
              <a:rPr lang="en-US" sz="2200" dirty="0"/>
              <a:t> </a:t>
            </a:r>
            <a:r>
              <a:rPr lang="en-US" sz="2200" dirty="0" err="1"/>
              <a:t>silikon</a:t>
            </a:r>
            <a:r>
              <a:rPr lang="en-US" sz="2200" dirty="0"/>
              <a:t> – </a:t>
            </a:r>
            <a:r>
              <a:rPr lang="en-US" sz="2200" dirty="0" err="1"/>
              <a:t>bevat</a:t>
            </a:r>
            <a:r>
              <a:rPr lang="en-US" sz="2200" dirty="0"/>
              <a:t> </a:t>
            </a:r>
            <a:r>
              <a:rPr lang="en-US" sz="2200" dirty="0" err="1"/>
              <a:t>biljoene</a:t>
            </a:r>
            <a:r>
              <a:rPr lang="en-US" sz="2200" dirty="0"/>
              <a:t> </a:t>
            </a:r>
            <a:r>
              <a:rPr lang="en-US" sz="2200" dirty="0" err="1"/>
              <a:t>elektroniese</a:t>
            </a:r>
            <a:r>
              <a:rPr lang="en-US" sz="2200" dirty="0"/>
              <a:t> </a:t>
            </a:r>
            <a:r>
              <a:rPr lang="en-US" sz="2200" dirty="0" err="1"/>
              <a:t>stroombane</a:t>
            </a:r>
            <a:r>
              <a:rPr lang="en-US" sz="2200" dirty="0"/>
              <a:t>!</a:t>
            </a:r>
            <a:endParaRPr lang="en-ZA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Action Button: Home 11">
            <a:hlinkClick r:id="rId5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3071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43769" y="1588840"/>
            <a:ext cx="4148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RAM: 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Random Access Memory</a:t>
            </a:r>
            <a:endParaRPr lang="en-ZA" sz="2400" b="1" i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798984"/>
          </a:xfrm>
        </p:spPr>
        <p:txBody>
          <a:bodyPr/>
          <a:lstStyle/>
          <a:p>
            <a:r>
              <a:rPr lang="en-US" dirty="0" err="1"/>
              <a:t>Verwerking</a:t>
            </a:r>
            <a:r>
              <a:rPr lang="en-US" dirty="0"/>
              <a:t>– RAM </a:t>
            </a:r>
            <a:r>
              <a:rPr lang="en-US" dirty="0" err="1"/>
              <a:t>en</a:t>
            </a:r>
            <a:r>
              <a:rPr lang="en-US" dirty="0"/>
              <a:t> ROM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1043768" y="2276872"/>
            <a:ext cx="7776703" cy="4335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Waar</a:t>
            </a:r>
            <a:r>
              <a:rPr lang="en-ZA" sz="2200" dirty="0"/>
              <a:t> die SVE al die data / </a:t>
            </a:r>
            <a:r>
              <a:rPr lang="en-ZA" sz="2200" dirty="0" err="1"/>
              <a:t>instruksies</a:t>
            </a:r>
            <a:r>
              <a:rPr lang="en-ZA" sz="2200" dirty="0"/>
              <a:t> </a:t>
            </a:r>
            <a:r>
              <a:rPr lang="en-ZA" sz="2200" dirty="0" err="1"/>
              <a:t>hou</a:t>
            </a:r>
            <a:r>
              <a:rPr lang="en-ZA" sz="2200" dirty="0"/>
              <a:t> </a:t>
            </a:r>
            <a:r>
              <a:rPr lang="en-ZA" sz="2200" dirty="0" err="1"/>
              <a:t>waaraan</a:t>
            </a:r>
            <a:r>
              <a:rPr lang="en-ZA" sz="2200" dirty="0"/>
              <a:t> tans </a:t>
            </a:r>
            <a:r>
              <a:rPr lang="en-ZA" sz="2200" dirty="0" err="1"/>
              <a:t>gewerk</a:t>
            </a:r>
            <a:r>
              <a:rPr lang="en-ZA" sz="2200" dirty="0"/>
              <a:t> word</a:t>
            </a:r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</a:t>
            </a:r>
            <a:r>
              <a:rPr lang="en-ZA" sz="2200" dirty="0" err="1"/>
              <a:t>onbestendig</a:t>
            </a:r>
            <a:endParaRPr lang="en-ZA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word in </a:t>
            </a:r>
            <a:r>
              <a:rPr lang="en-ZA" sz="2200"/>
              <a:t>modules (DIMM’s) </a:t>
            </a:r>
            <a:r>
              <a:rPr lang="en-ZA" sz="2200" dirty="0" err="1"/>
              <a:t>verskaf</a:t>
            </a:r>
            <a:r>
              <a:rPr lang="en-ZA" sz="2200" dirty="0"/>
              <a:t> – pas in </a:t>
            </a:r>
            <a:r>
              <a:rPr lang="en-ZA" sz="2200" dirty="0" err="1"/>
              <a:t>gleuwe</a:t>
            </a:r>
            <a:r>
              <a:rPr lang="en-ZA" sz="2200" dirty="0"/>
              <a:t> op die </a:t>
            </a:r>
            <a:r>
              <a:rPr lang="en-ZA" sz="2200" dirty="0" err="1"/>
              <a:t>moederbord</a:t>
            </a:r>
            <a:endParaRPr lang="en-ZA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</a:t>
            </a:r>
            <a:r>
              <a:rPr lang="en-ZA" sz="2200" dirty="0" err="1"/>
              <a:t>vinnig</a:t>
            </a:r>
            <a:r>
              <a:rPr lang="en-ZA" sz="2200" dirty="0"/>
              <a:t> (</a:t>
            </a:r>
            <a:r>
              <a:rPr lang="en-ZA" sz="2200" dirty="0" err="1"/>
              <a:t>dit</a:t>
            </a:r>
            <a:r>
              <a:rPr lang="en-ZA" sz="2200" dirty="0"/>
              <a:t> is </a:t>
            </a:r>
            <a:r>
              <a:rPr lang="en-ZA" sz="2200" dirty="0" err="1"/>
              <a:t>elektronies</a:t>
            </a:r>
            <a:r>
              <a:rPr lang="en-ZA" sz="2200" dirty="0"/>
              <a:t> </a:t>
            </a:r>
            <a:r>
              <a:rPr lang="en-ZA" sz="2200" dirty="0" err="1"/>
              <a:t>en</a:t>
            </a:r>
            <a:r>
              <a:rPr lang="en-ZA" sz="2200" dirty="0"/>
              <a:t> </a:t>
            </a:r>
            <a:r>
              <a:rPr lang="en-ZA" sz="2200" dirty="0" err="1"/>
              <a:t>daarom</a:t>
            </a:r>
            <a:r>
              <a:rPr lang="en-ZA" sz="2200" dirty="0"/>
              <a:t> </a:t>
            </a:r>
            <a:r>
              <a:rPr lang="en-ZA" sz="2200" dirty="0" err="1"/>
              <a:t>baie</a:t>
            </a:r>
            <a:r>
              <a:rPr lang="en-ZA" sz="2200" dirty="0"/>
              <a:t> </a:t>
            </a:r>
            <a:r>
              <a:rPr lang="en-ZA" sz="2200" dirty="0" err="1"/>
              <a:t>vinniger</a:t>
            </a:r>
            <a:r>
              <a:rPr lang="en-ZA" sz="2200" dirty="0"/>
              <a:t> as </a:t>
            </a:r>
            <a:r>
              <a:rPr lang="en-ZA" sz="2200" err="1"/>
              <a:t>berging</a:t>
            </a:r>
            <a:r>
              <a:rPr lang="en-ZA" sz="2200"/>
              <a:t>)</a:t>
            </a:r>
            <a:endParaRPr lang="en-ZA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RAM is </a:t>
            </a:r>
            <a:r>
              <a:rPr lang="en-ZA" sz="2200" dirty="0" err="1"/>
              <a:t>duur</a:t>
            </a:r>
            <a:r>
              <a:rPr lang="en-ZA" sz="2200" dirty="0"/>
              <a:t> (</a:t>
            </a:r>
            <a:r>
              <a:rPr lang="en-ZA" sz="2200" dirty="0" err="1"/>
              <a:t>kos</a:t>
            </a:r>
            <a:r>
              <a:rPr lang="en-ZA" sz="2200" dirty="0"/>
              <a:t> </a:t>
            </a:r>
            <a:r>
              <a:rPr lang="en-ZA" sz="2200" dirty="0" err="1"/>
              <a:t>meer</a:t>
            </a:r>
            <a:r>
              <a:rPr lang="en-ZA" sz="2200" dirty="0"/>
              <a:t> per GB as </a:t>
            </a:r>
            <a:r>
              <a:rPr lang="en-ZA" sz="2200" err="1"/>
              <a:t>berging</a:t>
            </a:r>
            <a:r>
              <a:rPr lang="en-ZA" sz="2200"/>
              <a:t>)</a:t>
            </a:r>
            <a:endParaRPr lang="en-ZA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Hoe </a:t>
            </a:r>
            <a:r>
              <a:rPr lang="en-ZA" sz="2200" dirty="0" err="1"/>
              <a:t>meer</a:t>
            </a:r>
            <a:r>
              <a:rPr lang="en-ZA" sz="2200" dirty="0"/>
              <a:t> RAM – hoe </a:t>
            </a:r>
            <a:r>
              <a:rPr lang="en-ZA" sz="2200" dirty="0" err="1"/>
              <a:t>beter</a:t>
            </a:r>
            <a:r>
              <a:rPr lang="en-ZA" sz="2200" dirty="0"/>
              <a:t> die </a:t>
            </a:r>
            <a:r>
              <a:rPr lang="en-ZA" sz="2200" dirty="0" err="1"/>
              <a:t>rekenaar</a:t>
            </a:r>
            <a:r>
              <a:rPr lang="en-ZA" sz="2200" dirty="0"/>
              <a:t> </a:t>
            </a:r>
            <a:r>
              <a:rPr lang="en-ZA" sz="2200"/>
              <a:t>se werkverrigting</a:t>
            </a:r>
            <a:endParaRPr lang="en-ZA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8237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1038325" y="1585667"/>
            <a:ext cx="3414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+mn-lt"/>
              </a:rPr>
              <a:t>ROM: </a:t>
            </a:r>
            <a:r>
              <a:rPr lang="en-US" sz="2400" b="1" i="1" dirty="0">
                <a:solidFill>
                  <a:srgbClr val="C00000"/>
                </a:solidFill>
                <a:latin typeface="+mn-lt"/>
              </a:rPr>
              <a:t>Read Only Memory</a:t>
            </a:r>
            <a:endParaRPr lang="en-ZA" sz="2400" b="1" i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Verwerking</a:t>
            </a:r>
            <a:r>
              <a:rPr lang="en-US" dirty="0"/>
              <a:t>– RAM </a:t>
            </a:r>
            <a:r>
              <a:rPr lang="en-US" dirty="0" err="1"/>
              <a:t>en</a:t>
            </a:r>
            <a:r>
              <a:rPr lang="en-US" dirty="0"/>
              <a:t> ROM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1038324" y="2492896"/>
            <a:ext cx="6702027" cy="232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Spesiale</a:t>
            </a:r>
            <a:r>
              <a:rPr lang="en-ZA" sz="2200" dirty="0"/>
              <a:t> </a:t>
            </a:r>
            <a:r>
              <a:rPr lang="en-ZA" sz="2200" dirty="0" err="1"/>
              <a:t>skyfie</a:t>
            </a:r>
            <a:r>
              <a:rPr lang="en-ZA" sz="2200" dirty="0"/>
              <a:t> op die </a:t>
            </a:r>
            <a:r>
              <a:rPr lang="en-ZA" sz="2200" dirty="0" err="1"/>
              <a:t>moederbord</a:t>
            </a:r>
            <a:r>
              <a:rPr lang="en-ZA" sz="2200" dirty="0"/>
              <a:t> wat die </a:t>
            </a:r>
            <a:r>
              <a:rPr lang="en-ZA" sz="2200" dirty="0" err="1"/>
              <a:t>instruksies</a:t>
            </a:r>
            <a:r>
              <a:rPr lang="en-ZA" sz="2200" dirty="0"/>
              <a:t> </a:t>
            </a:r>
            <a:r>
              <a:rPr lang="en-ZA" sz="2200" dirty="0" err="1"/>
              <a:t>bevat</a:t>
            </a:r>
            <a:r>
              <a:rPr lang="en-ZA" sz="2200" dirty="0"/>
              <a:t> om die </a:t>
            </a:r>
            <a:r>
              <a:rPr lang="en-ZA" sz="2200" dirty="0" err="1"/>
              <a:t>rekenaar</a:t>
            </a:r>
            <a:r>
              <a:rPr lang="en-ZA" sz="2200" dirty="0"/>
              <a:t> </a:t>
            </a:r>
            <a:r>
              <a:rPr lang="en-ZA" sz="2200" dirty="0" err="1"/>
              <a:t>aan</a:t>
            </a:r>
            <a:r>
              <a:rPr lang="en-ZA" sz="2200" dirty="0"/>
              <a:t> die gang </a:t>
            </a:r>
            <a:r>
              <a:rPr lang="en-ZA" sz="2200" dirty="0" err="1"/>
              <a:t>te</a:t>
            </a:r>
            <a:r>
              <a:rPr lang="en-ZA" sz="2200" dirty="0"/>
              <a:t> </a:t>
            </a:r>
            <a:r>
              <a:rPr lang="en-ZA" sz="2200" dirty="0" err="1"/>
              <a:t>kry</a:t>
            </a:r>
            <a:r>
              <a:rPr lang="en-ZA" sz="2200" dirty="0"/>
              <a:t> </a:t>
            </a:r>
            <a:r>
              <a:rPr lang="en-ZA" sz="2200" dirty="0" err="1"/>
              <a:t>en</a:t>
            </a:r>
            <a:r>
              <a:rPr lang="en-ZA" sz="2200" dirty="0"/>
              <a:t> die </a:t>
            </a:r>
            <a:r>
              <a:rPr lang="en-ZA" sz="2200" dirty="0" err="1"/>
              <a:t>bedryfstelsel</a:t>
            </a:r>
            <a:r>
              <a:rPr lang="en-ZA" sz="2200" dirty="0"/>
              <a:t> </a:t>
            </a:r>
            <a:r>
              <a:rPr lang="en-ZA" sz="2200" dirty="0" err="1"/>
              <a:t>te</a:t>
            </a:r>
            <a:r>
              <a:rPr lang="en-ZA" sz="2200" dirty="0"/>
              <a:t> </a:t>
            </a:r>
            <a:r>
              <a:rPr lang="en-ZA" sz="2200" dirty="0" err="1"/>
              <a:t>laai</a:t>
            </a:r>
            <a:endParaRPr lang="en-ZA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Relatief</a:t>
            </a:r>
            <a:r>
              <a:rPr lang="en-US" sz="2200" dirty="0"/>
              <a:t> </a:t>
            </a:r>
            <a:r>
              <a:rPr lang="en-US" sz="2200" dirty="0" err="1"/>
              <a:t>klein</a:t>
            </a:r>
            <a:endParaRPr lang="en-US" sz="2200" dirty="0"/>
          </a:p>
          <a:p>
            <a:pPr marL="342900" lvl="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Bestendig</a:t>
            </a:r>
            <a:r>
              <a:rPr lang="en-US" sz="2200" dirty="0"/>
              <a:t> (</a:t>
            </a:r>
            <a:r>
              <a:rPr lang="en-US" sz="2200" dirty="0" err="1"/>
              <a:t>behou</a:t>
            </a:r>
            <a:r>
              <a:rPr lang="en-US" sz="2200" dirty="0"/>
              <a:t> </a:t>
            </a:r>
            <a:r>
              <a:rPr lang="en-US" sz="2200" dirty="0" err="1"/>
              <a:t>sy</a:t>
            </a:r>
            <a:r>
              <a:rPr lang="en-US" sz="2200" dirty="0"/>
              <a:t> </a:t>
            </a:r>
            <a:r>
              <a:rPr lang="en-US" sz="2200" dirty="0" err="1"/>
              <a:t>inhoud</a:t>
            </a:r>
            <a:r>
              <a:rPr lang="en-US" sz="2200" dirty="0"/>
              <a:t> </a:t>
            </a:r>
            <a:r>
              <a:rPr lang="en-US" sz="2200" dirty="0" err="1"/>
              <a:t>wanneer</a:t>
            </a:r>
            <a:r>
              <a:rPr lang="en-US" sz="2200" dirty="0"/>
              <a:t> die </a:t>
            </a:r>
            <a:r>
              <a:rPr lang="en-US" sz="2200" dirty="0" err="1"/>
              <a:t>krag</a:t>
            </a:r>
            <a:r>
              <a:rPr lang="en-US" sz="2200" dirty="0"/>
              <a:t> </a:t>
            </a:r>
            <a:r>
              <a:rPr lang="en-US" sz="2200" dirty="0" err="1"/>
              <a:t>af</a:t>
            </a:r>
            <a:r>
              <a:rPr lang="en-US" sz="2200" dirty="0"/>
              <a:t> is)</a:t>
            </a:r>
            <a:endParaRPr lang="en-ZA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65836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0522" y="580220"/>
            <a:ext cx="8032976" cy="767008"/>
          </a:xfrm>
          <a:solidFill>
            <a:schemeClr val="accent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ZA" sz="4000" dirty="0" err="1">
                <a:solidFill>
                  <a:schemeClr val="bg1"/>
                </a:solidFill>
              </a:rPr>
              <a:t>Toets</a:t>
            </a:r>
            <a:r>
              <a:rPr lang="en-ZA" sz="4000" dirty="0">
                <a:solidFill>
                  <a:schemeClr val="bg1"/>
                </a:solidFill>
              </a:rPr>
              <a:t> </a:t>
            </a:r>
            <a:r>
              <a:rPr lang="en-ZA" sz="4000" dirty="0" err="1">
                <a:solidFill>
                  <a:schemeClr val="bg1"/>
                </a:solidFill>
              </a:rPr>
              <a:t>en</a:t>
            </a:r>
            <a:r>
              <a:rPr lang="en-ZA" sz="4000" dirty="0">
                <a:solidFill>
                  <a:schemeClr val="bg1"/>
                </a:solidFill>
              </a:rPr>
              <a:t> </a:t>
            </a:r>
            <a:r>
              <a:rPr lang="en-ZA" sz="4000" dirty="0" err="1">
                <a:solidFill>
                  <a:schemeClr val="bg1"/>
                </a:solidFill>
              </a:rPr>
              <a:t>verbeter</a:t>
            </a:r>
            <a:endParaRPr lang="en-ZA" sz="4000" dirty="0">
              <a:solidFill>
                <a:schemeClr val="bg1"/>
              </a:solidFill>
            </a:endParaRP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07331934"/>
              </p:ext>
            </p:extLst>
          </p:nvPr>
        </p:nvGraphicFramePr>
        <p:xfrm>
          <a:off x="1115616" y="1644461"/>
          <a:ext cx="7467600" cy="4952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Action Button: Home 7">
            <a:hlinkClick r:id="rId8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218952" y="1052736"/>
            <a:ext cx="2892425" cy="2157413"/>
          </a:xfrm>
        </p:spPr>
        <p:txBody>
          <a:bodyPr/>
          <a:lstStyle/>
          <a:p>
            <a:r>
              <a:rPr lang="en-US"/>
              <a:t>MODULE- aktiwiteit</a:t>
            </a:r>
            <a:br>
              <a:rPr lang="en-US"/>
            </a:br>
            <a:r>
              <a:rPr lang="en-US"/>
              <a:t>Bladsy 78</a:t>
            </a: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7" name="Action Button: Home 16">
            <a:hlinkClick r:id="rId3" action="ppaction://hlinksldjump" highlightClick="1"/>
          </p:cNvPr>
          <p:cNvSpPr/>
          <p:nvPr/>
        </p:nvSpPr>
        <p:spPr>
          <a:xfrm>
            <a:off x="8604448" y="0"/>
            <a:ext cx="539552" cy="457200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/>
          <p:cNvSpPr txBox="1"/>
          <p:nvPr/>
        </p:nvSpPr>
        <p:spPr>
          <a:xfrm>
            <a:off x="1403648" y="3429000"/>
            <a:ext cx="689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i="1"/>
              <a:t>Voltooi vrae 19 – 22 en 23 – 36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77A1AB"/>
      </a:hlink>
      <a:folHlink>
        <a:srgbClr val="9A5D78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10021</TotalTime>
  <Words>995</Words>
  <Application>Microsoft Office PowerPoint</Application>
  <PresentationFormat>On-screen Show (4:3)</PresentationFormat>
  <Paragraphs>255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Arial-Bold</vt:lpstr>
      <vt:lpstr>Calibri</vt:lpstr>
      <vt:lpstr>Franklin Gothic Book</vt:lpstr>
      <vt:lpstr>Symbol</vt:lpstr>
      <vt:lpstr>Times New Roman</vt:lpstr>
      <vt:lpstr>Crop</vt:lpstr>
      <vt:lpstr>Module 1.7   uitgebreide konsepte van hardeware</vt:lpstr>
      <vt:lpstr>Inhoud (1)</vt:lpstr>
      <vt:lpstr>Inhoud (2)</vt:lpstr>
      <vt:lpstr>Toevoer- en afvoertoestelle – Wysertoestelle</vt:lpstr>
      <vt:lpstr>Toevoer- en afvoertoestelle – Wysertoestelle</vt:lpstr>
      <vt:lpstr>Toevoer- en afvoertoestelle – Wysertoestelle</vt:lpstr>
      <vt:lpstr>Toevoer- en afvoertoestelle – Sensors</vt:lpstr>
      <vt:lpstr>Toevoer- en afvoertoestelle – Speletjietoestelle</vt:lpstr>
      <vt:lpstr>Toevoer- en afvoertoestelle – Digitale kameras</vt:lpstr>
      <vt:lpstr>Toevoer- en afvoertoestelle – Skandeerders / Leestoestelle</vt:lpstr>
      <vt:lpstr>Toevoer- en afvoertoestelle – Skandeerders / Leestoestelle</vt:lpstr>
      <vt:lpstr>Toevoer- en afvoertoestelle – Skandeerders / Leestoestelle</vt:lpstr>
      <vt:lpstr>Toevoer- en afvoertoestelle – Skandeerders / Leestoestelle</vt:lpstr>
      <vt:lpstr>PowerPoint Presentation</vt:lpstr>
      <vt:lpstr>Toevoer- en afvoertoestelle –  Video- en klanktoevoer</vt:lpstr>
      <vt:lpstr>Toevoer- en afvoertoestelle – Video- en klanktoevoer</vt:lpstr>
      <vt:lpstr>Toevoer- en afvoertoestelle –   Video- en klanktoevoer</vt:lpstr>
      <vt:lpstr>Toevoer- en afvoertoestelle –  Klankafvoer</vt:lpstr>
      <vt:lpstr>Toevoer- en afvoertoestelle – Dataprojektors</vt:lpstr>
      <vt:lpstr>Toevoer- en afvoertoestelle – Multifunksiedrukkers </vt:lpstr>
      <vt:lpstr>PowerPoint Presentation</vt:lpstr>
      <vt:lpstr>Stoortoestelle en -media – CD, DVD, Blu-ray</vt:lpstr>
      <vt:lpstr>Stoortoestelle en -media – Geheuekaarte</vt:lpstr>
      <vt:lpstr>Versorging van ’n rekenaarstelsel</vt:lpstr>
      <vt:lpstr>Versorging van ’n rekenaarstelsel</vt:lpstr>
      <vt:lpstr>Verwerking – Moederbord</vt:lpstr>
      <vt:lpstr>Verwerking– SVE</vt:lpstr>
      <vt:lpstr>Verwerking– RAM en ROM</vt:lpstr>
      <vt:lpstr>Verwerking– RAM en ROM</vt:lpstr>
      <vt:lpstr>Toets en verbeter</vt:lpstr>
      <vt:lpstr>MODULE- aktiwiteit Bladsy 78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1.7   uitgebreide konsepte van hardeware</dc:title>
  <cp:lastModifiedBy>Sandra Jacobs</cp:lastModifiedBy>
  <cp:revision>1</cp:revision>
  <dcterms:created xsi:type="dcterms:W3CDTF">2011-06-18T18:40:18Z</dcterms:created>
  <dcterms:modified xsi:type="dcterms:W3CDTF">2017-01-21T10:07:46Z</dcterms:modified>
</cp:coreProperties>
</file>