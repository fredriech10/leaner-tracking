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9" r:id="rId1"/>
  </p:sldMasterIdLst>
  <p:notesMasterIdLst>
    <p:notesMasterId r:id="rId20"/>
  </p:notesMasterIdLst>
  <p:sldIdLst>
    <p:sldId id="257" r:id="rId2"/>
    <p:sldId id="296" r:id="rId3"/>
    <p:sldId id="288" r:id="rId4"/>
    <p:sldId id="339" r:id="rId5"/>
    <p:sldId id="358" r:id="rId6"/>
    <p:sldId id="360" r:id="rId7"/>
    <p:sldId id="340" r:id="rId8"/>
    <p:sldId id="341" r:id="rId9"/>
    <p:sldId id="361" r:id="rId10"/>
    <p:sldId id="362" r:id="rId11"/>
    <p:sldId id="363" r:id="rId12"/>
    <p:sldId id="342" r:id="rId13"/>
    <p:sldId id="369" r:id="rId14"/>
    <p:sldId id="371" r:id="rId15"/>
    <p:sldId id="372" r:id="rId16"/>
    <p:sldId id="373" r:id="rId17"/>
    <p:sldId id="313" r:id="rId18"/>
    <p:sldId id="314" r:id="rId1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000" b="1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000" b="1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000" b="1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000" b="1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FF5050"/>
    <a:srgbClr val="66FF33"/>
    <a:srgbClr val="FF0000"/>
    <a:srgbClr val="00FF00"/>
    <a:srgbClr val="0066FF"/>
    <a:srgbClr val="33CC33"/>
    <a:srgbClr val="DAEDEF"/>
    <a:srgbClr val="000000"/>
    <a:srgbClr val="33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30" autoAdjust="0"/>
    <p:restoredTop sz="96271" autoAdjust="0"/>
  </p:normalViewPr>
  <p:slideViewPr>
    <p:cSldViewPr>
      <p:cViewPr varScale="1">
        <p:scale>
          <a:sx n="111" d="100"/>
          <a:sy n="111" d="100"/>
        </p:scale>
        <p:origin x="600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9838B9F-18F8-458D-BF9C-E4B7D94775EC}" type="doc">
      <dgm:prSet loTypeId="urn:microsoft.com/office/officeart/2005/8/layout/default#1" loCatId="list" qsTypeId="urn:microsoft.com/office/officeart/2005/8/quickstyle/simple3" qsCatId="simple" csTypeId="urn:microsoft.com/office/officeart/2005/8/colors/accent0_2" csCatId="mainScheme" phldr="1"/>
      <dgm:spPr/>
      <dgm:t>
        <a:bodyPr/>
        <a:lstStyle/>
        <a:p>
          <a:endParaRPr lang="en-ZA"/>
        </a:p>
      </dgm:t>
    </dgm:pt>
    <dgm:pt modelId="{2F01AFB7-9698-4BF5-A514-315BB37ADCDD}">
      <dgm:prSet phldrT="[Text]"/>
      <dgm:spPr/>
      <dgm:t>
        <a:bodyPr/>
        <a:lstStyle/>
        <a:p>
          <a:r>
            <a:rPr lang="en-US" sz="2200" b="1" dirty="0" err="1"/>
            <a:t>Impak</a:t>
          </a:r>
          <a:r>
            <a:rPr lang="en-US" sz="2200" b="1" dirty="0"/>
            <a:t> op </a:t>
          </a:r>
          <a:r>
            <a:rPr lang="en-US" sz="2200" b="1" dirty="0" err="1"/>
            <a:t>ons</a:t>
          </a:r>
          <a:r>
            <a:rPr lang="en-US" sz="2200" b="1" dirty="0"/>
            <a:t> </a:t>
          </a:r>
          <a:r>
            <a:rPr lang="en-US" sz="2200" b="1" dirty="0" err="1"/>
            <a:t>lewens</a:t>
          </a:r>
          <a:r>
            <a:rPr lang="en-US" sz="2200" b="1" dirty="0"/>
            <a:t> </a:t>
          </a:r>
          <a:r>
            <a:rPr lang="en-US" sz="2200" b="1" err="1"/>
            <a:t>en</a:t>
          </a:r>
          <a:r>
            <a:rPr lang="en-US" sz="2200" b="1"/>
            <a:t> lewensstyle</a:t>
          </a:r>
          <a:endParaRPr lang="en-ZA" sz="2200" b="1" dirty="0"/>
        </a:p>
      </dgm:t>
    </dgm:pt>
    <dgm:pt modelId="{0F378D8C-E838-49A8-B4F4-A2A7ADB2B167}" type="parTrans" cxnId="{12F6E0F3-C0BD-4B53-90F1-7908110104D5}">
      <dgm:prSet/>
      <dgm:spPr/>
      <dgm:t>
        <a:bodyPr/>
        <a:lstStyle/>
        <a:p>
          <a:endParaRPr lang="en-ZA"/>
        </a:p>
      </dgm:t>
    </dgm:pt>
    <dgm:pt modelId="{9FCD1B8D-5785-459D-8874-56E34BB5E36D}" type="sibTrans" cxnId="{12F6E0F3-C0BD-4B53-90F1-7908110104D5}">
      <dgm:prSet/>
      <dgm:spPr/>
      <dgm:t>
        <a:bodyPr/>
        <a:lstStyle/>
        <a:p>
          <a:endParaRPr lang="en-ZA"/>
        </a:p>
      </dgm:t>
    </dgm:pt>
    <dgm:pt modelId="{AE9EAA4D-E12F-4CDE-A3E1-9197153BE902}">
      <dgm:prSet phldrT="[Text]"/>
      <dgm:spPr/>
      <dgm:t>
        <a:bodyPr/>
        <a:lstStyle/>
        <a:p>
          <a:r>
            <a:rPr lang="en-ZA" sz="2200" b="1" dirty="0" err="1"/>
            <a:t>Rekenaarmisdadigers</a:t>
          </a:r>
          <a:endParaRPr lang="en-ZA" sz="2200" b="1" dirty="0"/>
        </a:p>
      </dgm:t>
    </dgm:pt>
    <dgm:pt modelId="{76E8BF3D-9996-4061-B9A7-9CA0022F23E8}" type="parTrans" cxnId="{5D5826A1-76C0-4907-8579-30C8054C7E2B}">
      <dgm:prSet/>
      <dgm:spPr/>
      <dgm:t>
        <a:bodyPr/>
        <a:lstStyle/>
        <a:p>
          <a:endParaRPr lang="en-ZA"/>
        </a:p>
      </dgm:t>
    </dgm:pt>
    <dgm:pt modelId="{2C001A2A-C2B7-419B-9DEA-0153CABBD9A5}" type="sibTrans" cxnId="{5D5826A1-76C0-4907-8579-30C8054C7E2B}">
      <dgm:prSet/>
      <dgm:spPr/>
      <dgm:t>
        <a:bodyPr/>
        <a:lstStyle/>
        <a:p>
          <a:endParaRPr lang="en-ZA"/>
        </a:p>
      </dgm:t>
    </dgm:pt>
    <dgm:pt modelId="{34693BE5-7636-4E06-BB3C-09088F94A120}">
      <dgm:prSet phldrT="[Text]" custT="1"/>
      <dgm:spPr/>
      <dgm:t>
        <a:bodyPr/>
        <a:lstStyle/>
        <a:p>
          <a:r>
            <a:rPr lang="en-ZA" sz="1800" dirty="0" err="1"/>
            <a:t>Identiteitsdiefstal</a:t>
          </a:r>
          <a:endParaRPr lang="en-ZA" sz="1800" dirty="0"/>
        </a:p>
      </dgm:t>
    </dgm:pt>
    <dgm:pt modelId="{AAFE0BBB-BD48-4B36-B43D-0C34E28FA2F6}" type="parTrans" cxnId="{F5FBCDF3-77D5-4538-8FA1-51B1393E9CEA}">
      <dgm:prSet/>
      <dgm:spPr/>
      <dgm:t>
        <a:bodyPr/>
        <a:lstStyle/>
        <a:p>
          <a:endParaRPr lang="en-ZA"/>
        </a:p>
      </dgm:t>
    </dgm:pt>
    <dgm:pt modelId="{6F5BDDA5-4E55-45D3-B00E-9E54A7BC8F86}" type="sibTrans" cxnId="{F5FBCDF3-77D5-4538-8FA1-51B1393E9CEA}">
      <dgm:prSet/>
      <dgm:spPr/>
      <dgm:t>
        <a:bodyPr/>
        <a:lstStyle/>
        <a:p>
          <a:endParaRPr lang="en-ZA"/>
        </a:p>
      </dgm:t>
    </dgm:pt>
    <dgm:pt modelId="{4311DB9E-89AC-44A6-846C-AE3F4C56FB33}">
      <dgm:prSet phldrT="[Text]" custT="1"/>
      <dgm:spPr/>
      <dgm:t>
        <a:bodyPr/>
        <a:lstStyle/>
        <a:p>
          <a:r>
            <a:rPr lang="en-ZA" sz="2000" dirty="0" err="1"/>
            <a:t>Oor-beskikbaarheid</a:t>
          </a:r>
          <a:endParaRPr lang="en-ZA" sz="2000" dirty="0"/>
        </a:p>
      </dgm:t>
    </dgm:pt>
    <dgm:pt modelId="{60BAA223-D802-4BB7-A551-5525236A940B}" type="parTrans" cxnId="{EA5BADA4-C5B7-4059-9920-57DB6762CD23}">
      <dgm:prSet/>
      <dgm:spPr/>
      <dgm:t>
        <a:bodyPr/>
        <a:lstStyle/>
        <a:p>
          <a:endParaRPr lang="en-ZA"/>
        </a:p>
      </dgm:t>
    </dgm:pt>
    <dgm:pt modelId="{DF2A4E1F-1000-41D9-94BF-374DB3FFB383}" type="sibTrans" cxnId="{EA5BADA4-C5B7-4059-9920-57DB6762CD23}">
      <dgm:prSet/>
      <dgm:spPr/>
      <dgm:t>
        <a:bodyPr/>
        <a:lstStyle/>
        <a:p>
          <a:endParaRPr lang="en-ZA"/>
        </a:p>
      </dgm:t>
    </dgm:pt>
    <dgm:pt modelId="{A588AB1C-B744-40B4-9A00-094B5DC86017}">
      <dgm:prSet phldrT="[Text]" custT="1"/>
      <dgm:spPr/>
      <dgm:t>
        <a:bodyPr/>
        <a:lstStyle/>
        <a:p>
          <a:r>
            <a:rPr lang="en-ZA" sz="2000" dirty="0" err="1"/>
            <a:t>Vryetydsbesteding</a:t>
          </a:r>
          <a:endParaRPr lang="en-ZA" sz="2000" dirty="0"/>
        </a:p>
      </dgm:t>
    </dgm:pt>
    <dgm:pt modelId="{65E79ECE-7C2C-4F1C-9F13-C87005024F05}" type="parTrans" cxnId="{C7244FF7-2C8A-4E85-B789-B3A4D54E5E3B}">
      <dgm:prSet/>
      <dgm:spPr/>
      <dgm:t>
        <a:bodyPr/>
        <a:lstStyle/>
        <a:p>
          <a:endParaRPr lang="en-ZA"/>
        </a:p>
      </dgm:t>
    </dgm:pt>
    <dgm:pt modelId="{DDAA1768-C85F-45EE-A559-E90FA968B23A}" type="sibTrans" cxnId="{C7244FF7-2C8A-4E85-B789-B3A4D54E5E3B}">
      <dgm:prSet/>
      <dgm:spPr/>
      <dgm:t>
        <a:bodyPr/>
        <a:lstStyle/>
        <a:p>
          <a:endParaRPr lang="en-ZA"/>
        </a:p>
      </dgm:t>
    </dgm:pt>
    <dgm:pt modelId="{627E0264-19A3-4E64-AE8A-43D1CE478729}">
      <dgm:prSet phldrT="[Text]"/>
      <dgm:spPr/>
      <dgm:t>
        <a:bodyPr/>
        <a:lstStyle/>
        <a:p>
          <a:r>
            <a:rPr lang="en-ZA" sz="2200" b="1" dirty="0" err="1"/>
            <a:t>Impak</a:t>
          </a:r>
          <a:r>
            <a:rPr lang="en-ZA" sz="2200" b="1" dirty="0"/>
            <a:t> op </a:t>
          </a:r>
          <a:r>
            <a:rPr lang="en-ZA" sz="2200" b="1" dirty="0" err="1"/>
            <a:t>tuiskantore</a:t>
          </a:r>
          <a:endParaRPr lang="en-ZA" sz="2200" b="1" dirty="0"/>
        </a:p>
      </dgm:t>
    </dgm:pt>
    <dgm:pt modelId="{60D39A4A-50BB-47A1-9D21-D7D0E2105E47}" type="parTrans" cxnId="{50ED480E-1270-4E4E-940D-EA7A007A9E2F}">
      <dgm:prSet/>
      <dgm:spPr/>
      <dgm:t>
        <a:bodyPr/>
        <a:lstStyle/>
        <a:p>
          <a:endParaRPr lang="en-ZA"/>
        </a:p>
      </dgm:t>
    </dgm:pt>
    <dgm:pt modelId="{2466254C-D4B4-4F25-9423-12D9EE49E331}" type="sibTrans" cxnId="{50ED480E-1270-4E4E-940D-EA7A007A9E2F}">
      <dgm:prSet/>
      <dgm:spPr/>
      <dgm:t>
        <a:bodyPr/>
        <a:lstStyle/>
        <a:p>
          <a:endParaRPr lang="en-ZA"/>
        </a:p>
      </dgm:t>
    </dgm:pt>
    <dgm:pt modelId="{D5BC4C2B-2AFA-44B4-A2DB-F4125B63F8EA}">
      <dgm:prSet phldrT="[Text]" custT="1"/>
      <dgm:spPr/>
      <dgm:t>
        <a:bodyPr/>
        <a:lstStyle/>
        <a:p>
          <a:r>
            <a:rPr lang="en-ZA" sz="1800" b="0" i="1" dirty="0"/>
            <a:t>Scammers</a:t>
          </a:r>
          <a:r>
            <a:rPr lang="en-ZA" sz="1800" b="0" dirty="0"/>
            <a:t> / </a:t>
          </a:r>
          <a:r>
            <a:rPr lang="en-ZA" sz="1800" b="0" i="1" dirty="0"/>
            <a:t>Phishers</a:t>
          </a:r>
        </a:p>
      </dgm:t>
    </dgm:pt>
    <dgm:pt modelId="{8F394C76-63B4-456D-882D-EA7E9EA256D4}" type="parTrans" cxnId="{AEAFE63A-248F-42FD-B908-383B572A5209}">
      <dgm:prSet/>
      <dgm:spPr/>
      <dgm:t>
        <a:bodyPr/>
        <a:lstStyle/>
        <a:p>
          <a:endParaRPr lang="en-ZA"/>
        </a:p>
      </dgm:t>
    </dgm:pt>
    <dgm:pt modelId="{31EAB3D6-4D29-4769-ADCA-E6945DC265B6}" type="sibTrans" cxnId="{AEAFE63A-248F-42FD-B908-383B572A5209}">
      <dgm:prSet/>
      <dgm:spPr/>
      <dgm:t>
        <a:bodyPr/>
        <a:lstStyle/>
        <a:p>
          <a:endParaRPr lang="en-ZA"/>
        </a:p>
      </dgm:t>
    </dgm:pt>
    <dgm:pt modelId="{F4690F97-EEC3-4C29-BF2D-A468B9487E03}">
      <dgm:prSet phldrT="[Text]" custT="1"/>
      <dgm:spPr/>
      <dgm:t>
        <a:bodyPr/>
        <a:lstStyle/>
        <a:p>
          <a:r>
            <a:rPr lang="en-ZA" sz="1800" dirty="0" err="1"/>
            <a:t>Werknemers</a:t>
          </a:r>
          <a:endParaRPr lang="en-ZA" sz="1800" dirty="0"/>
        </a:p>
      </dgm:t>
    </dgm:pt>
    <dgm:pt modelId="{F6F81ECD-6707-4FC5-ADE5-D2284703E76B}" type="parTrans" cxnId="{1FB1ECF3-5CCE-4B12-9DD4-D010704F5D4C}">
      <dgm:prSet/>
      <dgm:spPr/>
      <dgm:t>
        <a:bodyPr/>
        <a:lstStyle/>
        <a:p>
          <a:endParaRPr lang="en-ZA"/>
        </a:p>
      </dgm:t>
    </dgm:pt>
    <dgm:pt modelId="{6AED6206-6FA6-4DF6-B870-502BAA049946}" type="sibTrans" cxnId="{1FB1ECF3-5CCE-4B12-9DD4-D010704F5D4C}">
      <dgm:prSet/>
      <dgm:spPr/>
      <dgm:t>
        <a:bodyPr/>
        <a:lstStyle/>
        <a:p>
          <a:endParaRPr lang="en-ZA"/>
        </a:p>
      </dgm:t>
    </dgm:pt>
    <dgm:pt modelId="{A0953768-7EC4-431A-9B71-40836C29CC9B}">
      <dgm:prSet phldrT="[Text]" custT="1"/>
      <dgm:spPr/>
      <dgm:t>
        <a:bodyPr/>
        <a:lstStyle/>
        <a:p>
          <a:r>
            <a:rPr lang="en-ZA" sz="1800" i="1" dirty="0"/>
            <a:t>Hackers</a:t>
          </a:r>
          <a:r>
            <a:rPr lang="en-ZA" sz="1800" dirty="0"/>
            <a:t> </a:t>
          </a:r>
          <a:r>
            <a:rPr lang="en-ZA" sz="1800" dirty="0" err="1"/>
            <a:t>en</a:t>
          </a:r>
          <a:r>
            <a:rPr lang="en-ZA" sz="1800" dirty="0"/>
            <a:t> </a:t>
          </a:r>
          <a:r>
            <a:rPr lang="en-ZA" sz="1800" i="1" dirty="0"/>
            <a:t>crackers</a:t>
          </a:r>
        </a:p>
      </dgm:t>
    </dgm:pt>
    <dgm:pt modelId="{1083FBCE-25D7-47C0-8A99-9F0467ACA4CF}" type="parTrans" cxnId="{B665A266-D2CF-4A3C-9B7A-E9CB3EC11BCB}">
      <dgm:prSet/>
      <dgm:spPr/>
      <dgm:t>
        <a:bodyPr/>
        <a:lstStyle/>
        <a:p>
          <a:endParaRPr lang="en-ZA"/>
        </a:p>
      </dgm:t>
    </dgm:pt>
    <dgm:pt modelId="{F04B8B06-F408-41C9-BDAD-59EC961F8F9C}" type="sibTrans" cxnId="{B665A266-D2CF-4A3C-9B7A-E9CB3EC11BCB}">
      <dgm:prSet/>
      <dgm:spPr/>
      <dgm:t>
        <a:bodyPr/>
        <a:lstStyle/>
        <a:p>
          <a:endParaRPr lang="en-ZA"/>
        </a:p>
      </dgm:t>
    </dgm:pt>
    <dgm:pt modelId="{E3BBC22C-8B46-4787-9FED-C4C7BC314052}">
      <dgm:prSet phldrT="[Text]" custT="1"/>
      <dgm:spPr/>
      <dgm:t>
        <a:bodyPr/>
        <a:lstStyle/>
        <a:p>
          <a:r>
            <a:rPr lang="en-ZA" sz="1800" dirty="0" err="1"/>
            <a:t>Georganiseerde</a:t>
          </a:r>
          <a:r>
            <a:rPr lang="en-ZA" sz="1800" dirty="0"/>
            <a:t> </a:t>
          </a:r>
          <a:r>
            <a:rPr lang="en-ZA" sz="1800" dirty="0" err="1"/>
            <a:t>misdaad</a:t>
          </a:r>
          <a:endParaRPr lang="en-ZA" sz="1800" dirty="0"/>
        </a:p>
      </dgm:t>
    </dgm:pt>
    <dgm:pt modelId="{92AE9B3C-C6C5-491B-B40B-544FCD29FCB8}" type="parTrans" cxnId="{1EFCEF50-778B-414A-94E8-ED45CF97E500}">
      <dgm:prSet/>
      <dgm:spPr/>
      <dgm:t>
        <a:bodyPr/>
        <a:lstStyle/>
        <a:p>
          <a:endParaRPr lang="en-ZA"/>
        </a:p>
      </dgm:t>
    </dgm:pt>
    <dgm:pt modelId="{185DE5AF-6064-4978-A395-7E5B69693AB8}" type="sibTrans" cxnId="{1EFCEF50-778B-414A-94E8-ED45CF97E500}">
      <dgm:prSet/>
      <dgm:spPr/>
      <dgm:t>
        <a:bodyPr/>
        <a:lstStyle/>
        <a:p>
          <a:endParaRPr lang="en-ZA"/>
        </a:p>
      </dgm:t>
    </dgm:pt>
    <dgm:pt modelId="{77CD83C3-0917-40F3-893A-DE3855E51BF7}">
      <dgm:prSet phldrT="[Text]"/>
      <dgm:spPr/>
      <dgm:t>
        <a:bodyPr/>
        <a:lstStyle/>
        <a:p>
          <a:r>
            <a:rPr lang="en-ZA" sz="2200" b="1" dirty="0" err="1"/>
            <a:t>Impak</a:t>
          </a:r>
          <a:r>
            <a:rPr lang="en-ZA" sz="2200" b="1" dirty="0"/>
            <a:t> op </a:t>
          </a:r>
          <a:r>
            <a:rPr lang="en-ZA" sz="2200" b="1" dirty="0" err="1"/>
            <a:t>onderwys</a:t>
          </a:r>
          <a:endParaRPr lang="en-ZA" sz="2200" b="1" dirty="0"/>
        </a:p>
      </dgm:t>
    </dgm:pt>
    <dgm:pt modelId="{D78B7F34-E6C0-4CCF-A2B5-9C2BC7505ED3}" type="parTrans" cxnId="{BB3E2E98-11E4-49EA-8DBF-CF6791A5C264}">
      <dgm:prSet/>
      <dgm:spPr/>
      <dgm:t>
        <a:bodyPr/>
        <a:lstStyle/>
        <a:p>
          <a:endParaRPr lang="en-ZA"/>
        </a:p>
      </dgm:t>
    </dgm:pt>
    <dgm:pt modelId="{9DFDA043-A1E4-47D6-9DFA-B227C259BAA3}" type="sibTrans" cxnId="{BB3E2E98-11E4-49EA-8DBF-CF6791A5C264}">
      <dgm:prSet/>
      <dgm:spPr/>
      <dgm:t>
        <a:bodyPr/>
        <a:lstStyle/>
        <a:p>
          <a:endParaRPr lang="en-ZA"/>
        </a:p>
      </dgm:t>
    </dgm:pt>
    <dgm:pt modelId="{8B3A9A67-DAA3-422F-AEF3-B03F324EB45F}">
      <dgm:prSet phldrT="[Text]" custT="1"/>
      <dgm:spPr/>
      <dgm:t>
        <a:bodyPr/>
        <a:lstStyle/>
        <a:p>
          <a:r>
            <a:rPr lang="en-ZA" sz="2000" dirty="0" err="1"/>
            <a:t>Onderwysers</a:t>
          </a:r>
          <a:endParaRPr lang="en-ZA" sz="2000" dirty="0"/>
        </a:p>
      </dgm:t>
    </dgm:pt>
    <dgm:pt modelId="{7E3B5E4B-22FC-46F0-9EBF-9B9F0656BED1}" type="parTrans" cxnId="{6ED08187-FEA5-4D27-B6BE-DD7AA384F487}">
      <dgm:prSet/>
      <dgm:spPr/>
      <dgm:t>
        <a:bodyPr/>
        <a:lstStyle/>
        <a:p>
          <a:endParaRPr lang="en-ZA"/>
        </a:p>
      </dgm:t>
    </dgm:pt>
    <dgm:pt modelId="{B138B4CD-149B-4EFB-8F6A-2C1ABD33911B}" type="sibTrans" cxnId="{6ED08187-FEA5-4D27-B6BE-DD7AA384F487}">
      <dgm:prSet/>
      <dgm:spPr/>
      <dgm:t>
        <a:bodyPr/>
        <a:lstStyle/>
        <a:p>
          <a:endParaRPr lang="en-ZA"/>
        </a:p>
      </dgm:t>
    </dgm:pt>
    <dgm:pt modelId="{4D153323-36A6-403C-9998-72F8282F550D}">
      <dgm:prSet phldrT="[Text]" custT="1"/>
      <dgm:spPr/>
      <dgm:t>
        <a:bodyPr/>
        <a:lstStyle/>
        <a:p>
          <a:r>
            <a:rPr lang="en-ZA" sz="2000" dirty="0"/>
            <a:t>Skep </a:t>
          </a:r>
          <a:r>
            <a:rPr lang="en-ZA" sz="2000" dirty="0" err="1"/>
            <a:t>eie</a:t>
          </a:r>
          <a:r>
            <a:rPr lang="en-ZA" sz="2000" dirty="0"/>
            <a:t> </a:t>
          </a:r>
          <a:r>
            <a:rPr lang="en-ZA" sz="2000" dirty="0" err="1"/>
            <a:t>dokumente</a:t>
          </a:r>
          <a:endParaRPr lang="en-ZA" sz="2000" dirty="0"/>
        </a:p>
      </dgm:t>
    </dgm:pt>
    <dgm:pt modelId="{D7CCC108-9DE7-4876-9731-8F61F3D2A7E4}" type="parTrans" cxnId="{A30699F9-4721-4E45-AB19-10108C50ACEA}">
      <dgm:prSet/>
      <dgm:spPr/>
      <dgm:t>
        <a:bodyPr/>
        <a:lstStyle/>
        <a:p>
          <a:endParaRPr lang="en-ZA"/>
        </a:p>
      </dgm:t>
    </dgm:pt>
    <dgm:pt modelId="{F8C4D3CF-A051-43B8-ADD4-883FE9287377}" type="sibTrans" cxnId="{A30699F9-4721-4E45-AB19-10108C50ACEA}">
      <dgm:prSet/>
      <dgm:spPr/>
      <dgm:t>
        <a:bodyPr/>
        <a:lstStyle/>
        <a:p>
          <a:endParaRPr lang="en-ZA"/>
        </a:p>
      </dgm:t>
    </dgm:pt>
    <dgm:pt modelId="{A29B4B50-E1D9-463B-A50E-AE36E063354C}">
      <dgm:prSet phldrT="[Text]" custT="1"/>
      <dgm:spPr/>
      <dgm:t>
        <a:bodyPr/>
        <a:lstStyle/>
        <a:p>
          <a:r>
            <a:rPr lang="en-ZA" sz="2000" dirty="0" err="1"/>
            <a:t>Liasering</a:t>
          </a:r>
          <a:r>
            <a:rPr lang="en-ZA" sz="2000" dirty="0"/>
            <a:t> – </a:t>
          </a:r>
          <a:r>
            <a:rPr lang="en-ZA" sz="2000" dirty="0" err="1"/>
            <a:t>kliënte</a:t>
          </a:r>
          <a:r>
            <a:rPr lang="en-ZA" sz="2000" dirty="0"/>
            <a:t> &amp; </a:t>
          </a:r>
          <a:r>
            <a:rPr lang="en-ZA" sz="2000" dirty="0" err="1"/>
            <a:t>verskaffers</a:t>
          </a:r>
          <a:endParaRPr lang="en-ZA" sz="2000" dirty="0"/>
        </a:p>
      </dgm:t>
    </dgm:pt>
    <dgm:pt modelId="{5F5EACDC-A386-4D18-91CD-553B8F9DC58F}" type="parTrans" cxnId="{7F80584A-CA4B-4567-8DBA-430CCCF01936}">
      <dgm:prSet/>
      <dgm:spPr/>
      <dgm:t>
        <a:bodyPr/>
        <a:lstStyle/>
        <a:p>
          <a:endParaRPr lang="en-ZA"/>
        </a:p>
      </dgm:t>
    </dgm:pt>
    <dgm:pt modelId="{DEF919BE-97ED-437F-BFC5-7468495147B1}" type="sibTrans" cxnId="{7F80584A-CA4B-4567-8DBA-430CCCF01936}">
      <dgm:prSet/>
      <dgm:spPr/>
      <dgm:t>
        <a:bodyPr/>
        <a:lstStyle/>
        <a:p>
          <a:endParaRPr lang="en-ZA"/>
        </a:p>
      </dgm:t>
    </dgm:pt>
    <dgm:pt modelId="{6881B156-831A-4D3A-A560-40E3AD05ED45}">
      <dgm:prSet phldrT="[Text]" custT="1"/>
      <dgm:spPr/>
      <dgm:t>
        <a:bodyPr/>
        <a:lstStyle/>
        <a:p>
          <a:r>
            <a:rPr lang="en-ZA" sz="2000" dirty="0" err="1"/>
            <a:t>Inligtingsera</a:t>
          </a:r>
          <a:endParaRPr lang="en-ZA" sz="2000" dirty="0"/>
        </a:p>
      </dgm:t>
    </dgm:pt>
    <dgm:pt modelId="{6A91F8FE-10A3-4D18-9F69-BAEE4016FBB7}" type="parTrans" cxnId="{C4E5FA2B-A53E-40BB-A9A9-2B7021C264F8}">
      <dgm:prSet/>
      <dgm:spPr/>
      <dgm:t>
        <a:bodyPr/>
        <a:lstStyle/>
        <a:p>
          <a:endParaRPr lang="en-US"/>
        </a:p>
      </dgm:t>
    </dgm:pt>
    <dgm:pt modelId="{EB6C9F11-7334-4CB2-962F-768A131544AE}" type="sibTrans" cxnId="{C4E5FA2B-A53E-40BB-A9A9-2B7021C264F8}">
      <dgm:prSet/>
      <dgm:spPr/>
      <dgm:t>
        <a:bodyPr/>
        <a:lstStyle/>
        <a:p>
          <a:endParaRPr lang="en-US"/>
        </a:p>
      </dgm:t>
    </dgm:pt>
    <dgm:pt modelId="{E0AF2E61-C152-4FA8-94C0-3599813DDB8E}">
      <dgm:prSet phldrT="[Text]" custT="1"/>
      <dgm:spPr/>
      <dgm:t>
        <a:bodyPr/>
        <a:lstStyle/>
        <a:p>
          <a:r>
            <a:rPr lang="en-ZA" sz="2000" dirty="0" err="1"/>
            <a:t>Bestuur</a:t>
          </a:r>
          <a:r>
            <a:rPr lang="en-ZA" sz="2000" dirty="0"/>
            <a:t> data</a:t>
          </a:r>
        </a:p>
      </dgm:t>
    </dgm:pt>
    <dgm:pt modelId="{11251A44-A3B2-40E5-B283-B4BB81A93819}" type="parTrans" cxnId="{B149FC2A-DFF2-4F3A-895B-025253569212}">
      <dgm:prSet/>
      <dgm:spPr/>
      <dgm:t>
        <a:bodyPr/>
        <a:lstStyle/>
        <a:p>
          <a:endParaRPr lang="en-US"/>
        </a:p>
      </dgm:t>
    </dgm:pt>
    <dgm:pt modelId="{CA227697-1351-45A4-A43E-6AC9C24B1A82}" type="sibTrans" cxnId="{B149FC2A-DFF2-4F3A-895B-025253569212}">
      <dgm:prSet/>
      <dgm:spPr/>
      <dgm:t>
        <a:bodyPr/>
        <a:lstStyle/>
        <a:p>
          <a:endParaRPr lang="en-US"/>
        </a:p>
      </dgm:t>
    </dgm:pt>
    <dgm:pt modelId="{C3F5ACB9-9123-4FAB-9D35-E715D17CF79F}">
      <dgm:prSet phldrT="[Text]" custT="1"/>
      <dgm:spPr/>
      <dgm:t>
        <a:bodyPr/>
        <a:lstStyle/>
        <a:p>
          <a:r>
            <a:rPr lang="en-ZA" sz="2000"/>
            <a:t>Adverteringising</a:t>
          </a:r>
          <a:endParaRPr lang="en-ZA" sz="2000" dirty="0"/>
        </a:p>
      </dgm:t>
    </dgm:pt>
    <dgm:pt modelId="{A42B00A2-14DB-4436-A2B8-B76F507C48C0}" type="parTrans" cxnId="{21354473-D730-4992-BF4D-CCD58C42B800}">
      <dgm:prSet/>
      <dgm:spPr/>
      <dgm:t>
        <a:bodyPr/>
        <a:lstStyle/>
        <a:p>
          <a:endParaRPr lang="en-US"/>
        </a:p>
      </dgm:t>
    </dgm:pt>
    <dgm:pt modelId="{FCF547DE-A6FB-43F0-A2BF-9F4FC293B349}" type="sibTrans" cxnId="{21354473-D730-4992-BF4D-CCD58C42B800}">
      <dgm:prSet/>
      <dgm:spPr/>
      <dgm:t>
        <a:bodyPr/>
        <a:lstStyle/>
        <a:p>
          <a:endParaRPr lang="en-US"/>
        </a:p>
      </dgm:t>
    </dgm:pt>
    <dgm:pt modelId="{BDA6382E-7306-4345-B6EE-BC63E4C90C88}">
      <dgm:prSet phldrT="[Text]" custT="1"/>
      <dgm:spPr/>
      <dgm:t>
        <a:bodyPr/>
        <a:lstStyle/>
        <a:p>
          <a:r>
            <a:rPr lang="en-ZA" sz="2000" dirty="0" err="1"/>
            <a:t>Kommunikasie</a:t>
          </a:r>
          <a:endParaRPr lang="en-ZA" sz="2000" dirty="0"/>
        </a:p>
      </dgm:t>
    </dgm:pt>
    <dgm:pt modelId="{67BAF377-1307-415F-A392-BB1492F4FA83}" type="sibTrans" cxnId="{8E13A2D9-4AC8-4D50-BA3E-F72C8162AFE0}">
      <dgm:prSet/>
      <dgm:spPr/>
      <dgm:t>
        <a:bodyPr/>
        <a:lstStyle/>
        <a:p>
          <a:endParaRPr lang="en-ZA"/>
        </a:p>
      </dgm:t>
    </dgm:pt>
    <dgm:pt modelId="{4EF6B7DB-1EE2-4E9A-9E54-C10636E1DE2A}" type="parTrans" cxnId="{8E13A2D9-4AC8-4D50-BA3E-F72C8162AFE0}">
      <dgm:prSet/>
      <dgm:spPr/>
      <dgm:t>
        <a:bodyPr/>
        <a:lstStyle/>
        <a:p>
          <a:endParaRPr lang="en-ZA"/>
        </a:p>
      </dgm:t>
    </dgm:pt>
    <dgm:pt modelId="{F23C2241-FE87-43D8-A09B-AD0E57965F69}">
      <dgm:prSet phldrT="[Text]" custT="1"/>
      <dgm:spPr/>
      <dgm:t>
        <a:bodyPr/>
        <a:lstStyle/>
        <a:p>
          <a:r>
            <a:rPr lang="en-ZA" sz="2000" dirty="0" err="1"/>
            <a:t>Bestuur</a:t>
          </a:r>
          <a:endParaRPr lang="en-ZA" sz="2000" dirty="0"/>
        </a:p>
      </dgm:t>
    </dgm:pt>
    <dgm:pt modelId="{8F4B7565-F8F2-4529-838A-1422C905A968}" type="sibTrans" cxnId="{91360412-18C5-4B9E-B032-D10437F8D9B8}">
      <dgm:prSet/>
      <dgm:spPr/>
      <dgm:t>
        <a:bodyPr/>
        <a:lstStyle/>
        <a:p>
          <a:endParaRPr lang="en-ZA"/>
        </a:p>
      </dgm:t>
    </dgm:pt>
    <dgm:pt modelId="{6AC27148-C4F9-4066-95F7-FFBCF6A7F40F}" type="parTrans" cxnId="{91360412-18C5-4B9E-B032-D10437F8D9B8}">
      <dgm:prSet/>
      <dgm:spPr/>
      <dgm:t>
        <a:bodyPr/>
        <a:lstStyle/>
        <a:p>
          <a:endParaRPr lang="en-ZA"/>
        </a:p>
      </dgm:t>
    </dgm:pt>
    <dgm:pt modelId="{03AC835E-E159-C540-9A9A-E9C01FE71015}">
      <dgm:prSet phldrT="[Text]" custT="1"/>
      <dgm:spPr/>
      <dgm:t>
        <a:bodyPr/>
        <a:lstStyle/>
        <a:p>
          <a:r>
            <a:rPr lang="en-ZA" sz="2000" dirty="0" err="1"/>
            <a:t>Leerders</a:t>
          </a:r>
          <a:endParaRPr lang="en-ZA" sz="2000" dirty="0"/>
        </a:p>
      </dgm:t>
    </dgm:pt>
    <dgm:pt modelId="{670CB4D0-5BA7-264F-AE2C-3B01CAEAAA8F}" type="parTrans" cxnId="{DDD9AE9B-B099-654A-8BD4-4921CEA625C9}">
      <dgm:prSet/>
      <dgm:spPr/>
      <dgm:t>
        <a:bodyPr/>
        <a:lstStyle/>
        <a:p>
          <a:endParaRPr lang="en-US"/>
        </a:p>
      </dgm:t>
    </dgm:pt>
    <dgm:pt modelId="{69BB848D-AFE3-F74D-B358-BABF6E04DE40}" type="sibTrans" cxnId="{DDD9AE9B-B099-654A-8BD4-4921CEA625C9}">
      <dgm:prSet/>
      <dgm:spPr/>
      <dgm:t>
        <a:bodyPr/>
        <a:lstStyle/>
        <a:p>
          <a:endParaRPr lang="en-US"/>
        </a:p>
      </dgm:t>
    </dgm:pt>
    <dgm:pt modelId="{9040D59D-8884-41A5-99E4-4D6F497082F8}" type="pres">
      <dgm:prSet presAssocID="{F9838B9F-18F8-458D-BF9C-E4B7D94775EC}" presName="diagram" presStyleCnt="0">
        <dgm:presLayoutVars>
          <dgm:dir/>
          <dgm:resizeHandles val="exact"/>
        </dgm:presLayoutVars>
      </dgm:prSet>
      <dgm:spPr/>
    </dgm:pt>
    <dgm:pt modelId="{FC89678A-2682-4845-9203-5A2149682002}" type="pres">
      <dgm:prSet presAssocID="{2F01AFB7-9698-4BF5-A514-315BB37ADCDD}" presName="node" presStyleLbl="node1" presStyleIdx="0" presStyleCnt="4">
        <dgm:presLayoutVars>
          <dgm:bulletEnabled val="1"/>
        </dgm:presLayoutVars>
      </dgm:prSet>
      <dgm:spPr/>
    </dgm:pt>
    <dgm:pt modelId="{CB3AA8A1-58D8-4885-A1A6-05202B4E2F60}" type="pres">
      <dgm:prSet presAssocID="{9FCD1B8D-5785-459D-8874-56E34BB5E36D}" presName="sibTrans" presStyleCnt="0"/>
      <dgm:spPr/>
    </dgm:pt>
    <dgm:pt modelId="{951C8549-33C1-4596-A5B6-CE46645E4F34}" type="pres">
      <dgm:prSet presAssocID="{627E0264-19A3-4E64-AE8A-43D1CE478729}" presName="node" presStyleLbl="node1" presStyleIdx="1" presStyleCnt="4">
        <dgm:presLayoutVars>
          <dgm:bulletEnabled val="1"/>
        </dgm:presLayoutVars>
      </dgm:prSet>
      <dgm:spPr/>
    </dgm:pt>
    <dgm:pt modelId="{9FEE1DFF-012C-46DE-8F96-E410D68CBCFA}" type="pres">
      <dgm:prSet presAssocID="{2466254C-D4B4-4F25-9423-12D9EE49E331}" presName="sibTrans" presStyleCnt="0"/>
      <dgm:spPr/>
    </dgm:pt>
    <dgm:pt modelId="{BE2C4D7B-B69E-4A87-B6D3-7EE22095625D}" type="pres">
      <dgm:prSet presAssocID="{77CD83C3-0917-40F3-893A-DE3855E51BF7}" presName="node" presStyleLbl="node1" presStyleIdx="2" presStyleCnt="4">
        <dgm:presLayoutVars>
          <dgm:bulletEnabled val="1"/>
        </dgm:presLayoutVars>
      </dgm:prSet>
      <dgm:spPr/>
    </dgm:pt>
    <dgm:pt modelId="{D0FF915E-6863-495A-AA11-45783C5D7AE6}" type="pres">
      <dgm:prSet presAssocID="{9DFDA043-A1E4-47D6-9DFA-B227C259BAA3}" presName="sibTrans" presStyleCnt="0"/>
      <dgm:spPr/>
    </dgm:pt>
    <dgm:pt modelId="{8834C312-0C5D-4CCC-AC9C-5DE396B1AABE}" type="pres">
      <dgm:prSet presAssocID="{AE9EAA4D-E12F-4CDE-A3E1-9197153BE902}" presName="node" presStyleLbl="node1" presStyleIdx="3" presStyleCnt="4">
        <dgm:presLayoutVars>
          <dgm:bulletEnabled val="1"/>
        </dgm:presLayoutVars>
      </dgm:prSet>
      <dgm:spPr/>
    </dgm:pt>
  </dgm:ptLst>
  <dgm:cxnLst>
    <dgm:cxn modelId="{21354473-D730-4992-BF4D-CCD58C42B800}" srcId="{627E0264-19A3-4E64-AE8A-43D1CE478729}" destId="{C3F5ACB9-9123-4FAB-9D35-E715D17CF79F}" srcOrd="3" destOrd="0" parTransId="{A42B00A2-14DB-4436-A2B8-B76F507C48C0}" sibTransId="{FCF547DE-A6FB-43F0-A2BF-9F4FC293B349}"/>
    <dgm:cxn modelId="{59E320ED-38E0-4F1D-B39A-DBC666A65450}" type="presOf" srcId="{34693BE5-7636-4E06-BB3C-09088F94A120}" destId="{8834C312-0C5D-4CCC-AC9C-5DE396B1AABE}" srcOrd="0" destOrd="1" presId="urn:microsoft.com/office/officeart/2005/8/layout/default#1"/>
    <dgm:cxn modelId="{1EFCEF50-778B-414A-94E8-ED45CF97E500}" srcId="{AE9EAA4D-E12F-4CDE-A3E1-9197153BE902}" destId="{E3BBC22C-8B46-4787-9FED-C4C7BC314052}" srcOrd="4" destOrd="0" parTransId="{92AE9B3C-C6C5-491B-B40B-544FCD29FCB8}" sibTransId="{185DE5AF-6064-4978-A395-7E5B69693AB8}"/>
    <dgm:cxn modelId="{21082F13-EB87-4A98-8671-00870327D863}" type="presOf" srcId="{77CD83C3-0917-40F3-893A-DE3855E51BF7}" destId="{BE2C4D7B-B69E-4A87-B6D3-7EE22095625D}" srcOrd="0" destOrd="0" presId="urn:microsoft.com/office/officeart/2005/8/layout/default#1"/>
    <dgm:cxn modelId="{63B98655-8259-42DD-BD96-3376BD6DDF88}" type="presOf" srcId="{2F01AFB7-9698-4BF5-A514-315BB37ADCDD}" destId="{FC89678A-2682-4845-9203-5A2149682002}" srcOrd="0" destOrd="0" presId="urn:microsoft.com/office/officeart/2005/8/layout/default#1"/>
    <dgm:cxn modelId="{EA5BADA4-C5B7-4059-9920-57DB6762CD23}" srcId="{2F01AFB7-9698-4BF5-A514-315BB37ADCDD}" destId="{4311DB9E-89AC-44A6-846C-AE3F4C56FB33}" srcOrd="1" destOrd="0" parTransId="{60BAA223-D802-4BB7-A551-5525236A940B}" sibTransId="{DF2A4E1F-1000-41D9-94BF-374DB3FFB383}"/>
    <dgm:cxn modelId="{7C6D02D6-9414-411A-A857-1AFA8C5AAD51}" type="presOf" srcId="{E0AF2E61-C152-4FA8-94C0-3599813DDB8E}" destId="{951C8549-33C1-4596-A5B6-CE46645E4F34}" srcOrd="0" destOrd="3" presId="urn:microsoft.com/office/officeart/2005/8/layout/default#1"/>
    <dgm:cxn modelId="{1FB1ECF3-5CCE-4B12-9DD4-D010704F5D4C}" srcId="{AE9EAA4D-E12F-4CDE-A3E1-9197153BE902}" destId="{F4690F97-EEC3-4C29-BF2D-A468B9487E03}" srcOrd="2" destOrd="0" parTransId="{F6F81ECD-6707-4FC5-ADE5-D2284703E76B}" sibTransId="{6AED6206-6FA6-4DF6-B870-502BAA049946}"/>
    <dgm:cxn modelId="{BD2AA859-C505-4427-8E29-5AE6307F88EA}" type="presOf" srcId="{AE9EAA4D-E12F-4CDE-A3E1-9197153BE902}" destId="{8834C312-0C5D-4CCC-AC9C-5DE396B1AABE}" srcOrd="0" destOrd="0" presId="urn:microsoft.com/office/officeart/2005/8/layout/default#1"/>
    <dgm:cxn modelId="{50ED480E-1270-4E4E-940D-EA7A007A9E2F}" srcId="{F9838B9F-18F8-458D-BF9C-E4B7D94775EC}" destId="{627E0264-19A3-4E64-AE8A-43D1CE478729}" srcOrd="1" destOrd="0" parTransId="{60D39A4A-50BB-47A1-9D21-D7D0E2105E47}" sibTransId="{2466254C-D4B4-4F25-9423-12D9EE49E331}"/>
    <dgm:cxn modelId="{12F6E0F3-C0BD-4B53-90F1-7908110104D5}" srcId="{F9838B9F-18F8-458D-BF9C-E4B7D94775EC}" destId="{2F01AFB7-9698-4BF5-A514-315BB37ADCDD}" srcOrd="0" destOrd="0" parTransId="{0F378D8C-E838-49A8-B4F4-A2A7ADB2B167}" sibTransId="{9FCD1B8D-5785-459D-8874-56E34BB5E36D}"/>
    <dgm:cxn modelId="{E5B9DD22-F6FC-49FD-A4DD-548D1D6AF5F3}" type="presOf" srcId="{D5BC4C2B-2AFA-44B4-A2DB-F4125B63F8EA}" destId="{8834C312-0C5D-4CCC-AC9C-5DE396B1AABE}" srcOrd="0" destOrd="2" presId="urn:microsoft.com/office/officeart/2005/8/layout/default#1"/>
    <dgm:cxn modelId="{93DE699A-EA40-492E-8FD4-550965C1124A}" type="presOf" srcId="{E3BBC22C-8B46-4787-9FED-C4C7BC314052}" destId="{8834C312-0C5D-4CCC-AC9C-5DE396B1AABE}" srcOrd="0" destOrd="5" presId="urn:microsoft.com/office/officeart/2005/8/layout/default#1"/>
    <dgm:cxn modelId="{DDD9AE9B-B099-654A-8BD4-4921CEA625C9}" srcId="{77CD83C3-0917-40F3-893A-DE3855E51BF7}" destId="{03AC835E-E159-C540-9A9A-E9C01FE71015}" srcOrd="2" destOrd="0" parTransId="{670CB4D0-5BA7-264F-AE2C-3B01CAEAAA8F}" sibTransId="{69BB848D-AFE3-F74D-B358-BABF6E04DE40}"/>
    <dgm:cxn modelId="{5FBD703D-9E48-45C3-BD31-26631562F2F4}" type="presOf" srcId="{A0953768-7EC4-431A-9B71-40836C29CC9B}" destId="{8834C312-0C5D-4CCC-AC9C-5DE396B1AABE}" srcOrd="0" destOrd="4" presId="urn:microsoft.com/office/officeart/2005/8/layout/default#1"/>
    <dgm:cxn modelId="{1D444F87-C8C8-434E-888C-2F8C84C02872}" type="presOf" srcId="{6881B156-831A-4D3A-A560-40E3AD05ED45}" destId="{FC89678A-2682-4845-9203-5A2149682002}" srcOrd="0" destOrd="3" presId="urn:microsoft.com/office/officeart/2005/8/layout/default#1"/>
    <dgm:cxn modelId="{F5FBCDF3-77D5-4538-8FA1-51B1393E9CEA}" srcId="{AE9EAA4D-E12F-4CDE-A3E1-9197153BE902}" destId="{34693BE5-7636-4E06-BB3C-09088F94A120}" srcOrd="0" destOrd="0" parTransId="{AAFE0BBB-BD48-4B36-B43D-0C34E28FA2F6}" sibTransId="{6F5BDDA5-4E55-45D3-B00E-9E54A7BC8F86}"/>
    <dgm:cxn modelId="{BB3E2E98-11E4-49EA-8DBF-CF6791A5C264}" srcId="{F9838B9F-18F8-458D-BF9C-E4B7D94775EC}" destId="{77CD83C3-0917-40F3-893A-DE3855E51BF7}" srcOrd="2" destOrd="0" parTransId="{D78B7F34-E6C0-4CCF-A2B5-9C2BC7505ED3}" sibTransId="{9DFDA043-A1E4-47D6-9DFA-B227C259BAA3}"/>
    <dgm:cxn modelId="{91360412-18C5-4B9E-B032-D10437F8D9B8}" srcId="{77CD83C3-0917-40F3-893A-DE3855E51BF7}" destId="{F23C2241-FE87-43D8-A09B-AD0E57965F69}" srcOrd="0" destOrd="0" parTransId="{6AC27148-C4F9-4066-95F7-FFBCF6A7F40F}" sibTransId="{8F4B7565-F8F2-4529-838A-1422C905A968}"/>
    <dgm:cxn modelId="{C7244FF7-2C8A-4E85-B789-B3A4D54E5E3B}" srcId="{2F01AFB7-9698-4BF5-A514-315BB37ADCDD}" destId="{A588AB1C-B744-40B4-9A00-094B5DC86017}" srcOrd="3" destOrd="0" parTransId="{65E79ECE-7C2C-4F1C-9F13-C87005024F05}" sibTransId="{DDAA1768-C85F-45EE-A559-E90FA968B23A}"/>
    <dgm:cxn modelId="{AC69E03A-2093-4C3E-A0A3-488F7DF2E9B7}" type="presOf" srcId="{C3F5ACB9-9123-4FAB-9D35-E715D17CF79F}" destId="{951C8549-33C1-4596-A5B6-CE46645E4F34}" srcOrd="0" destOrd="4" presId="urn:microsoft.com/office/officeart/2005/8/layout/default#1"/>
    <dgm:cxn modelId="{B665A266-D2CF-4A3C-9B7A-E9CB3EC11BCB}" srcId="{AE9EAA4D-E12F-4CDE-A3E1-9197153BE902}" destId="{A0953768-7EC4-431A-9B71-40836C29CC9B}" srcOrd="3" destOrd="0" parTransId="{1083FBCE-25D7-47C0-8A99-9F0467ACA4CF}" sibTransId="{F04B8B06-F408-41C9-BDAD-59EC961F8F9C}"/>
    <dgm:cxn modelId="{7F80584A-CA4B-4567-8DBA-430CCCF01936}" srcId="{627E0264-19A3-4E64-AE8A-43D1CE478729}" destId="{A29B4B50-E1D9-463B-A50E-AE36E063354C}" srcOrd="1" destOrd="0" parTransId="{5F5EACDC-A386-4D18-91CD-553B8F9DC58F}" sibTransId="{DEF919BE-97ED-437F-BFC5-7468495147B1}"/>
    <dgm:cxn modelId="{861D4CC5-AA51-4E68-9318-63682D43E4BC}" type="presOf" srcId="{8B3A9A67-DAA3-422F-AEF3-B03F324EB45F}" destId="{BE2C4D7B-B69E-4A87-B6D3-7EE22095625D}" srcOrd="0" destOrd="2" presId="urn:microsoft.com/office/officeart/2005/8/layout/default#1"/>
    <dgm:cxn modelId="{A30699F9-4721-4E45-AB19-10108C50ACEA}" srcId="{627E0264-19A3-4E64-AE8A-43D1CE478729}" destId="{4D153323-36A6-403C-9998-72F8282F550D}" srcOrd="0" destOrd="0" parTransId="{D7CCC108-9DE7-4876-9731-8F61F3D2A7E4}" sibTransId="{F8C4D3CF-A051-43B8-ADD4-883FE9287377}"/>
    <dgm:cxn modelId="{20B73103-D0CE-4B1C-8AB2-606DB9EB15ED}" type="presOf" srcId="{F23C2241-FE87-43D8-A09B-AD0E57965F69}" destId="{BE2C4D7B-B69E-4A87-B6D3-7EE22095625D}" srcOrd="0" destOrd="1" presId="urn:microsoft.com/office/officeart/2005/8/layout/default#1"/>
    <dgm:cxn modelId="{6508FECF-8360-4E9F-BF3D-FC54CE6ACF8C}" type="presOf" srcId="{BDA6382E-7306-4345-B6EE-BC63E4C90C88}" destId="{FC89678A-2682-4845-9203-5A2149682002}" srcOrd="0" destOrd="1" presId="urn:microsoft.com/office/officeart/2005/8/layout/default#1"/>
    <dgm:cxn modelId="{AEAFE63A-248F-42FD-B908-383B572A5209}" srcId="{AE9EAA4D-E12F-4CDE-A3E1-9197153BE902}" destId="{D5BC4C2B-2AFA-44B4-A2DB-F4125B63F8EA}" srcOrd="1" destOrd="0" parTransId="{8F394C76-63B4-456D-882D-EA7E9EA256D4}" sibTransId="{31EAB3D6-4D29-4769-ADCA-E6945DC265B6}"/>
    <dgm:cxn modelId="{6ED08187-FEA5-4D27-B6BE-DD7AA384F487}" srcId="{77CD83C3-0917-40F3-893A-DE3855E51BF7}" destId="{8B3A9A67-DAA3-422F-AEF3-B03F324EB45F}" srcOrd="1" destOrd="0" parTransId="{7E3B5E4B-22FC-46F0-9EBF-9B9F0656BED1}" sibTransId="{B138B4CD-149B-4EFB-8F6A-2C1ABD33911B}"/>
    <dgm:cxn modelId="{7398BBD9-B042-48B3-BA0F-F53093D0FAE0}" type="presOf" srcId="{A588AB1C-B744-40B4-9A00-094B5DC86017}" destId="{FC89678A-2682-4845-9203-5A2149682002}" srcOrd="0" destOrd="4" presId="urn:microsoft.com/office/officeart/2005/8/layout/default#1"/>
    <dgm:cxn modelId="{C4E5FA2B-A53E-40BB-A9A9-2B7021C264F8}" srcId="{2F01AFB7-9698-4BF5-A514-315BB37ADCDD}" destId="{6881B156-831A-4D3A-A560-40E3AD05ED45}" srcOrd="2" destOrd="0" parTransId="{6A91F8FE-10A3-4D18-9F69-BAEE4016FBB7}" sibTransId="{EB6C9F11-7334-4CB2-962F-768A131544AE}"/>
    <dgm:cxn modelId="{74E47573-6E7F-4078-87C1-DD388D9CEF6B}" type="presOf" srcId="{4D153323-36A6-403C-9998-72F8282F550D}" destId="{951C8549-33C1-4596-A5B6-CE46645E4F34}" srcOrd="0" destOrd="1" presId="urn:microsoft.com/office/officeart/2005/8/layout/default#1"/>
    <dgm:cxn modelId="{D2DBFD3C-B13D-ED43-922C-CE4517A0E196}" type="presOf" srcId="{03AC835E-E159-C540-9A9A-E9C01FE71015}" destId="{BE2C4D7B-B69E-4A87-B6D3-7EE22095625D}" srcOrd="0" destOrd="3" presId="urn:microsoft.com/office/officeart/2005/8/layout/default#1"/>
    <dgm:cxn modelId="{B149FC2A-DFF2-4F3A-895B-025253569212}" srcId="{627E0264-19A3-4E64-AE8A-43D1CE478729}" destId="{E0AF2E61-C152-4FA8-94C0-3599813DDB8E}" srcOrd="2" destOrd="0" parTransId="{11251A44-A3B2-40E5-B283-B4BB81A93819}" sibTransId="{CA227697-1351-45A4-A43E-6AC9C24B1A82}"/>
    <dgm:cxn modelId="{B61F817E-E848-4BC6-B92A-CCE2722DD08C}" type="presOf" srcId="{F4690F97-EEC3-4C29-BF2D-A468B9487E03}" destId="{8834C312-0C5D-4CCC-AC9C-5DE396B1AABE}" srcOrd="0" destOrd="3" presId="urn:microsoft.com/office/officeart/2005/8/layout/default#1"/>
    <dgm:cxn modelId="{005AD977-4445-421F-A0B8-47DBBB2BEB37}" type="presOf" srcId="{F9838B9F-18F8-458D-BF9C-E4B7D94775EC}" destId="{9040D59D-8884-41A5-99E4-4D6F497082F8}" srcOrd="0" destOrd="0" presId="urn:microsoft.com/office/officeart/2005/8/layout/default#1"/>
    <dgm:cxn modelId="{2C63A72F-5E91-4720-A55A-D3AE14D3B6C3}" type="presOf" srcId="{627E0264-19A3-4E64-AE8A-43D1CE478729}" destId="{951C8549-33C1-4596-A5B6-CE46645E4F34}" srcOrd="0" destOrd="0" presId="urn:microsoft.com/office/officeart/2005/8/layout/default#1"/>
    <dgm:cxn modelId="{350D0315-E9FA-47A9-A099-EE6D856D5C84}" type="presOf" srcId="{4311DB9E-89AC-44A6-846C-AE3F4C56FB33}" destId="{FC89678A-2682-4845-9203-5A2149682002}" srcOrd="0" destOrd="2" presId="urn:microsoft.com/office/officeart/2005/8/layout/default#1"/>
    <dgm:cxn modelId="{5D5826A1-76C0-4907-8579-30C8054C7E2B}" srcId="{F9838B9F-18F8-458D-BF9C-E4B7D94775EC}" destId="{AE9EAA4D-E12F-4CDE-A3E1-9197153BE902}" srcOrd="3" destOrd="0" parTransId="{76E8BF3D-9996-4061-B9A7-9CA0022F23E8}" sibTransId="{2C001A2A-C2B7-419B-9DEA-0153CABBD9A5}"/>
    <dgm:cxn modelId="{8E13A2D9-4AC8-4D50-BA3E-F72C8162AFE0}" srcId="{2F01AFB7-9698-4BF5-A514-315BB37ADCDD}" destId="{BDA6382E-7306-4345-B6EE-BC63E4C90C88}" srcOrd="0" destOrd="0" parTransId="{4EF6B7DB-1EE2-4E9A-9E54-C10636E1DE2A}" sibTransId="{67BAF377-1307-415F-A392-BB1492F4FA83}"/>
    <dgm:cxn modelId="{6D25490C-6B17-40C7-BC6C-8ECEBF7F9A7F}" type="presOf" srcId="{A29B4B50-E1D9-463B-A50E-AE36E063354C}" destId="{951C8549-33C1-4596-A5B6-CE46645E4F34}" srcOrd="0" destOrd="2" presId="urn:microsoft.com/office/officeart/2005/8/layout/default#1"/>
    <dgm:cxn modelId="{28E1AB04-2DE6-4656-9280-5F8558036D7B}" type="presParOf" srcId="{9040D59D-8884-41A5-99E4-4D6F497082F8}" destId="{FC89678A-2682-4845-9203-5A2149682002}" srcOrd="0" destOrd="0" presId="urn:microsoft.com/office/officeart/2005/8/layout/default#1"/>
    <dgm:cxn modelId="{9FDAED45-0841-4D4E-BB08-91796565AF0A}" type="presParOf" srcId="{9040D59D-8884-41A5-99E4-4D6F497082F8}" destId="{CB3AA8A1-58D8-4885-A1A6-05202B4E2F60}" srcOrd="1" destOrd="0" presId="urn:microsoft.com/office/officeart/2005/8/layout/default#1"/>
    <dgm:cxn modelId="{2B591686-97BC-488B-B8AB-265A95B4D155}" type="presParOf" srcId="{9040D59D-8884-41A5-99E4-4D6F497082F8}" destId="{951C8549-33C1-4596-A5B6-CE46645E4F34}" srcOrd="2" destOrd="0" presId="urn:microsoft.com/office/officeart/2005/8/layout/default#1"/>
    <dgm:cxn modelId="{C3DC36F8-3889-48F2-9800-59D7811B7E07}" type="presParOf" srcId="{9040D59D-8884-41A5-99E4-4D6F497082F8}" destId="{9FEE1DFF-012C-46DE-8F96-E410D68CBCFA}" srcOrd="3" destOrd="0" presId="urn:microsoft.com/office/officeart/2005/8/layout/default#1"/>
    <dgm:cxn modelId="{89489750-E7FD-43A6-BD1E-1DA8F01EEE87}" type="presParOf" srcId="{9040D59D-8884-41A5-99E4-4D6F497082F8}" destId="{BE2C4D7B-B69E-4A87-B6D3-7EE22095625D}" srcOrd="4" destOrd="0" presId="urn:microsoft.com/office/officeart/2005/8/layout/default#1"/>
    <dgm:cxn modelId="{FF51A7B0-E3FE-417E-ABCB-8DBBD65D24DF}" type="presParOf" srcId="{9040D59D-8884-41A5-99E4-4D6F497082F8}" destId="{D0FF915E-6863-495A-AA11-45783C5D7AE6}" srcOrd="5" destOrd="0" presId="urn:microsoft.com/office/officeart/2005/8/layout/default#1"/>
    <dgm:cxn modelId="{82AB0121-C981-4531-A817-B6815848C919}" type="presParOf" srcId="{9040D59D-8884-41A5-99E4-4D6F497082F8}" destId="{8834C312-0C5D-4CCC-AC9C-5DE396B1AABE}" srcOrd="6" destOrd="0" presId="urn:microsoft.com/office/officeart/2005/8/layout/default#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89678A-2682-4845-9203-5A2149682002}">
      <dsp:nvSpPr>
        <dsp:cNvPr id="0" name=""/>
        <dsp:cNvSpPr/>
      </dsp:nvSpPr>
      <dsp:spPr>
        <a:xfrm>
          <a:off x="295065" y="662"/>
          <a:ext cx="3460975" cy="2076585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60000"/>
                <a:satMod val="100000"/>
                <a:lumMod val="11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70000"/>
                <a:satMod val="10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 err="1"/>
            <a:t>Impak</a:t>
          </a:r>
          <a:r>
            <a:rPr lang="en-US" sz="2200" b="1" kern="1200" dirty="0"/>
            <a:t> op </a:t>
          </a:r>
          <a:r>
            <a:rPr lang="en-US" sz="2200" b="1" kern="1200" dirty="0" err="1"/>
            <a:t>ons</a:t>
          </a:r>
          <a:r>
            <a:rPr lang="en-US" sz="2200" b="1" kern="1200" dirty="0"/>
            <a:t> </a:t>
          </a:r>
          <a:r>
            <a:rPr lang="en-US" sz="2200" b="1" kern="1200" dirty="0" err="1"/>
            <a:t>lewens</a:t>
          </a:r>
          <a:r>
            <a:rPr lang="en-US" sz="2200" b="1" kern="1200" dirty="0"/>
            <a:t> </a:t>
          </a:r>
          <a:r>
            <a:rPr lang="en-US" sz="2200" b="1" kern="1200" err="1"/>
            <a:t>en</a:t>
          </a:r>
          <a:r>
            <a:rPr lang="en-US" sz="2200" b="1" kern="1200"/>
            <a:t> lewensstyle</a:t>
          </a:r>
          <a:endParaRPr lang="en-ZA" sz="2200" b="1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ZA" sz="2000" kern="1200" dirty="0" err="1"/>
            <a:t>Kommunikasie</a:t>
          </a:r>
          <a:endParaRPr lang="en-ZA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ZA" sz="2000" kern="1200" dirty="0" err="1"/>
            <a:t>Oor-beskikbaarheid</a:t>
          </a:r>
          <a:endParaRPr lang="en-ZA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ZA" sz="2000" kern="1200" dirty="0" err="1"/>
            <a:t>Inligtingsera</a:t>
          </a:r>
          <a:endParaRPr lang="en-ZA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ZA" sz="2000" kern="1200" dirty="0" err="1"/>
            <a:t>Vryetydsbesteding</a:t>
          </a:r>
          <a:endParaRPr lang="en-ZA" sz="2000" kern="1200" dirty="0"/>
        </a:p>
      </dsp:txBody>
      <dsp:txXfrm>
        <a:off x="295065" y="662"/>
        <a:ext cx="3460975" cy="2076585"/>
      </dsp:txXfrm>
    </dsp:sp>
    <dsp:sp modelId="{951C8549-33C1-4596-A5B6-CE46645E4F34}">
      <dsp:nvSpPr>
        <dsp:cNvPr id="0" name=""/>
        <dsp:cNvSpPr/>
      </dsp:nvSpPr>
      <dsp:spPr>
        <a:xfrm>
          <a:off x="4102138" y="662"/>
          <a:ext cx="3460975" cy="2076585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60000"/>
                <a:satMod val="100000"/>
                <a:lumMod val="11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70000"/>
                <a:satMod val="10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200" b="1" kern="1200" dirty="0" err="1"/>
            <a:t>Impak</a:t>
          </a:r>
          <a:r>
            <a:rPr lang="en-ZA" sz="2200" b="1" kern="1200" dirty="0"/>
            <a:t> op </a:t>
          </a:r>
          <a:r>
            <a:rPr lang="en-ZA" sz="2200" b="1" kern="1200" dirty="0" err="1"/>
            <a:t>tuiskantore</a:t>
          </a:r>
          <a:endParaRPr lang="en-ZA" sz="2200" b="1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ZA" sz="2000" kern="1200" dirty="0"/>
            <a:t>Skep </a:t>
          </a:r>
          <a:r>
            <a:rPr lang="en-ZA" sz="2000" kern="1200" dirty="0" err="1"/>
            <a:t>eie</a:t>
          </a:r>
          <a:r>
            <a:rPr lang="en-ZA" sz="2000" kern="1200" dirty="0"/>
            <a:t> </a:t>
          </a:r>
          <a:r>
            <a:rPr lang="en-ZA" sz="2000" kern="1200" dirty="0" err="1"/>
            <a:t>dokumente</a:t>
          </a:r>
          <a:endParaRPr lang="en-ZA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ZA" sz="2000" kern="1200" dirty="0" err="1"/>
            <a:t>Liasering</a:t>
          </a:r>
          <a:r>
            <a:rPr lang="en-ZA" sz="2000" kern="1200" dirty="0"/>
            <a:t> – </a:t>
          </a:r>
          <a:r>
            <a:rPr lang="en-ZA" sz="2000" kern="1200" dirty="0" err="1"/>
            <a:t>kliënte</a:t>
          </a:r>
          <a:r>
            <a:rPr lang="en-ZA" sz="2000" kern="1200" dirty="0"/>
            <a:t> &amp; </a:t>
          </a:r>
          <a:r>
            <a:rPr lang="en-ZA" sz="2000" kern="1200" dirty="0" err="1"/>
            <a:t>verskaffers</a:t>
          </a:r>
          <a:endParaRPr lang="en-ZA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ZA" sz="2000" kern="1200" dirty="0" err="1"/>
            <a:t>Bestuur</a:t>
          </a:r>
          <a:r>
            <a:rPr lang="en-ZA" sz="2000" kern="1200" dirty="0"/>
            <a:t> data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ZA" sz="2000" kern="1200"/>
            <a:t>Adverteringising</a:t>
          </a:r>
          <a:endParaRPr lang="en-ZA" sz="2000" kern="1200" dirty="0"/>
        </a:p>
      </dsp:txBody>
      <dsp:txXfrm>
        <a:off x="4102138" y="662"/>
        <a:ext cx="3460975" cy="2076585"/>
      </dsp:txXfrm>
    </dsp:sp>
    <dsp:sp modelId="{BE2C4D7B-B69E-4A87-B6D3-7EE22095625D}">
      <dsp:nvSpPr>
        <dsp:cNvPr id="0" name=""/>
        <dsp:cNvSpPr/>
      </dsp:nvSpPr>
      <dsp:spPr>
        <a:xfrm>
          <a:off x="295065" y="2423345"/>
          <a:ext cx="3460975" cy="2076585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60000"/>
                <a:satMod val="100000"/>
                <a:lumMod val="11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70000"/>
                <a:satMod val="10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200" b="1" kern="1200" dirty="0" err="1"/>
            <a:t>Impak</a:t>
          </a:r>
          <a:r>
            <a:rPr lang="en-ZA" sz="2200" b="1" kern="1200" dirty="0"/>
            <a:t> op </a:t>
          </a:r>
          <a:r>
            <a:rPr lang="en-ZA" sz="2200" b="1" kern="1200" dirty="0" err="1"/>
            <a:t>onderwys</a:t>
          </a:r>
          <a:endParaRPr lang="en-ZA" sz="2200" b="1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ZA" sz="2000" kern="1200" dirty="0" err="1"/>
            <a:t>Bestuur</a:t>
          </a:r>
          <a:endParaRPr lang="en-ZA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ZA" sz="2000" kern="1200" dirty="0" err="1"/>
            <a:t>Onderwysers</a:t>
          </a:r>
          <a:endParaRPr lang="en-ZA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ZA" sz="2000" kern="1200" dirty="0" err="1"/>
            <a:t>Leerders</a:t>
          </a:r>
          <a:endParaRPr lang="en-ZA" sz="2000" kern="1200" dirty="0"/>
        </a:p>
      </dsp:txBody>
      <dsp:txXfrm>
        <a:off x="295065" y="2423345"/>
        <a:ext cx="3460975" cy="2076585"/>
      </dsp:txXfrm>
    </dsp:sp>
    <dsp:sp modelId="{8834C312-0C5D-4CCC-AC9C-5DE396B1AABE}">
      <dsp:nvSpPr>
        <dsp:cNvPr id="0" name=""/>
        <dsp:cNvSpPr/>
      </dsp:nvSpPr>
      <dsp:spPr>
        <a:xfrm>
          <a:off x="4102138" y="2423345"/>
          <a:ext cx="3460975" cy="2076585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60000"/>
                <a:satMod val="100000"/>
                <a:lumMod val="11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70000"/>
                <a:satMod val="10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200" b="1" kern="1200" dirty="0" err="1"/>
            <a:t>Rekenaarmisdadigers</a:t>
          </a:r>
          <a:endParaRPr lang="en-ZA" sz="2200" b="1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ZA" sz="1800" kern="1200" dirty="0" err="1"/>
            <a:t>Identiteitsdiefstal</a:t>
          </a:r>
          <a:endParaRPr lang="en-ZA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ZA" sz="1800" b="0" i="1" kern="1200" dirty="0"/>
            <a:t>Scammers</a:t>
          </a:r>
          <a:r>
            <a:rPr lang="en-ZA" sz="1800" b="0" kern="1200" dirty="0"/>
            <a:t> / </a:t>
          </a:r>
          <a:r>
            <a:rPr lang="en-ZA" sz="1800" b="0" i="1" kern="1200" dirty="0"/>
            <a:t>Phishers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ZA" sz="1800" kern="1200" dirty="0" err="1"/>
            <a:t>Werknemers</a:t>
          </a:r>
          <a:endParaRPr lang="en-ZA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ZA" sz="1800" i="1" kern="1200" dirty="0"/>
            <a:t>Hackers</a:t>
          </a:r>
          <a:r>
            <a:rPr lang="en-ZA" sz="1800" kern="1200" dirty="0"/>
            <a:t> </a:t>
          </a:r>
          <a:r>
            <a:rPr lang="en-ZA" sz="1800" kern="1200" dirty="0" err="1"/>
            <a:t>en</a:t>
          </a:r>
          <a:r>
            <a:rPr lang="en-ZA" sz="1800" kern="1200" dirty="0"/>
            <a:t> </a:t>
          </a:r>
          <a:r>
            <a:rPr lang="en-ZA" sz="1800" i="1" kern="1200" dirty="0"/>
            <a:t>crackers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ZA" sz="1800" kern="1200" dirty="0" err="1"/>
            <a:t>Georganiseerde</a:t>
          </a:r>
          <a:r>
            <a:rPr lang="en-ZA" sz="1800" kern="1200" dirty="0"/>
            <a:t> </a:t>
          </a:r>
          <a:r>
            <a:rPr lang="en-ZA" sz="1800" kern="1200" dirty="0" err="1"/>
            <a:t>misdaad</a:t>
          </a:r>
          <a:endParaRPr lang="en-ZA" sz="1800" kern="1200" dirty="0"/>
        </a:p>
      </dsp:txBody>
      <dsp:txXfrm>
        <a:off x="4102138" y="2423345"/>
        <a:ext cx="3460975" cy="207658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#1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3A0F2C-42CD-4E94-8BCC-A4D9C9F6BEB5}" type="datetimeFigureOut">
              <a:rPr lang="en-ZA" smtClean="0"/>
              <a:pPr/>
              <a:t>2017/01/19</a:t>
            </a:fld>
            <a:endParaRPr lang="en-ZA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C8C45E-8F79-4D4D-BBF2-45A81020F4F1}" type="slidenum">
              <a:rPr lang="en-ZA" smtClean="0"/>
              <a:pPr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144329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/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3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42306165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4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7241527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5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6417431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6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4894611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7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4334130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8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0604479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9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4269011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10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5762281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11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2321666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12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054918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13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4457853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14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8443979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15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2053693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ZA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16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035717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17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92168599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C8C45E-8F79-4D4D-BBF2-45A81020F4F1}" type="slidenum">
              <a:rPr lang="en-ZA" smtClean="0"/>
              <a:pPr/>
              <a:t>18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6758853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6726063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3787" y="4243845"/>
            <a:ext cx="2307831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6726064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6833787" y="2590078"/>
            <a:ext cx="2307832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0242" y="2733709"/>
            <a:ext cx="6069268" cy="1373070"/>
          </a:xfrm>
        </p:spPr>
        <p:txBody>
          <a:bodyPr anchor="b">
            <a:noAutofit/>
          </a:bodyPr>
          <a:lstStyle>
            <a:lvl1pPr algn="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0241" y="4394040"/>
            <a:ext cx="6108101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55655" y="5936188"/>
            <a:ext cx="20574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401" y="5936189"/>
            <a:ext cx="402166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10399" y="2750337"/>
            <a:ext cx="1370293" cy="1356442"/>
          </a:xfrm>
        </p:spPr>
        <p:txBody>
          <a:bodyPr/>
          <a:lstStyle/>
          <a:p>
            <a:fld id="{292F32F6-A925-4FBE-955E-56727EE66E2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806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8" name="Picture 2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9" name="Picture 28" descr="HD-ShadowShort.png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0" name="Rectangle 2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Rectangle 3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5646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2728432"/>
            <a:ext cx="9161969" cy="1677035"/>
            <a:chOff x="0" y="2895600"/>
            <a:chExt cx="9161969" cy="1677035"/>
          </a:xfrm>
        </p:grpSpPr>
        <p:pic>
          <p:nvPicPr>
            <p:cNvPr id="19" name="Picture 18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0" name="Picture 19" descr="HD-ShadowShort.png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1" name="Rectangle 20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1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2869895"/>
            <a:ext cx="688915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1639" y="4232172"/>
            <a:ext cx="688915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65810" y="5936188"/>
            <a:ext cx="20574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400" y="5936189"/>
            <a:ext cx="483467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56438" y="2869896"/>
            <a:ext cx="1149836" cy="1090789"/>
          </a:xfrm>
        </p:spPr>
        <p:txBody>
          <a:bodyPr/>
          <a:lstStyle/>
          <a:p>
            <a:fld id="{59DA856B-5D0F-40E0-906E-B87E535B8E9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82872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753228"/>
            <a:ext cx="688739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2336873"/>
            <a:ext cx="3357899" cy="359931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61128" y="2336873"/>
            <a:ext cx="3359661" cy="359931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B9B2A-EE62-4229-B728-02B5670C2AF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4578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9" name="Picture 28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0" name="Picture 29" descr="HD-ShadowShort.png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1" name="Rectangle 30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Rectangle 31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30"/>
            <a:ext cx="6896534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0988" y="2336874"/>
            <a:ext cx="3145080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1638" y="3030009"/>
            <a:ext cx="3367045" cy="290617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82646" y="2336873"/>
            <a:ext cx="3145527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061129" y="3030009"/>
            <a:ext cx="3367044" cy="290617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8B7A4-0678-4B9E-B961-B27E465E935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75794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6" name="Picture 15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7" name="Picture 16" descr="HD-ShadowShort.png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18" name="Rectangle 17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EEDEB-2BAD-4BB0-8D36-95A0FDEF7A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9544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HD-ShadowShort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71"/>
          <a:stretch/>
        </p:blipFill>
        <p:spPr>
          <a:xfrm>
            <a:off x="7717217" y="1973262"/>
            <a:ext cx="1444752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710769" y="609600"/>
            <a:ext cx="1433231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78F17-7D68-4484-876E-9660F07E60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5415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7"/>
            <a:ext cx="6896534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14385" y="2336874"/>
            <a:ext cx="3913788" cy="359931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1" y="2336873"/>
            <a:ext cx="2796240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53E88-DB3D-4BD5-B3E0-4359320A1A4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41353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10956" y="2336874"/>
            <a:ext cx="3917217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2336874"/>
            <a:ext cx="2798487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3B46A-E307-4291-8AFC-1FB7985F8F8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9245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4" name="Picture 23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5" name="Picture 24" descr="HD-ShadowShort.png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3" y="4711617"/>
            <a:ext cx="6894770" cy="544482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31639" y="609598"/>
            <a:ext cx="6896534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1" y="5256098"/>
            <a:ext cx="6894772" cy="54781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11310"/>
            <a:ext cx="1149836" cy="1090789"/>
          </a:xfrm>
        </p:spPr>
        <p:txBody>
          <a:bodyPr/>
          <a:lstStyle/>
          <a:p>
            <a:fld id="{C286CDC9-7134-4453-8ADC-7A69A043EFC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8110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2" name="Picture 21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3" name="Picture 22" descr="HD-ShadowShort.png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4" name="Rectangle 23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255" y="609597"/>
            <a:ext cx="6896534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4710340"/>
            <a:ext cx="6889151" cy="1101764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11616"/>
            <a:ext cx="1149836" cy="1090789"/>
          </a:xfrm>
        </p:spPr>
        <p:txBody>
          <a:bodyPr/>
          <a:lstStyle/>
          <a:p>
            <a:fld id="{C286CDC9-7134-4453-8ADC-7A69A043EFC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21237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30" name="Picture 29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1" name="Picture 30" descr="HD-ShadowShort.png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2" name="Rectangle 31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921" y="616983"/>
            <a:ext cx="642514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89438" y="3660763"/>
            <a:ext cx="5987731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4710340"/>
            <a:ext cx="6903919" cy="1101764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09926"/>
            <a:ext cx="1149836" cy="1090789"/>
          </a:xfrm>
        </p:spPr>
        <p:txBody>
          <a:bodyPr/>
          <a:lstStyle/>
          <a:p>
            <a:fld id="{C286CDC9-7134-4453-8ADC-7A69A043EFC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270932" y="748116"/>
            <a:ext cx="5334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67191" y="2998573"/>
            <a:ext cx="457200" cy="5847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638217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3" name="Picture 22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4" name="Picture 23" descr="HD-ShadowShort.png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5" name="Rectangle 24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8" y="4710340"/>
            <a:ext cx="6896534" cy="5898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9" y="5300150"/>
            <a:ext cx="6896534" cy="51195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09926"/>
            <a:ext cx="1149836" cy="1090789"/>
          </a:xfrm>
        </p:spPr>
        <p:txBody>
          <a:bodyPr/>
          <a:lstStyle/>
          <a:p>
            <a:fld id="{C286CDC9-7134-4453-8ADC-7A69A043EFC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69959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4" name="Picture 23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5" name="Picture 24" descr="HD-ShadowShort.png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32629" y="2329489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39777" y="3015290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878413" y="2336873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2879710" y="3007906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226136" y="2336873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233520" y="3007905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6CDC9-7134-4453-8ADC-7A69A043EFC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21360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35" name="Picture 34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6" name="Picture 35" descr="HD-ShadowShort.png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7" name="Rectangle 36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8" name="Rectangle 37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32391" y="4297503"/>
            <a:ext cx="21922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32391" y="2336873"/>
            <a:ext cx="2192257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32391" y="4873765"/>
            <a:ext cx="219225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870497" y="4297503"/>
            <a:ext cx="221507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870497" y="2336873"/>
            <a:ext cx="221507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2869483" y="4873764"/>
            <a:ext cx="2218004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231028" y="4297503"/>
            <a:ext cx="219433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231027" y="2336873"/>
            <a:ext cx="2194333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230934" y="4873762"/>
            <a:ext cx="2197239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6CDC9-7134-4453-8ADC-7A69A043EFC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52106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7" name="Picture 16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8" name="Picture 17" descr="HD-ShadowShort.png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19" name="Rectangle 18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Rectangle 19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601FB-0FEE-4A4D-9ADD-9D8710ACB61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85171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 bwMode="ltGray">
          <a:xfrm rot="5400000">
            <a:off x="4575305" y="2747178"/>
            <a:ext cx="6862555" cy="1368199"/>
            <a:chOff x="2281445" y="609600"/>
            <a:chExt cx="6862555" cy="1368199"/>
          </a:xfrm>
        </p:grpSpPr>
        <p:sp>
          <p:nvSpPr>
            <p:cNvPr id="12" name="Rectangle 11"/>
            <p:cNvSpPr/>
            <p:nvPr/>
          </p:nvSpPr>
          <p:spPr bwMode="ltGray">
            <a:xfrm>
              <a:off x="2281445" y="609601"/>
              <a:ext cx="5285695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7710769" y="609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464798" y="609597"/>
            <a:ext cx="1069602" cy="446193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241" y="609598"/>
            <a:ext cx="6576359" cy="532658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029144" y="5936188"/>
            <a:ext cx="20574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0241" y="5936189"/>
            <a:ext cx="451895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31152" y="5432500"/>
            <a:ext cx="1149636" cy="1273100"/>
          </a:xfrm>
        </p:spPr>
        <p:txBody>
          <a:bodyPr anchor="t"/>
          <a:lstStyle>
            <a:lvl1pPr algn="ctr">
              <a:defRPr/>
            </a:lvl1pPr>
          </a:lstStyle>
          <a:p>
            <a:fld id="{B2D476D9-B36A-4BF3-9ED4-7BAB374490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3651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James\Desktop\msft\Berlin\build Assets\hashOverlaySD-FullResolve.png"/>
          <p:cNvPicPr>
            <a:picLocks noChangeAspect="1" noChangeArrowheads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9144000" cy="6858000"/>
          </a:xfrm>
          <a:prstGeom prst="rect">
            <a:avLst/>
          </a:prstGeom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2336873"/>
            <a:ext cx="6887389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67881" y="5936188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3400" y="5936189"/>
            <a:ext cx="48346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48600" y="753228"/>
            <a:ext cx="1157674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86CDC9-7134-4453-8ADC-7A69A043EFC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777125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  <p:sldLayoutId id="2147483721" r:id="rId12"/>
    <p:sldLayoutId id="2147483722" r:id="rId13"/>
    <p:sldLayoutId id="2147483723" r:id="rId14"/>
    <p:sldLayoutId id="2147483724" r:id="rId15"/>
    <p:sldLayoutId id="2147483725" r:id="rId16"/>
    <p:sldLayoutId id="2147483726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7.xml"/><Relationship Id="rId5" Type="http://schemas.openxmlformats.org/officeDocument/2006/relationships/slide" Target="slide12.xml"/><Relationship Id="rId4" Type="http://schemas.openxmlformats.org/officeDocument/2006/relationships/slide" Target="slide8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slide" Target="sl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slide" Target="slide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eg"/><Relationship Id="rId5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slide" Target="slide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slide" Target="slide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slide" Target="slide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slide" Target="slide2.xml"/><Relationship Id="rId4" Type="http://schemas.openxmlformats.org/officeDocument/2006/relationships/image" Target="../media/image25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7" name="Rectangle 5"/>
          <p:cNvSpPr>
            <a:spLocks noGrp="1" noChangeArrowheads="1"/>
          </p:cNvSpPr>
          <p:nvPr>
            <p:ph type="ctrTitle"/>
          </p:nvPr>
        </p:nvSpPr>
        <p:spPr>
          <a:xfrm>
            <a:off x="428596" y="428604"/>
            <a:ext cx="7917061" cy="1685503"/>
          </a:xfrm>
          <a:noFill/>
          <a:scene3d>
            <a:camera prst="orthographicFront"/>
            <a:lightRig rig="threePt" dir="t"/>
          </a:scene3d>
          <a:sp3d>
            <a:bevelT/>
          </a:sp3d>
        </p:spPr>
        <p:txBody>
          <a:bodyPr>
            <a:normAutofit/>
          </a:bodyPr>
          <a:lstStyle/>
          <a:p>
            <a:pPr algn="l"/>
            <a:r>
              <a:rPr lang="en-US" dirty="0"/>
              <a:t>Module 1.8 </a:t>
            </a:r>
            <a:br>
              <a:rPr lang="en-US" dirty="0"/>
            </a:br>
            <a:r>
              <a:rPr lang="en-ZA" dirty="0"/>
              <a:t>Die </a:t>
            </a:r>
            <a:r>
              <a:rPr lang="en-ZA" dirty="0" err="1"/>
              <a:t>impak</a:t>
            </a:r>
            <a:r>
              <a:rPr lang="en-ZA" dirty="0"/>
              <a:t> van IKT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8264" y="1988840"/>
            <a:ext cx="2026517" cy="2880000"/>
          </a:xfrm>
          <a:prstGeom prst="rect">
            <a:avLst/>
          </a:prstGeom>
          <a:ln w="19050">
            <a:solidFill>
              <a:schemeClr val="bg1"/>
            </a:solidFill>
          </a:ln>
        </p:spPr>
      </p:pic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837" y="701017"/>
            <a:ext cx="8229600" cy="1143000"/>
          </a:xfrm>
          <a:noFill/>
          <a:scene3d>
            <a:camera prst="orthographicFront"/>
            <a:lightRig rig="threePt" dir="t"/>
          </a:scene3d>
          <a:sp3d>
            <a:bevelT/>
          </a:sp3d>
        </p:spPr>
        <p:txBody>
          <a:bodyPr>
            <a:normAutofit/>
          </a:bodyPr>
          <a:lstStyle/>
          <a:p>
            <a:r>
              <a:rPr lang="en-ZA" sz="4000" dirty="0" err="1"/>
              <a:t>Inhoud</a:t>
            </a:r>
            <a:endParaRPr lang="en-ZA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4455" y="2492896"/>
            <a:ext cx="7736363" cy="3816424"/>
          </a:xfrm>
        </p:spPr>
        <p:txBody>
          <a:bodyPr>
            <a:noAutofit/>
          </a:bodyPr>
          <a:lstStyle/>
          <a:p>
            <a:pPr marL="432000" indent="-432000"/>
            <a:r>
              <a:rPr lang="en-US" sz="3600" dirty="0">
                <a:hlinkClick r:id="rId2" action="ppaction://hlinksldjump"/>
              </a:rPr>
              <a:t>Hoe IKT’s ons lewens en lewenstyle beïnvloed</a:t>
            </a:r>
            <a:endParaRPr lang="en-ZA" sz="3600" dirty="0"/>
          </a:p>
          <a:p>
            <a:pPr marL="432000" indent="-432000"/>
            <a:r>
              <a:rPr lang="en-US" sz="3600" dirty="0">
                <a:hlinkClick r:id="rId3" action="ppaction://hlinksldjump"/>
              </a:rPr>
              <a:t>Impak op tuiskantore</a:t>
            </a:r>
            <a:endParaRPr lang="en-ZA" sz="3600" dirty="0"/>
          </a:p>
          <a:p>
            <a:pPr marL="432000" indent="-432000"/>
            <a:r>
              <a:rPr lang="en-US" sz="3600" dirty="0">
                <a:hlinkClick r:id="rId4" action="ppaction://hlinksldjump"/>
              </a:rPr>
              <a:t>Impak op onderwys</a:t>
            </a:r>
            <a:endParaRPr lang="en-ZA" sz="3600" dirty="0"/>
          </a:p>
          <a:p>
            <a:pPr marL="432000" indent="-432000"/>
            <a:r>
              <a:rPr lang="en-ZA" sz="3600" dirty="0">
                <a:hlinkClick r:id="rId5" action="ppaction://hlinksldjump"/>
              </a:rPr>
              <a:t>Rekenaarmisdadigers</a:t>
            </a:r>
            <a:endParaRPr lang="en-ZA" sz="3600" dirty="0"/>
          </a:p>
          <a:p>
            <a:pPr marL="432000" indent="-432000"/>
            <a:r>
              <a:rPr lang="en-ZA" sz="3600" dirty="0">
                <a:hlinkClick r:id="rId6" action="ppaction://hlinksldjump"/>
              </a:rPr>
              <a:t>Toets en verbeter</a:t>
            </a:r>
            <a:endParaRPr lang="en-ZA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2</a:t>
            </a:fld>
            <a:endParaRPr lang="en-US" dirty="0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7004" y="4105138"/>
            <a:ext cx="1389346" cy="1389346"/>
          </a:xfrm>
          <a:prstGeom prst="rect">
            <a:avLst/>
          </a:prstGeom>
          <a:effectLst>
            <a:softEdge rad="63500"/>
          </a:effectLst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8655" y="4787131"/>
            <a:ext cx="678213" cy="678213"/>
          </a:xfrm>
          <a:prstGeom prst="rect">
            <a:avLst/>
          </a:prstGeom>
          <a:effectLst>
            <a:softEdge rad="63500"/>
          </a:effectLst>
        </p:spPr>
      </p:pic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5"/>
          <a:srcRect t="31100" r="-1974" b="31100"/>
          <a:stretch/>
        </p:blipFill>
        <p:spPr>
          <a:xfrm>
            <a:off x="6504486" y="5529302"/>
            <a:ext cx="2366565" cy="877230"/>
          </a:xfrm>
          <a:prstGeom prst="rect">
            <a:avLst/>
          </a:prstGeom>
          <a:effectLst>
            <a:softEdge rad="63500"/>
          </a:effectLst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72068" y="2368952"/>
            <a:ext cx="935090" cy="935090"/>
          </a:xfrm>
          <a:prstGeom prst="rect">
            <a:avLst/>
          </a:prstGeom>
          <a:effectLst>
            <a:softEdge rad="63500"/>
          </a:effectLst>
        </p:spPr>
      </p:pic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123540" y="748356"/>
            <a:ext cx="6896534" cy="1080938"/>
          </a:xfrm>
          <a:noFill/>
          <a:scene3d>
            <a:camera prst="orthographicFront"/>
            <a:lightRig rig="threePt" dir="t"/>
          </a:scene3d>
          <a:sp3d>
            <a:bevelT/>
          </a:sp3d>
        </p:spPr>
        <p:txBody>
          <a:bodyPr>
            <a:noAutofit/>
          </a:bodyPr>
          <a:lstStyle/>
          <a:p>
            <a:r>
              <a:rPr lang="en-US" dirty="0"/>
              <a:t>Hoe IKT’s </a:t>
            </a:r>
            <a:r>
              <a:rPr lang="en-US" dirty="0" err="1"/>
              <a:t>ons</a:t>
            </a:r>
            <a:r>
              <a:rPr lang="en-US" dirty="0"/>
              <a:t> </a:t>
            </a:r>
            <a:r>
              <a:rPr lang="en-US" dirty="0" err="1"/>
              <a:t>lewens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lewenstyle</a:t>
            </a:r>
            <a:r>
              <a:rPr lang="en-US" dirty="0"/>
              <a:t> </a:t>
            </a:r>
            <a:r>
              <a:rPr lang="en-US" dirty="0" err="1"/>
              <a:t>beïnvloed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2" name="TextBox 1"/>
          <p:cNvSpPr txBox="1"/>
          <p:nvPr/>
        </p:nvSpPr>
        <p:spPr>
          <a:xfrm>
            <a:off x="597171" y="2436214"/>
            <a:ext cx="584964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sz="2400" b="0" dirty="0"/>
              <a:t>die </a:t>
            </a:r>
            <a:r>
              <a:rPr lang="en-ZA" sz="2400" b="0" dirty="0" err="1"/>
              <a:t>werk</a:t>
            </a:r>
            <a:r>
              <a:rPr lang="en-ZA" sz="2400" b="0" dirty="0"/>
              <a:t> </a:t>
            </a:r>
            <a:r>
              <a:rPr lang="en-ZA" sz="2400" b="0" dirty="0" err="1"/>
              <a:t>doen</a:t>
            </a:r>
            <a:r>
              <a:rPr lang="en-ZA" sz="2400" b="0" dirty="0"/>
              <a:t> wat </a:t>
            </a:r>
            <a:r>
              <a:rPr lang="en-ZA" sz="2400" b="0" dirty="0" err="1"/>
              <a:t>ons</a:t>
            </a:r>
            <a:r>
              <a:rPr lang="en-ZA" sz="2400" b="0" dirty="0"/>
              <a:t> </a:t>
            </a:r>
            <a:r>
              <a:rPr lang="en-ZA" sz="2400" b="0" dirty="0" err="1"/>
              <a:t>doen</a:t>
            </a:r>
            <a:endParaRPr lang="en-ZA" sz="2400" b="0" dirty="0"/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sz="2400" b="0" dirty="0"/>
              <a:t>video’s &amp; </a:t>
            </a:r>
            <a:r>
              <a:rPr lang="en-ZA" sz="2400" b="0" dirty="0" err="1"/>
              <a:t>foto’s</a:t>
            </a:r>
            <a:r>
              <a:rPr lang="en-ZA" sz="2400" b="0" dirty="0"/>
              <a:t> </a:t>
            </a:r>
            <a:r>
              <a:rPr lang="en-ZA" sz="2400" b="0" dirty="0" err="1"/>
              <a:t>stoor</a:t>
            </a:r>
            <a:r>
              <a:rPr lang="en-ZA" sz="2400" b="0" dirty="0"/>
              <a:t> </a:t>
            </a:r>
            <a:r>
              <a:rPr lang="en-ZA" sz="2400" b="0" dirty="0" err="1"/>
              <a:t>en</a:t>
            </a:r>
            <a:r>
              <a:rPr lang="en-ZA" sz="2400" b="0" dirty="0"/>
              <a:t> </a:t>
            </a:r>
            <a:r>
              <a:rPr lang="en-ZA" sz="2400" b="0" dirty="0" err="1"/>
              <a:t>daarna</a:t>
            </a:r>
            <a:r>
              <a:rPr lang="en-ZA" sz="2400" b="0" dirty="0"/>
              <a:t> </a:t>
            </a:r>
            <a:r>
              <a:rPr lang="en-ZA" sz="2400" b="0" dirty="0" err="1"/>
              <a:t>kyk</a:t>
            </a:r>
            <a:endParaRPr lang="en-ZA" sz="2400" b="0" dirty="0"/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sz="2400" b="0" dirty="0" err="1"/>
              <a:t>onsself</a:t>
            </a:r>
            <a:r>
              <a:rPr lang="en-ZA" sz="2400" b="0" dirty="0"/>
              <a:t> </a:t>
            </a:r>
            <a:r>
              <a:rPr lang="en-ZA" sz="2400" b="0" dirty="0" err="1"/>
              <a:t>vermaak</a:t>
            </a:r>
            <a:r>
              <a:rPr lang="en-ZA" sz="2400" b="0" dirty="0"/>
              <a:t> (</a:t>
            </a:r>
            <a:r>
              <a:rPr lang="en-ZA" sz="2400" b="0" dirty="0" err="1"/>
              <a:t>speletjies</a:t>
            </a:r>
            <a:r>
              <a:rPr lang="en-ZA" sz="2400" b="0" dirty="0"/>
              <a:t> &amp; </a:t>
            </a:r>
            <a:r>
              <a:rPr lang="en-ZA" sz="2400" b="0" dirty="0" err="1"/>
              <a:t>musiek</a:t>
            </a:r>
            <a:r>
              <a:rPr lang="en-ZA" sz="2400" b="0" dirty="0"/>
              <a:t>)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sz="2400" b="0" dirty="0" err="1"/>
              <a:t>inkopies</a:t>
            </a:r>
            <a:r>
              <a:rPr lang="en-ZA" sz="2400" b="0" dirty="0"/>
              <a:t> </a:t>
            </a:r>
            <a:r>
              <a:rPr lang="en-ZA" sz="2400" b="0" dirty="0" err="1"/>
              <a:t>en</a:t>
            </a:r>
            <a:r>
              <a:rPr lang="en-ZA" sz="2400" b="0" dirty="0"/>
              <a:t> </a:t>
            </a:r>
            <a:r>
              <a:rPr lang="en-ZA" sz="2400" b="0" dirty="0" err="1"/>
              <a:t>banksake</a:t>
            </a:r>
            <a:r>
              <a:rPr lang="en-ZA" sz="2400" b="0" dirty="0"/>
              <a:t> </a:t>
            </a:r>
            <a:r>
              <a:rPr lang="en-ZA" sz="2400" b="0" dirty="0" err="1"/>
              <a:t>doen</a:t>
            </a:r>
            <a:endParaRPr lang="en-ZA" sz="2400" b="0" dirty="0"/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sz="2400" b="0" dirty="0"/>
              <a:t>met </a:t>
            </a:r>
            <a:r>
              <a:rPr lang="en-ZA" sz="2400" b="0" dirty="0" err="1"/>
              <a:t>ander</a:t>
            </a:r>
            <a:r>
              <a:rPr lang="en-ZA" sz="2400" b="0" dirty="0"/>
              <a:t> </a:t>
            </a:r>
            <a:r>
              <a:rPr lang="en-ZA" sz="2400" b="0" dirty="0" err="1"/>
              <a:t>kommunikeer</a:t>
            </a:r>
            <a:endParaRPr lang="en-ZA" sz="2400" b="0" dirty="0"/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sz="2400" b="0" dirty="0" err="1"/>
              <a:t>interaksie</a:t>
            </a:r>
            <a:r>
              <a:rPr lang="en-ZA" sz="2400" b="0" dirty="0"/>
              <a:t> met </a:t>
            </a:r>
            <a:r>
              <a:rPr lang="en-ZA" sz="2400" b="0" dirty="0" err="1"/>
              <a:t>vriende</a:t>
            </a:r>
            <a:r>
              <a:rPr lang="en-ZA" sz="2400" b="0" dirty="0"/>
              <a:t> het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sz="2400" b="0" dirty="0" err="1"/>
              <a:t>inligting</a:t>
            </a:r>
            <a:r>
              <a:rPr lang="en-ZA" sz="2400" b="0" dirty="0"/>
              <a:t> in die </a:t>
            </a:r>
            <a:r>
              <a:rPr lang="en-ZA" sz="2400" b="0" dirty="0" err="1"/>
              <a:t>hande</a:t>
            </a:r>
            <a:r>
              <a:rPr lang="en-ZA" sz="2400" b="0" dirty="0"/>
              <a:t> </a:t>
            </a:r>
            <a:r>
              <a:rPr lang="en-ZA" sz="2400" b="0" dirty="0" err="1"/>
              <a:t>kry</a:t>
            </a:r>
            <a:r>
              <a:rPr lang="en-ZA" sz="2400" b="0" dirty="0"/>
              <a:t> </a:t>
            </a:r>
            <a:r>
              <a:rPr lang="en-ZA" sz="2400" b="0" dirty="0" err="1"/>
              <a:t>en</a:t>
            </a:r>
            <a:r>
              <a:rPr lang="en-ZA" sz="2400" b="0" dirty="0"/>
              <a:t> </a:t>
            </a:r>
            <a:r>
              <a:rPr lang="en-ZA" sz="2400" b="0" dirty="0" err="1"/>
              <a:t>gebruik</a:t>
            </a:r>
            <a:r>
              <a:rPr lang="en-ZA" sz="2400" b="0" dirty="0"/>
              <a:t>, </a:t>
            </a:r>
            <a:r>
              <a:rPr lang="en-ZA" sz="2400" b="0" dirty="0" err="1"/>
              <a:t>ens.</a:t>
            </a:r>
            <a:r>
              <a:rPr lang="en-ZA" sz="2400" b="0" dirty="0"/>
              <a:t> </a:t>
            </a:r>
          </a:p>
        </p:txBody>
      </p:sp>
      <p:sp>
        <p:nvSpPr>
          <p:cNvPr id="3" name="AutoShape 2" descr="Image result for instagram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ZA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7"/>
          <a:srcRect l="9123" t="15041" r="8267" b="14407"/>
          <a:stretch/>
        </p:blipFill>
        <p:spPr>
          <a:xfrm rot="16200000">
            <a:off x="6185653" y="3688894"/>
            <a:ext cx="1358544" cy="692540"/>
          </a:xfrm>
          <a:prstGeom prst="rect">
            <a:avLst/>
          </a:prstGeom>
          <a:effectLst>
            <a:softEdge rad="63500"/>
          </a:effectLst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8"/>
          <a:srcRect l="16480" t="25117" r="16480" b="26907"/>
          <a:stretch/>
        </p:blipFill>
        <p:spPr>
          <a:xfrm>
            <a:off x="7303962" y="3362545"/>
            <a:ext cx="1503196" cy="668086"/>
          </a:xfrm>
          <a:prstGeom prst="rect">
            <a:avLst/>
          </a:prstGeom>
          <a:effectLst>
            <a:softEdge rad="63500"/>
          </a:effectLst>
        </p:spPr>
      </p:pic>
      <p:sp>
        <p:nvSpPr>
          <p:cNvPr id="14" name="Action Button: Home 14">
            <a:hlinkClick r:id="rId9" action="ppaction://hlinksldjump" highlightClick="1"/>
          </p:cNvPr>
          <p:cNvSpPr/>
          <p:nvPr/>
        </p:nvSpPr>
        <p:spPr bwMode="auto">
          <a:xfrm>
            <a:off x="11430" y="6297890"/>
            <a:ext cx="531639" cy="548680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76056" y="1196753"/>
            <a:ext cx="2520280" cy="848904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en-ZA" sz="2400" dirty="0">
                <a:solidFill>
                  <a:srgbClr val="FF0000"/>
                </a:solidFill>
                <a:latin typeface="+mn-lt"/>
                <a:ea typeface="+mj-ea"/>
                <a:cs typeface="+mj-cs"/>
              </a:rPr>
              <a:t>Die </a:t>
            </a:r>
            <a:r>
              <a:rPr lang="en-ZA" sz="2400" dirty="0" err="1">
                <a:solidFill>
                  <a:srgbClr val="FF0000"/>
                </a:solidFill>
                <a:latin typeface="+mn-lt"/>
                <a:ea typeface="+mj-ea"/>
                <a:cs typeface="+mj-cs"/>
              </a:rPr>
              <a:t>manier</a:t>
            </a:r>
            <a:r>
              <a:rPr lang="en-ZA" sz="2400" dirty="0">
                <a:solidFill>
                  <a:srgbClr val="FF0000"/>
                </a:solidFill>
                <a:latin typeface="+mn-lt"/>
                <a:ea typeface="+mj-ea"/>
                <a:cs typeface="+mj-cs"/>
              </a:rPr>
              <a:t> hoe </a:t>
            </a:r>
            <a:r>
              <a:rPr lang="en-ZA" sz="2400" dirty="0" err="1">
                <a:solidFill>
                  <a:srgbClr val="FF0000"/>
                </a:solidFill>
                <a:latin typeface="+mn-lt"/>
                <a:ea typeface="+mj-ea"/>
                <a:cs typeface="+mj-cs"/>
              </a:rPr>
              <a:t>ons</a:t>
            </a:r>
            <a:r>
              <a:rPr lang="en-ZA" sz="2400" dirty="0">
                <a:solidFill>
                  <a:srgbClr val="FF0000"/>
                </a:solidFill>
                <a:latin typeface="+mn-lt"/>
                <a:ea typeface="+mj-ea"/>
                <a:cs typeface="+mj-cs"/>
              </a:rPr>
              <a:t>…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noFill/>
          <a:scene3d>
            <a:camera prst="orthographicFront"/>
            <a:lightRig rig="threePt" dir="t"/>
          </a:scene3d>
          <a:sp3d>
            <a:bevelT/>
          </a:sp3d>
        </p:spPr>
        <p:txBody>
          <a:bodyPr>
            <a:normAutofit/>
          </a:bodyPr>
          <a:lstStyle/>
          <a:p>
            <a:r>
              <a:rPr lang="en-US" sz="3200" dirty="0"/>
              <a:t>Hoe IKT’s </a:t>
            </a:r>
            <a:r>
              <a:rPr lang="en-US" sz="3200" dirty="0" err="1"/>
              <a:t>ons</a:t>
            </a:r>
            <a:r>
              <a:rPr lang="en-US" sz="3200" dirty="0"/>
              <a:t> </a:t>
            </a:r>
            <a:r>
              <a:rPr lang="en-US" sz="3200" dirty="0" err="1"/>
              <a:t>lewens</a:t>
            </a:r>
            <a:r>
              <a:rPr lang="en-US" sz="3200" dirty="0"/>
              <a:t> </a:t>
            </a:r>
            <a:r>
              <a:rPr lang="en-US" sz="3200" dirty="0" err="1"/>
              <a:t>en</a:t>
            </a:r>
            <a:r>
              <a:rPr lang="en-US" sz="3200" dirty="0"/>
              <a:t> </a:t>
            </a:r>
            <a:r>
              <a:rPr lang="en-US" sz="3200" dirty="0" err="1"/>
              <a:t>lewenstyle</a:t>
            </a:r>
            <a:r>
              <a:rPr lang="en-US" sz="3200" dirty="0"/>
              <a:t> </a:t>
            </a:r>
            <a:r>
              <a:rPr lang="en-US" sz="3200" dirty="0" err="1"/>
              <a:t>beïnvloed</a:t>
            </a:r>
            <a:endParaRPr lang="en-ZA" sz="32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8" name="TextBox 7"/>
          <p:cNvSpPr txBox="1"/>
          <p:nvPr/>
        </p:nvSpPr>
        <p:spPr>
          <a:xfrm>
            <a:off x="1857355" y="1399627"/>
            <a:ext cx="8143932" cy="584775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en-ZA" sz="3200" dirty="0" err="1">
                <a:solidFill>
                  <a:srgbClr val="FF0000"/>
                </a:solidFill>
                <a:latin typeface="+mn-lt"/>
                <a:ea typeface="+mj-ea"/>
                <a:cs typeface="+mj-cs"/>
              </a:rPr>
              <a:t>Kommunikasie</a:t>
            </a:r>
            <a:endParaRPr lang="en-ZA" sz="3200" dirty="0">
              <a:solidFill>
                <a:srgbClr val="FF0000"/>
              </a:solidFill>
              <a:latin typeface="+mn-lt"/>
              <a:ea typeface="+mj-ea"/>
              <a:cs typeface="+mj-cs"/>
            </a:endParaRPr>
          </a:p>
        </p:txBody>
      </p:sp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pic>
        <p:nvPicPr>
          <p:cNvPr id="10" name="Picture 9" descr="social-networking-sites.png"/>
          <p:cNvPicPr>
            <a:picLocks noChangeAspect="1"/>
          </p:cNvPicPr>
          <p:nvPr/>
        </p:nvPicPr>
        <p:blipFill>
          <a:blip r:embed="rId3" cstate="print"/>
          <a:srcRect r="57895" b="81579"/>
          <a:stretch>
            <a:fillRect/>
          </a:stretch>
        </p:blipFill>
        <p:spPr>
          <a:xfrm>
            <a:off x="3016369" y="2276872"/>
            <a:ext cx="1857388" cy="812607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</p:pic>
      <p:sp>
        <p:nvSpPr>
          <p:cNvPr id="11" name="Rectangle 10"/>
          <p:cNvSpPr/>
          <p:nvPr/>
        </p:nvSpPr>
        <p:spPr>
          <a:xfrm>
            <a:off x="4947169" y="2399088"/>
            <a:ext cx="393409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sz="2800">
                <a:solidFill>
                  <a:schemeClr val="accent2"/>
                </a:solidFill>
                <a:latin typeface="+mn-lt"/>
              </a:rPr>
              <a:t>sosialenetwerktuistes</a:t>
            </a:r>
            <a:endParaRPr lang="en-ZA" sz="2800" dirty="0">
              <a:solidFill>
                <a:schemeClr val="accent2"/>
              </a:solidFill>
              <a:latin typeface="+mn-lt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987745" y="3493440"/>
            <a:ext cx="285526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sz="2800">
                <a:solidFill>
                  <a:schemeClr val="accent2"/>
                </a:solidFill>
                <a:latin typeface="+mn-lt"/>
              </a:rPr>
              <a:t>kitsboodskappe</a:t>
            </a:r>
            <a:endParaRPr lang="en-ZA" sz="2800" dirty="0">
              <a:solidFill>
                <a:schemeClr val="accent2"/>
              </a:solidFill>
              <a:latin typeface="+mn-lt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947169" y="4797152"/>
            <a:ext cx="394531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800" i="1">
                <a:solidFill>
                  <a:schemeClr val="accent2"/>
                </a:solidFill>
                <a:latin typeface="+mn-lt"/>
              </a:rPr>
              <a:t>blogging </a:t>
            </a:r>
            <a:r>
              <a:rPr lang="en-ZA" sz="2800" dirty="0" err="1">
                <a:solidFill>
                  <a:schemeClr val="accent2"/>
                </a:solidFill>
                <a:latin typeface="+mn-lt"/>
              </a:rPr>
              <a:t>en</a:t>
            </a:r>
            <a:r>
              <a:rPr lang="en-ZA" sz="2800" dirty="0">
                <a:solidFill>
                  <a:schemeClr val="accent2"/>
                </a:solidFill>
                <a:latin typeface="+mn-lt"/>
              </a:rPr>
              <a:t> e-posse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63144" y="5750004"/>
            <a:ext cx="782933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ZA" sz="2400" dirty="0" err="1">
                <a:solidFill>
                  <a:srgbClr val="FFFF00"/>
                </a:solidFill>
                <a:latin typeface="+mn-lt"/>
              </a:rPr>
              <a:t>Oor-beskikbaarheid</a:t>
            </a:r>
            <a:r>
              <a:rPr lang="en-ZA" sz="2400" dirty="0">
                <a:solidFill>
                  <a:srgbClr val="FFFF00"/>
                </a:solidFill>
                <a:latin typeface="+mn-lt"/>
              </a:rPr>
              <a:t> van </a:t>
            </a:r>
            <a:r>
              <a:rPr lang="en-ZA" sz="2400" dirty="0" err="1">
                <a:solidFill>
                  <a:srgbClr val="FFFF00"/>
                </a:solidFill>
                <a:latin typeface="+mn-lt"/>
              </a:rPr>
              <a:t>kommunikasie</a:t>
            </a:r>
            <a:r>
              <a:rPr lang="en-ZA" sz="2400" dirty="0">
                <a:solidFill>
                  <a:srgbClr val="FFFF00"/>
                </a:solidFill>
                <a:latin typeface="+mn-lt"/>
              </a:rPr>
              <a:t> lei tot </a:t>
            </a:r>
            <a:r>
              <a:rPr lang="en-ZA" sz="2400" dirty="0" err="1">
                <a:solidFill>
                  <a:srgbClr val="FFFF00"/>
                </a:solidFill>
                <a:latin typeface="+mn-lt"/>
              </a:rPr>
              <a:t>hul</a:t>
            </a:r>
            <a:r>
              <a:rPr lang="en-ZA" sz="2400" dirty="0">
                <a:solidFill>
                  <a:srgbClr val="FFFF00"/>
                </a:solidFill>
                <a:latin typeface="+mn-lt"/>
              </a:rPr>
              <a:t> </a:t>
            </a:r>
            <a:r>
              <a:rPr lang="en-ZA" sz="2400" dirty="0" err="1">
                <a:solidFill>
                  <a:srgbClr val="FFFF00"/>
                </a:solidFill>
                <a:latin typeface="+mn-lt"/>
              </a:rPr>
              <a:t>eie</a:t>
            </a:r>
            <a:r>
              <a:rPr lang="en-ZA" sz="2400" dirty="0">
                <a:solidFill>
                  <a:srgbClr val="FFFF00"/>
                </a:solidFill>
                <a:latin typeface="+mn-lt"/>
              </a:rPr>
              <a:t> </a:t>
            </a:r>
            <a:r>
              <a:rPr lang="en-ZA" sz="2400" dirty="0" err="1">
                <a:solidFill>
                  <a:srgbClr val="FFFF00"/>
                </a:solidFill>
                <a:latin typeface="+mn-lt"/>
              </a:rPr>
              <a:t>probleme</a:t>
            </a:r>
            <a:r>
              <a:rPr lang="en-ZA" sz="2400">
                <a:solidFill>
                  <a:srgbClr val="FFFF00"/>
                </a:solidFill>
                <a:latin typeface="+mn-lt"/>
              </a:rPr>
              <a:t>: jy </a:t>
            </a:r>
            <a:r>
              <a:rPr lang="en-ZA" sz="2400" dirty="0" err="1">
                <a:solidFill>
                  <a:srgbClr val="FFFF00"/>
                </a:solidFill>
                <a:latin typeface="+mn-lt"/>
              </a:rPr>
              <a:t>kan</a:t>
            </a:r>
            <a:r>
              <a:rPr lang="en-ZA" sz="2400" dirty="0">
                <a:solidFill>
                  <a:srgbClr val="FFFF00"/>
                </a:solidFill>
                <a:latin typeface="+mn-lt"/>
              </a:rPr>
              <a:t> </a:t>
            </a:r>
            <a:r>
              <a:rPr lang="en-ZA" sz="2400" dirty="0" err="1">
                <a:solidFill>
                  <a:srgbClr val="FFFF00"/>
                </a:solidFill>
                <a:latin typeface="+mn-lt"/>
              </a:rPr>
              <a:t>noot</a:t>
            </a:r>
            <a:r>
              <a:rPr lang="en-ZA" sz="2400" dirty="0">
                <a:solidFill>
                  <a:srgbClr val="FFFF00"/>
                </a:solidFill>
                <a:latin typeface="+mn-lt"/>
              </a:rPr>
              <a:t> </a:t>
            </a:r>
            <a:r>
              <a:rPr lang="en-ZA" sz="2400" dirty="0" err="1">
                <a:solidFill>
                  <a:srgbClr val="FFFF00"/>
                </a:solidFill>
                <a:latin typeface="+mn-lt"/>
              </a:rPr>
              <a:t>heeltemal</a:t>
            </a:r>
            <a:r>
              <a:rPr lang="en-ZA" sz="2400" dirty="0">
                <a:solidFill>
                  <a:srgbClr val="FFFF00"/>
                </a:solidFill>
                <a:latin typeface="+mn-lt"/>
              </a:rPr>
              <a:t> ‘</a:t>
            </a:r>
            <a:r>
              <a:rPr lang="en-ZA" sz="2400" dirty="0" err="1">
                <a:solidFill>
                  <a:srgbClr val="FFFF00"/>
                </a:solidFill>
                <a:latin typeface="+mn-lt"/>
              </a:rPr>
              <a:t>afskakel</a:t>
            </a:r>
            <a:r>
              <a:rPr lang="en-ZA" sz="2400" dirty="0">
                <a:solidFill>
                  <a:srgbClr val="FFFF00"/>
                </a:solidFill>
                <a:latin typeface="+mn-lt"/>
              </a:rPr>
              <a:t>’ </a:t>
            </a:r>
            <a:r>
              <a:rPr lang="en-ZA" sz="2400" dirty="0" err="1">
                <a:solidFill>
                  <a:srgbClr val="FFFF00"/>
                </a:solidFill>
                <a:latin typeface="+mn-lt"/>
              </a:rPr>
              <a:t>nie</a:t>
            </a:r>
            <a:r>
              <a:rPr lang="en-ZA" sz="2400" dirty="0">
                <a:solidFill>
                  <a:srgbClr val="FFFF00"/>
                </a:solidFill>
                <a:latin typeface="+mn-lt"/>
              </a:rPr>
              <a:t>. </a:t>
            </a:r>
            <a:r>
              <a:rPr lang="en-ZA" sz="2400" dirty="0">
                <a:solidFill>
                  <a:srgbClr val="FFFF00"/>
                </a:solidFill>
                <a:latin typeface="+mn-lt"/>
                <a:sym typeface="Wingdings" panose="05000000000000000000" pitchFamily="2" charset="2"/>
              </a:rPr>
              <a:t></a:t>
            </a:r>
            <a:endParaRPr lang="en-ZA" sz="2400" b="0" dirty="0">
              <a:solidFill>
                <a:srgbClr val="FFFF00"/>
              </a:solidFill>
              <a:latin typeface="+mn-lt"/>
            </a:endParaRPr>
          </a:p>
        </p:txBody>
      </p:sp>
      <p:pic>
        <p:nvPicPr>
          <p:cNvPr id="19" name="Picture 18" descr="gmail.png"/>
          <p:cNvPicPr>
            <a:picLocks noChangeAspect="1"/>
          </p:cNvPicPr>
          <p:nvPr/>
        </p:nvPicPr>
        <p:blipFill>
          <a:blip r:embed="rId4" cstate="print"/>
          <a:srcRect l="12468"/>
          <a:stretch>
            <a:fillRect/>
          </a:stretch>
        </p:blipFill>
        <p:spPr>
          <a:xfrm>
            <a:off x="3154700" y="4732547"/>
            <a:ext cx="1504616" cy="731460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</p:pic>
      <p:sp>
        <p:nvSpPr>
          <p:cNvPr id="20" name="Notched Right Arrow 19"/>
          <p:cNvSpPr/>
          <p:nvPr/>
        </p:nvSpPr>
        <p:spPr bwMode="auto">
          <a:xfrm rot="20214691">
            <a:off x="2159617" y="2715121"/>
            <a:ext cx="672188" cy="437347"/>
          </a:xfrm>
          <a:prstGeom prst="notchedRightArrow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21" name="Notched Right Arrow 20"/>
          <p:cNvSpPr/>
          <p:nvPr/>
        </p:nvSpPr>
        <p:spPr bwMode="auto">
          <a:xfrm>
            <a:off x="2230193" y="3633010"/>
            <a:ext cx="672188" cy="437347"/>
          </a:xfrm>
          <a:prstGeom prst="notchedRightArrow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22" name="Notched Right Arrow 21"/>
          <p:cNvSpPr/>
          <p:nvPr/>
        </p:nvSpPr>
        <p:spPr bwMode="auto">
          <a:xfrm rot="1749156">
            <a:off x="2119100" y="4595996"/>
            <a:ext cx="672188" cy="437347"/>
          </a:xfrm>
          <a:prstGeom prst="notchedRightArrow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65581" y="3309591"/>
            <a:ext cx="936104" cy="936104"/>
          </a:xfrm>
          <a:prstGeom prst="rect">
            <a:avLst/>
          </a:prstGeom>
          <a:effectLst/>
        </p:spPr>
      </p:pic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2536" y="2540610"/>
            <a:ext cx="1478964" cy="272015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5" name="Action Button: Home 14">
            <a:hlinkClick r:id="rId7" action="ppaction://hlinksldjump" highlightClick="1"/>
          </p:cNvPr>
          <p:cNvSpPr/>
          <p:nvPr/>
        </p:nvSpPr>
        <p:spPr bwMode="auto">
          <a:xfrm>
            <a:off x="11430" y="6297890"/>
            <a:ext cx="531639" cy="548680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noFill/>
          <a:scene3d>
            <a:camera prst="orthographicFront"/>
            <a:lightRig rig="threePt" dir="t"/>
          </a:scene3d>
          <a:sp3d>
            <a:bevelT/>
          </a:sp3d>
        </p:spPr>
        <p:txBody>
          <a:bodyPr/>
          <a:lstStyle/>
          <a:p>
            <a:r>
              <a:rPr lang="en-US" sz="3200" dirty="0"/>
              <a:t>Hoe IKT’s </a:t>
            </a:r>
            <a:r>
              <a:rPr lang="en-US" sz="3200" dirty="0" err="1"/>
              <a:t>ons</a:t>
            </a:r>
            <a:r>
              <a:rPr lang="en-US" sz="3200" dirty="0"/>
              <a:t> </a:t>
            </a:r>
            <a:r>
              <a:rPr lang="en-US" sz="3200" dirty="0" err="1"/>
              <a:t>lewens</a:t>
            </a:r>
            <a:r>
              <a:rPr lang="en-US" sz="3200" dirty="0"/>
              <a:t> </a:t>
            </a:r>
            <a:r>
              <a:rPr lang="en-US" sz="3200" dirty="0" err="1"/>
              <a:t>en</a:t>
            </a:r>
            <a:r>
              <a:rPr lang="en-US" sz="3200" dirty="0"/>
              <a:t> </a:t>
            </a:r>
            <a:r>
              <a:rPr lang="en-US" sz="3200" dirty="0" err="1"/>
              <a:t>lewenstyle</a:t>
            </a:r>
            <a:r>
              <a:rPr lang="en-US" sz="3200" dirty="0"/>
              <a:t> </a:t>
            </a:r>
            <a:r>
              <a:rPr lang="en-US" sz="3200" dirty="0" err="1"/>
              <a:t>beïnvloed</a:t>
            </a:r>
            <a:endParaRPr lang="en-ZA" sz="32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8" name="TextBox 7"/>
          <p:cNvSpPr txBox="1"/>
          <p:nvPr/>
        </p:nvSpPr>
        <p:spPr>
          <a:xfrm>
            <a:off x="1324612" y="1404065"/>
            <a:ext cx="8143932" cy="584775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en-ZA" sz="3200" dirty="0" err="1">
                <a:solidFill>
                  <a:srgbClr val="FF0000"/>
                </a:solidFill>
                <a:latin typeface="+mn-lt"/>
                <a:ea typeface="+mj-ea"/>
                <a:cs typeface="+mj-cs"/>
              </a:rPr>
              <a:t>Toegang</a:t>
            </a:r>
            <a:r>
              <a:rPr lang="en-ZA" sz="3200" dirty="0">
                <a:solidFill>
                  <a:srgbClr val="FF0000"/>
                </a:solidFill>
                <a:latin typeface="+mn-lt"/>
                <a:ea typeface="+mj-ea"/>
                <a:cs typeface="+mj-cs"/>
              </a:rPr>
              <a:t> tot </a:t>
            </a:r>
            <a:r>
              <a:rPr lang="en-ZA" sz="3200" dirty="0" err="1">
                <a:solidFill>
                  <a:srgbClr val="FF0000"/>
                </a:solidFill>
                <a:latin typeface="+mn-lt"/>
                <a:ea typeface="+mj-ea"/>
                <a:cs typeface="+mj-cs"/>
              </a:rPr>
              <a:t>inligting</a:t>
            </a:r>
            <a:endParaRPr lang="en-ZA" sz="3200" dirty="0">
              <a:solidFill>
                <a:srgbClr val="FF0000"/>
              </a:solidFill>
              <a:latin typeface="+mn-lt"/>
              <a:ea typeface="+mj-ea"/>
              <a:cs typeface="+mj-cs"/>
            </a:endParaRPr>
          </a:p>
        </p:txBody>
      </p:sp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27" name="Oval 26"/>
          <p:cNvSpPr/>
          <p:nvPr/>
        </p:nvSpPr>
        <p:spPr bwMode="auto">
          <a:xfrm>
            <a:off x="6357950" y="2071678"/>
            <a:ext cx="1643074" cy="1357322"/>
          </a:xfrm>
          <a:prstGeom prst="ellipse">
            <a:avLst/>
          </a:prstGeom>
          <a:solidFill>
            <a:schemeClr val="accent3"/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sz="2400" b="1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E-</a:t>
            </a:r>
            <a:r>
              <a:rPr kumimoji="0" lang="en-ZA" sz="2400" b="1" i="0" u="none" strike="noStrike" cap="none" normalizeH="0" baseline="0" dirty="0" err="1">
                <a:ln>
                  <a:noFill/>
                </a:ln>
                <a:effectLst/>
                <a:latin typeface="+mn-lt"/>
              </a:rPr>
              <a:t>pos</a:t>
            </a:r>
            <a:endParaRPr kumimoji="0" lang="en-ZA" sz="2400" b="1" i="0" u="none" strike="noStrike" cap="none" normalizeH="0" baseline="0" dirty="0">
              <a:ln>
                <a:noFill/>
              </a:ln>
              <a:effectLst/>
              <a:latin typeface="+mn-lt"/>
            </a:endParaRPr>
          </a:p>
        </p:txBody>
      </p:sp>
      <p:sp>
        <p:nvSpPr>
          <p:cNvPr id="28" name="Oval 27"/>
          <p:cNvSpPr/>
          <p:nvPr/>
        </p:nvSpPr>
        <p:spPr bwMode="auto">
          <a:xfrm>
            <a:off x="6429748" y="4136689"/>
            <a:ext cx="1643074" cy="1357322"/>
          </a:xfrm>
          <a:prstGeom prst="ellipse">
            <a:avLst/>
          </a:prstGeom>
          <a:solidFill>
            <a:srgbClr val="92D050"/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sz="2400" b="1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WWW</a:t>
            </a:r>
          </a:p>
        </p:txBody>
      </p:sp>
      <p:sp>
        <p:nvSpPr>
          <p:cNvPr id="29" name="Oval 28"/>
          <p:cNvSpPr/>
          <p:nvPr/>
        </p:nvSpPr>
        <p:spPr bwMode="auto">
          <a:xfrm>
            <a:off x="3864557" y="5079740"/>
            <a:ext cx="1643074" cy="1357322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sz="2400" b="1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SMS /MMS</a:t>
            </a:r>
          </a:p>
        </p:txBody>
      </p:sp>
      <p:sp>
        <p:nvSpPr>
          <p:cNvPr id="30" name="Oval 29"/>
          <p:cNvSpPr/>
          <p:nvPr/>
        </p:nvSpPr>
        <p:spPr bwMode="auto">
          <a:xfrm>
            <a:off x="823170" y="4537552"/>
            <a:ext cx="2357454" cy="1357322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sz="2400" b="1" i="0" u="none" strike="noStrike" cap="none" normalizeH="0" baseline="0" dirty="0" err="1">
                <a:ln>
                  <a:noFill/>
                </a:ln>
                <a:effectLst/>
                <a:latin typeface="+mn-lt"/>
              </a:rPr>
              <a:t>Selfoon-gesprekke</a:t>
            </a:r>
            <a:endParaRPr kumimoji="0" lang="en-ZA" sz="2400" b="1" i="0" u="none" strike="noStrike" cap="none" normalizeH="0" baseline="0" dirty="0">
              <a:ln>
                <a:noFill/>
              </a:ln>
              <a:effectLst/>
              <a:latin typeface="+mn-lt"/>
            </a:endParaRPr>
          </a:p>
        </p:txBody>
      </p:sp>
      <p:sp>
        <p:nvSpPr>
          <p:cNvPr id="31" name="Oval 30"/>
          <p:cNvSpPr/>
          <p:nvPr/>
        </p:nvSpPr>
        <p:spPr bwMode="auto">
          <a:xfrm>
            <a:off x="1344441" y="2193539"/>
            <a:ext cx="1643074" cy="1357322"/>
          </a:xfrm>
          <a:prstGeom prst="ellipse">
            <a:avLst/>
          </a:prstGeom>
          <a:solidFill>
            <a:schemeClr val="accent2"/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sz="2400" b="1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TV/ Radio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7504" y="3213394"/>
            <a:ext cx="1737916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  <a:latin typeface="+mn-lt"/>
                <a:sym typeface="Webdings"/>
              </a:rPr>
              <a:t></a:t>
            </a:r>
            <a:endParaRPr lang="en-US" sz="5400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noFill/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  <a:latin typeface="+mn-lt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7793654" y="2818989"/>
            <a:ext cx="984103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dirty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FFFFFF">
                        <a:tint val="40000"/>
                        <a:satMod val="250000"/>
                      </a:srgbClr>
                    </a:gs>
                    <a:gs pos="9000">
                      <a:srgbClr val="FFFFFF">
                        <a:tint val="52000"/>
                        <a:satMod val="300000"/>
                      </a:srgbClr>
                    </a:gs>
                    <a:gs pos="50000">
                      <a:srgbClr val="FFFFFF">
                        <a:shade val="20000"/>
                        <a:satMod val="300000"/>
                      </a:srgbClr>
                    </a:gs>
                    <a:gs pos="79000">
                      <a:srgbClr val="FFFFFF">
                        <a:tint val="52000"/>
                        <a:satMod val="300000"/>
                      </a:srgbClr>
                    </a:gs>
                    <a:gs pos="100000">
                      <a:srgbClr val="FFFFFF">
                        <a:tint val="40000"/>
                        <a:satMod val="250000"/>
                      </a:srgbClr>
                    </a:gs>
                  </a:gsLst>
                  <a:lin ang="5400000"/>
                </a:gradFill>
                <a:latin typeface="+mn-lt"/>
                <a:sym typeface="Webdings"/>
              </a:rPr>
              <a:t></a:t>
            </a:r>
            <a:endParaRPr lang="en-US" sz="5400" dirty="0">
              <a:ln w="10541" cmpd="sng">
                <a:solidFill>
                  <a:srgbClr val="7D7D7D">
                    <a:tint val="100000"/>
                    <a:shade val="100000"/>
                    <a:satMod val="110000"/>
                  </a:srgbClr>
                </a:solidFill>
                <a:prstDash val="solid"/>
              </a:ln>
              <a:gradFill>
                <a:gsLst>
                  <a:gs pos="0">
                    <a:srgbClr val="FFFFFF">
                      <a:tint val="40000"/>
                      <a:satMod val="250000"/>
                    </a:srgbClr>
                  </a:gs>
                  <a:gs pos="9000">
                    <a:srgbClr val="FFFFFF">
                      <a:tint val="52000"/>
                      <a:satMod val="300000"/>
                    </a:srgbClr>
                  </a:gs>
                  <a:gs pos="50000">
                    <a:srgbClr val="FFFFFF">
                      <a:shade val="20000"/>
                      <a:satMod val="300000"/>
                    </a:srgbClr>
                  </a:gs>
                  <a:gs pos="79000">
                    <a:srgbClr val="FFFFFF">
                      <a:tint val="52000"/>
                      <a:satMod val="300000"/>
                    </a:srgbClr>
                  </a:gs>
                  <a:gs pos="100000">
                    <a:srgbClr val="FFFFFF">
                      <a:tint val="40000"/>
                      <a:satMod val="250000"/>
                    </a:srgbClr>
                  </a:gs>
                </a:gsLst>
                <a:lin ang="5400000"/>
              </a:gradFill>
              <a:latin typeface="+mn-lt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7618104" y="5217820"/>
            <a:ext cx="106553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rgbClr val="92D05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+mn-lt"/>
                <a:sym typeface="Webdings"/>
              </a:rPr>
              <a:t></a:t>
            </a:r>
            <a:endParaRPr lang="en-US" sz="5400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rgbClr val="92D050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+mn-lt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5645584" y="5679485"/>
            <a:ext cx="60465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n-lt"/>
                <a:sym typeface="Webdings"/>
              </a:rPr>
              <a:t></a:t>
            </a:r>
            <a:endParaRPr lang="en-US" sz="540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latin typeface="+mn-lt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2250012" y="5791319"/>
            <a:ext cx="930612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r>
              <a:rPr lang="en-US" sz="5400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+mn-lt"/>
                <a:sym typeface="Webdings"/>
              </a:rPr>
              <a:t></a:t>
            </a:r>
            <a:endParaRPr lang="en-US" sz="5400" dirty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  <a:latin typeface="+mn-lt"/>
            </a:endParaRPr>
          </a:p>
        </p:txBody>
      </p:sp>
      <p:sp>
        <p:nvSpPr>
          <p:cNvPr id="18" name="Action Button: Home 14">
            <a:hlinkClick r:id="rId3" action="ppaction://hlinksldjump" highlightClick="1"/>
          </p:cNvPr>
          <p:cNvSpPr/>
          <p:nvPr/>
        </p:nvSpPr>
        <p:spPr bwMode="auto">
          <a:xfrm>
            <a:off x="11430" y="6297890"/>
            <a:ext cx="531639" cy="548680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3" name="Rectangle: Rounded Corners 2"/>
          <p:cNvSpPr/>
          <p:nvPr/>
        </p:nvSpPr>
        <p:spPr>
          <a:xfrm>
            <a:off x="3014239" y="2806074"/>
            <a:ext cx="3343711" cy="2135093"/>
          </a:xfrm>
          <a:prstGeom prst="roundRect">
            <a:avLst>
              <a:gd name="adj" fmla="val 18808"/>
            </a:avLst>
          </a:prstGeom>
          <a:solidFill>
            <a:schemeClr val="tx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300"/>
              </a:spcAft>
            </a:pPr>
            <a:r>
              <a:rPr lang="en-ZA" sz="2400" dirty="0">
                <a:solidFill>
                  <a:srgbClr val="FF0000"/>
                </a:solidFill>
              </a:rPr>
              <a:t>!! </a:t>
            </a:r>
            <a:r>
              <a:rPr lang="en-ZA" sz="2400" dirty="0" err="1">
                <a:solidFill>
                  <a:srgbClr val="FF0000"/>
                </a:solidFill>
              </a:rPr>
              <a:t>Inligting</a:t>
            </a:r>
            <a:r>
              <a:rPr lang="en-ZA" sz="2400" dirty="0">
                <a:solidFill>
                  <a:srgbClr val="FF0000"/>
                </a:solidFill>
              </a:rPr>
              <a:t> !!</a:t>
            </a:r>
          </a:p>
          <a:p>
            <a:pPr marL="252000" indent="-252000">
              <a:buFont typeface="Arial" pitchFamily="34" charset="0"/>
              <a:buChar char="•"/>
            </a:pPr>
            <a:r>
              <a:rPr lang="en-ZA" b="0" dirty="0" err="1">
                <a:solidFill>
                  <a:schemeClr val="bg1"/>
                </a:solidFill>
              </a:rPr>
              <a:t>Vinnig</a:t>
            </a:r>
            <a:r>
              <a:rPr lang="en-ZA" b="0" dirty="0">
                <a:solidFill>
                  <a:schemeClr val="bg1"/>
                </a:solidFill>
              </a:rPr>
              <a:t> </a:t>
            </a:r>
            <a:r>
              <a:rPr lang="en-ZA" b="0" dirty="0" err="1">
                <a:solidFill>
                  <a:schemeClr val="bg1"/>
                </a:solidFill>
              </a:rPr>
              <a:t>kan</a:t>
            </a:r>
            <a:r>
              <a:rPr lang="en-ZA" b="0" dirty="0">
                <a:solidFill>
                  <a:schemeClr val="bg1"/>
                </a:solidFill>
              </a:rPr>
              <a:t> </a:t>
            </a:r>
            <a:r>
              <a:rPr lang="en-ZA" b="0" dirty="0" err="1">
                <a:solidFill>
                  <a:schemeClr val="bg1"/>
                </a:solidFill>
              </a:rPr>
              <a:t>opspoor</a:t>
            </a:r>
            <a:endParaRPr lang="en-ZA" b="0" dirty="0">
              <a:solidFill>
                <a:schemeClr val="bg1"/>
              </a:solidFill>
            </a:endParaRPr>
          </a:p>
          <a:p>
            <a:pPr marL="252000" indent="-252000">
              <a:buFont typeface="Arial" pitchFamily="34" charset="0"/>
              <a:buChar char="•"/>
            </a:pPr>
            <a:r>
              <a:rPr lang="en-ZA" b="0" dirty="0" err="1">
                <a:solidFill>
                  <a:schemeClr val="bg1"/>
                </a:solidFill>
              </a:rPr>
              <a:t>Bepaal</a:t>
            </a:r>
            <a:r>
              <a:rPr lang="en-ZA" b="0" dirty="0">
                <a:solidFill>
                  <a:schemeClr val="bg1"/>
                </a:solidFill>
              </a:rPr>
              <a:t> of ’n </a:t>
            </a:r>
            <a:r>
              <a:rPr lang="en-ZA" b="0" dirty="0" err="1">
                <a:solidFill>
                  <a:schemeClr val="bg1"/>
                </a:solidFill>
              </a:rPr>
              <a:t>bron</a:t>
            </a:r>
            <a:r>
              <a:rPr lang="en-ZA" b="0" dirty="0">
                <a:solidFill>
                  <a:schemeClr val="bg1"/>
                </a:solidFill>
              </a:rPr>
              <a:t> </a:t>
            </a:r>
            <a:r>
              <a:rPr lang="en-ZA" b="0" dirty="0" err="1">
                <a:solidFill>
                  <a:schemeClr val="bg1"/>
                </a:solidFill>
              </a:rPr>
              <a:t>betroubaar</a:t>
            </a:r>
            <a:r>
              <a:rPr lang="en-ZA" b="0" dirty="0">
                <a:solidFill>
                  <a:schemeClr val="bg1"/>
                </a:solidFill>
              </a:rPr>
              <a:t> is </a:t>
            </a:r>
          </a:p>
          <a:p>
            <a:pPr marL="252000" indent="-252000">
              <a:buFont typeface="Arial" pitchFamily="34" charset="0"/>
              <a:buChar char="•"/>
            </a:pPr>
            <a:r>
              <a:rPr lang="en-ZA" b="0" dirty="0" err="1">
                <a:solidFill>
                  <a:schemeClr val="bg1"/>
                </a:solidFill>
              </a:rPr>
              <a:t>Akkuraat</a:t>
            </a:r>
            <a:r>
              <a:rPr lang="en-ZA" b="0" dirty="0">
                <a:solidFill>
                  <a:schemeClr val="bg1"/>
                </a:solidFill>
              </a:rPr>
              <a:t> </a:t>
            </a:r>
            <a:r>
              <a:rPr lang="en-ZA" b="0" dirty="0" err="1">
                <a:solidFill>
                  <a:schemeClr val="bg1"/>
                </a:solidFill>
              </a:rPr>
              <a:t>kan</a:t>
            </a:r>
            <a:r>
              <a:rPr lang="en-ZA" b="0" dirty="0">
                <a:solidFill>
                  <a:schemeClr val="bg1"/>
                </a:solidFill>
              </a:rPr>
              <a:t> </a:t>
            </a:r>
            <a:r>
              <a:rPr lang="en-ZA" b="0" dirty="0" err="1">
                <a:solidFill>
                  <a:schemeClr val="bg1"/>
                </a:solidFill>
              </a:rPr>
              <a:t>ontleed</a:t>
            </a:r>
            <a:r>
              <a:rPr lang="en-ZA" b="0" dirty="0">
                <a:solidFill>
                  <a:schemeClr val="bg1"/>
                </a:solidFill>
              </a:rPr>
              <a:t> </a:t>
            </a:r>
            <a:r>
              <a:rPr lang="en-ZA" b="0" dirty="0" err="1">
                <a:solidFill>
                  <a:schemeClr val="bg1"/>
                </a:solidFill>
              </a:rPr>
              <a:t>en</a:t>
            </a:r>
            <a:r>
              <a:rPr lang="en-ZA" b="0" dirty="0">
                <a:solidFill>
                  <a:schemeClr val="bg1"/>
                </a:solidFill>
              </a:rPr>
              <a:t> </a:t>
            </a:r>
            <a:r>
              <a:rPr lang="en-ZA" b="0" dirty="0" err="1">
                <a:solidFill>
                  <a:schemeClr val="bg1"/>
                </a:solidFill>
              </a:rPr>
              <a:t>opsom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0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5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8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3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6" dur="2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6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31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4" dur="2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6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39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42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8" grpId="0" animBg="1"/>
      <p:bldP spid="29" grpId="0" animBg="1"/>
      <p:bldP spid="30" grpId="0" animBg="1"/>
      <p:bldP spid="31" grpId="0" animBg="1"/>
      <p:bldP spid="32" grpId="0"/>
      <p:bldP spid="33" grpId="0"/>
      <p:bldP spid="34" grpId="0"/>
      <p:bldP spid="35" grpId="0"/>
      <p:bldP spid="3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631534" y="2199823"/>
            <a:ext cx="6172714" cy="4462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sz="2600" b="0" dirty="0" err="1">
                <a:latin typeface="+mn-lt"/>
              </a:rPr>
              <a:t>Flieks</a:t>
            </a:r>
            <a:r>
              <a:rPr lang="en-ZA" sz="2600" b="0" dirty="0">
                <a:latin typeface="+mn-lt"/>
              </a:rPr>
              <a:t>, </a:t>
            </a:r>
            <a:r>
              <a:rPr lang="en-ZA" sz="2600" b="0" dirty="0" err="1">
                <a:latin typeface="+mn-lt"/>
              </a:rPr>
              <a:t>musiek</a:t>
            </a:r>
            <a:r>
              <a:rPr lang="en-ZA" sz="2600" b="0" dirty="0">
                <a:latin typeface="+mn-lt"/>
              </a:rPr>
              <a:t>, </a:t>
            </a:r>
            <a:r>
              <a:rPr lang="en-ZA" sz="2600" b="0" dirty="0" err="1">
                <a:latin typeface="+mn-lt"/>
              </a:rPr>
              <a:t>gedrukte</a:t>
            </a:r>
            <a:r>
              <a:rPr lang="en-ZA" sz="2600" b="0" dirty="0">
                <a:latin typeface="+mn-lt"/>
              </a:rPr>
              <a:t> media via Internet </a:t>
            </a:r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sz="2600" b="0" i="1" dirty="0">
                <a:latin typeface="+mn-lt"/>
              </a:rPr>
              <a:t>Video on Demand (VOD)</a:t>
            </a:r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sz="2600" b="0" dirty="0">
                <a:latin typeface="+mn-lt"/>
              </a:rPr>
              <a:t>Internet TV – </a:t>
            </a:r>
            <a:r>
              <a:rPr lang="en-ZA" sz="2600" b="0" dirty="0" err="1">
                <a:latin typeface="+mn-lt"/>
              </a:rPr>
              <a:t>gebruik</a:t>
            </a:r>
            <a:r>
              <a:rPr lang="en-ZA" sz="2600" b="0" dirty="0">
                <a:latin typeface="+mn-lt"/>
              </a:rPr>
              <a:t> </a:t>
            </a:r>
            <a:r>
              <a:rPr lang="en-ZA" sz="2600" b="0" dirty="0" err="1">
                <a:latin typeface="+mn-lt"/>
              </a:rPr>
              <a:t>nie</a:t>
            </a:r>
            <a:r>
              <a:rPr lang="en-ZA" sz="2600" b="0" dirty="0">
                <a:latin typeface="+mn-lt"/>
              </a:rPr>
              <a:t> </a:t>
            </a:r>
            <a:r>
              <a:rPr lang="en-ZA" sz="2600" b="0" dirty="0" err="1">
                <a:latin typeface="+mn-lt"/>
              </a:rPr>
              <a:t>radioseine</a:t>
            </a:r>
            <a:r>
              <a:rPr lang="en-ZA" sz="2600" b="0" dirty="0">
                <a:latin typeface="+mn-lt"/>
              </a:rPr>
              <a:t> </a:t>
            </a:r>
            <a:r>
              <a:rPr lang="en-ZA" sz="2600" b="0" dirty="0" err="1">
                <a:latin typeface="+mn-lt"/>
              </a:rPr>
              <a:t>nie</a:t>
            </a:r>
            <a:endParaRPr lang="en-ZA" sz="2600" b="0" dirty="0">
              <a:latin typeface="+mn-lt"/>
            </a:endParaRPr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sz="2600" b="0" dirty="0" err="1">
                <a:latin typeface="+mn-lt"/>
              </a:rPr>
              <a:t>Aanlyn</a:t>
            </a:r>
            <a:r>
              <a:rPr lang="en-ZA" sz="2600" b="0" dirty="0">
                <a:latin typeface="+mn-lt"/>
              </a:rPr>
              <a:t> </a:t>
            </a:r>
            <a:r>
              <a:rPr lang="en-ZA" sz="2600" b="0" dirty="0" err="1">
                <a:latin typeface="+mn-lt"/>
              </a:rPr>
              <a:t>reisbesprekings</a:t>
            </a:r>
            <a:endParaRPr lang="en-ZA" sz="2600" b="0" dirty="0">
              <a:latin typeface="+mn-lt"/>
            </a:endParaRPr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sz="2600" b="0" dirty="0" err="1">
                <a:latin typeface="+mn-lt"/>
              </a:rPr>
              <a:t>Aanlyn</a:t>
            </a:r>
            <a:r>
              <a:rPr lang="en-ZA" sz="2600" b="0" dirty="0">
                <a:latin typeface="+mn-lt"/>
              </a:rPr>
              <a:t> </a:t>
            </a:r>
            <a:r>
              <a:rPr lang="en-ZA" sz="2600" b="0" dirty="0" err="1">
                <a:latin typeface="+mn-lt"/>
              </a:rPr>
              <a:t>rekenaarspeletjies</a:t>
            </a:r>
            <a:endParaRPr lang="en-ZA" sz="2600" b="0" dirty="0">
              <a:latin typeface="+mn-lt"/>
            </a:endParaRPr>
          </a:p>
          <a:p>
            <a:pPr marL="45720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sz="2600" b="0" dirty="0" err="1">
                <a:latin typeface="+mn-lt"/>
              </a:rPr>
              <a:t>Fiksheidsprogramme</a:t>
            </a:r>
            <a:r>
              <a:rPr lang="en-ZA" sz="2600" b="0" dirty="0">
                <a:latin typeface="+mn-lt"/>
              </a:rPr>
              <a:t> </a:t>
            </a:r>
            <a:r>
              <a:rPr lang="en-ZA" sz="2600" b="0" dirty="0" err="1">
                <a:latin typeface="+mn-lt"/>
              </a:rPr>
              <a:t>voor</a:t>
            </a:r>
            <a:r>
              <a:rPr lang="en-ZA" sz="2600" b="0" dirty="0">
                <a:latin typeface="+mn-lt"/>
              </a:rPr>
              <a:t> die TV met ’n </a:t>
            </a:r>
            <a:r>
              <a:rPr lang="en-ZA" sz="2600" b="0" dirty="0" err="1">
                <a:latin typeface="+mn-lt"/>
              </a:rPr>
              <a:t>speletjiebeheerpaneel</a:t>
            </a:r>
            <a:endParaRPr lang="en-ZA" sz="2600" b="0" dirty="0">
              <a:latin typeface="+mn-lt"/>
            </a:endParaRPr>
          </a:p>
        </p:txBody>
      </p:sp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noFill/>
          <a:scene3d>
            <a:camera prst="orthographicFront"/>
            <a:lightRig rig="threePt" dir="t"/>
          </a:scene3d>
          <a:sp3d>
            <a:bevelT/>
          </a:sp3d>
        </p:spPr>
        <p:txBody>
          <a:bodyPr/>
          <a:lstStyle/>
          <a:p>
            <a:r>
              <a:rPr lang="en-US" sz="3200" dirty="0"/>
              <a:t>Hoe IKT’s </a:t>
            </a:r>
            <a:r>
              <a:rPr lang="en-US" sz="3200" dirty="0" err="1"/>
              <a:t>ons</a:t>
            </a:r>
            <a:r>
              <a:rPr lang="en-US" sz="3200" dirty="0"/>
              <a:t> </a:t>
            </a:r>
            <a:r>
              <a:rPr lang="en-US" sz="3200" dirty="0" err="1"/>
              <a:t>lewens</a:t>
            </a:r>
            <a:r>
              <a:rPr lang="en-US" sz="3200" dirty="0"/>
              <a:t> </a:t>
            </a:r>
            <a:r>
              <a:rPr lang="en-US" sz="3200" dirty="0" err="1"/>
              <a:t>en</a:t>
            </a:r>
            <a:r>
              <a:rPr lang="en-US" sz="3200" dirty="0"/>
              <a:t> </a:t>
            </a:r>
            <a:r>
              <a:rPr lang="en-US" sz="3200" dirty="0" err="1"/>
              <a:t>lewenstyle</a:t>
            </a:r>
            <a:r>
              <a:rPr lang="en-US" sz="3200" dirty="0"/>
              <a:t> </a:t>
            </a:r>
            <a:r>
              <a:rPr lang="en-US" sz="3200" dirty="0" err="1"/>
              <a:t>beïnvloed</a:t>
            </a:r>
            <a:endParaRPr lang="en-ZA" sz="32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8" name="TextBox 7"/>
          <p:cNvSpPr txBox="1"/>
          <p:nvPr/>
        </p:nvSpPr>
        <p:spPr>
          <a:xfrm>
            <a:off x="3275856" y="1396575"/>
            <a:ext cx="4975580" cy="584775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en-ZA" sz="320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Vryetydsbesteding</a:t>
            </a:r>
            <a:endParaRPr lang="en-ZA" sz="320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5120" y="2348880"/>
            <a:ext cx="1819633" cy="1014795"/>
          </a:xfrm>
          <a:prstGeom prst="rect">
            <a:avLst/>
          </a:prstGeom>
          <a:ln>
            <a:solidFill>
              <a:schemeClr val="tx1">
                <a:lumMod val="50000"/>
              </a:schemeClr>
            </a:solidFill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5119" y="3501008"/>
            <a:ext cx="1819633" cy="959870"/>
          </a:xfrm>
          <a:prstGeom prst="rect">
            <a:avLst/>
          </a:prstGeom>
          <a:ln>
            <a:solidFill>
              <a:schemeClr val="tx1">
                <a:lumMod val="50000"/>
              </a:schemeClr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5118" y="4581128"/>
            <a:ext cx="1819633" cy="1819633"/>
          </a:xfrm>
          <a:prstGeom prst="rect">
            <a:avLst/>
          </a:prstGeom>
          <a:ln>
            <a:solidFill>
              <a:schemeClr val="tx1">
                <a:lumMod val="50000"/>
              </a:schemeClr>
            </a:solidFill>
          </a:ln>
        </p:spPr>
      </p:pic>
      <p:sp>
        <p:nvSpPr>
          <p:cNvPr id="13" name="Action Button: Home 14">
            <a:hlinkClick r:id="rId6" action="ppaction://hlinksldjump" highlightClick="1"/>
          </p:cNvPr>
          <p:cNvSpPr/>
          <p:nvPr/>
        </p:nvSpPr>
        <p:spPr bwMode="auto">
          <a:xfrm>
            <a:off x="11430" y="6297890"/>
            <a:ext cx="531639" cy="548680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noFill/>
          <a:scene3d>
            <a:camera prst="orthographicFront"/>
            <a:lightRig rig="threePt" dir="t"/>
          </a:scene3d>
          <a:sp3d>
            <a:bevelT/>
          </a:sp3d>
        </p:spPr>
        <p:txBody>
          <a:bodyPr>
            <a:normAutofit/>
          </a:bodyPr>
          <a:lstStyle/>
          <a:p>
            <a:r>
              <a:rPr lang="en-US" sz="4000" dirty="0" err="1"/>
              <a:t>Impak</a:t>
            </a:r>
            <a:r>
              <a:rPr lang="en-US" sz="4000" dirty="0"/>
              <a:t> op </a:t>
            </a:r>
            <a:r>
              <a:rPr lang="en-US" sz="4000" dirty="0" err="1"/>
              <a:t>tuiskantore</a:t>
            </a:r>
            <a:endParaRPr lang="en-ZA" sz="40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13" name="Rectangle 12"/>
          <p:cNvSpPr/>
          <p:nvPr/>
        </p:nvSpPr>
        <p:spPr>
          <a:xfrm>
            <a:off x="531639" y="2504901"/>
            <a:ext cx="6189171" cy="36009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60000" lvl="1" indent="-36000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ZA" sz="2800" b="0" dirty="0" err="1"/>
              <a:t>jou</a:t>
            </a:r>
            <a:r>
              <a:rPr lang="en-ZA" sz="2800" b="0" dirty="0"/>
              <a:t> </a:t>
            </a:r>
            <a:r>
              <a:rPr lang="en-ZA" sz="2800" b="0" dirty="0" err="1"/>
              <a:t>dokumente</a:t>
            </a:r>
            <a:r>
              <a:rPr lang="en-ZA" sz="2800" b="0" dirty="0"/>
              <a:t> </a:t>
            </a:r>
            <a:r>
              <a:rPr lang="en-ZA" sz="2800" b="0" dirty="0" err="1"/>
              <a:t>te</a:t>
            </a:r>
            <a:r>
              <a:rPr lang="en-ZA" sz="2800" b="0" dirty="0"/>
              <a:t> </a:t>
            </a:r>
            <a:r>
              <a:rPr lang="en-ZA" sz="2800" b="0" dirty="0" err="1"/>
              <a:t>tik</a:t>
            </a:r>
            <a:r>
              <a:rPr lang="en-ZA" sz="2800" b="0" dirty="0"/>
              <a:t> </a:t>
            </a:r>
            <a:r>
              <a:rPr lang="en-ZA" sz="2800" b="0" dirty="0" err="1"/>
              <a:t>en</a:t>
            </a:r>
            <a:r>
              <a:rPr lang="en-ZA" sz="2800" b="0" dirty="0"/>
              <a:t> </a:t>
            </a:r>
            <a:r>
              <a:rPr lang="en-ZA" sz="2800" b="0" dirty="0" err="1"/>
              <a:t>te</a:t>
            </a:r>
            <a:r>
              <a:rPr lang="en-ZA" sz="2800" b="0" dirty="0"/>
              <a:t> </a:t>
            </a:r>
            <a:r>
              <a:rPr lang="en-ZA" sz="2800" b="0" dirty="0" err="1"/>
              <a:t>redigeer</a:t>
            </a:r>
            <a:r>
              <a:rPr lang="en-ZA" sz="2800" b="0" dirty="0"/>
              <a:t> </a:t>
            </a:r>
          </a:p>
          <a:p>
            <a:pPr marL="360000" lvl="1" indent="-36000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ZA" sz="2800" b="0" dirty="0" err="1"/>
              <a:t>tred</a:t>
            </a:r>
            <a:r>
              <a:rPr lang="en-ZA" sz="2800" b="0" dirty="0"/>
              <a:t> </a:t>
            </a:r>
            <a:r>
              <a:rPr lang="en-ZA" sz="2800" b="0" dirty="0" err="1"/>
              <a:t>te</a:t>
            </a:r>
            <a:r>
              <a:rPr lang="en-ZA" sz="2800" b="0" dirty="0"/>
              <a:t> </a:t>
            </a:r>
            <a:r>
              <a:rPr lang="en-ZA" sz="2800" b="0" dirty="0" err="1"/>
              <a:t>hou</a:t>
            </a:r>
            <a:r>
              <a:rPr lang="en-ZA" sz="2800" b="0" dirty="0"/>
              <a:t> met </a:t>
            </a:r>
            <a:r>
              <a:rPr lang="en-ZA" sz="2800" b="0" dirty="0" err="1"/>
              <a:t>jou</a:t>
            </a:r>
            <a:r>
              <a:rPr lang="en-ZA" sz="2800" b="0" dirty="0"/>
              <a:t> </a:t>
            </a:r>
            <a:r>
              <a:rPr lang="en-ZA" sz="2800" b="0" dirty="0" err="1"/>
              <a:t>rekeninge</a:t>
            </a:r>
            <a:endParaRPr lang="en-ZA" sz="2800" b="0" dirty="0"/>
          </a:p>
          <a:p>
            <a:pPr marL="360000" lvl="1" indent="-36000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ZA" sz="2800" b="0" dirty="0"/>
              <a:t>met </a:t>
            </a:r>
            <a:r>
              <a:rPr lang="en-ZA" sz="2800" b="0" dirty="0" err="1"/>
              <a:t>kliënte</a:t>
            </a:r>
            <a:r>
              <a:rPr lang="en-ZA" sz="2800" b="0" dirty="0"/>
              <a:t> &amp; </a:t>
            </a:r>
            <a:r>
              <a:rPr lang="en-ZA" sz="2800" b="0" dirty="0" err="1"/>
              <a:t>verskaffers</a:t>
            </a:r>
            <a:r>
              <a:rPr lang="en-ZA" sz="2800" b="0" dirty="0"/>
              <a:t> </a:t>
            </a:r>
            <a:r>
              <a:rPr lang="en-ZA" sz="2800" b="0" dirty="0" err="1"/>
              <a:t>te</a:t>
            </a:r>
            <a:r>
              <a:rPr lang="en-ZA" sz="2800" b="0" dirty="0"/>
              <a:t> </a:t>
            </a:r>
            <a:r>
              <a:rPr lang="en-ZA" sz="2800" b="0" dirty="0" err="1"/>
              <a:t>kommunikeer</a:t>
            </a:r>
            <a:r>
              <a:rPr lang="en-ZA" sz="2800" b="0" dirty="0"/>
              <a:t> </a:t>
            </a:r>
          </a:p>
          <a:p>
            <a:pPr marL="360000" lvl="1" indent="-36000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ZA" sz="2800" b="0" dirty="0" err="1"/>
              <a:t>kliënte</a:t>
            </a:r>
            <a:r>
              <a:rPr lang="en-ZA" sz="2800" b="0" dirty="0"/>
              <a:t> se data </a:t>
            </a:r>
            <a:r>
              <a:rPr lang="en-ZA" sz="2800" b="0" err="1"/>
              <a:t>te</a:t>
            </a:r>
            <a:r>
              <a:rPr lang="en-ZA" sz="2800" b="0"/>
              <a:t> organiseer</a:t>
            </a:r>
            <a:r>
              <a:rPr lang="en-ZA" sz="2800" b="0" dirty="0"/>
              <a:t>, </a:t>
            </a:r>
            <a:r>
              <a:rPr lang="en-ZA" sz="2800" b="0" dirty="0" err="1"/>
              <a:t>ens.</a:t>
            </a:r>
            <a:r>
              <a:rPr lang="en-ZA" sz="2800" b="0" dirty="0"/>
              <a:t> </a:t>
            </a:r>
          </a:p>
          <a:p>
            <a:pPr marL="360000" lvl="1" indent="-3600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sz="2800" b="0" dirty="0" err="1"/>
              <a:t>jou</a:t>
            </a:r>
            <a:r>
              <a:rPr lang="en-ZA" sz="2800" b="0" dirty="0"/>
              <a:t> </a:t>
            </a:r>
            <a:r>
              <a:rPr lang="en-ZA" sz="2800" b="0" dirty="0" err="1"/>
              <a:t>produk</a:t>
            </a:r>
            <a:r>
              <a:rPr lang="en-ZA" sz="2800" b="0" dirty="0"/>
              <a:t> of </a:t>
            </a:r>
            <a:r>
              <a:rPr lang="en-ZA" sz="2800" b="0" dirty="0" err="1"/>
              <a:t>diens</a:t>
            </a:r>
            <a:r>
              <a:rPr lang="en-ZA" sz="2800" b="0" dirty="0"/>
              <a:t> </a:t>
            </a:r>
            <a:r>
              <a:rPr lang="en-ZA" sz="2800" b="0" dirty="0" err="1"/>
              <a:t>te</a:t>
            </a:r>
            <a:r>
              <a:rPr lang="en-ZA" sz="2800" b="0" dirty="0"/>
              <a:t> </a:t>
            </a:r>
            <a:r>
              <a:rPr lang="en-ZA" sz="2800" b="0" dirty="0" err="1"/>
              <a:t>adverteer</a:t>
            </a:r>
            <a:endParaRPr lang="en-ZA" sz="2800" b="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9365" y="2630980"/>
            <a:ext cx="2371297" cy="109942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479" y="3922323"/>
            <a:ext cx="2350009" cy="141000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6017" y="5488276"/>
            <a:ext cx="2378471" cy="1048498"/>
          </a:xfrm>
          <a:prstGeom prst="rect">
            <a:avLst/>
          </a:prstGeom>
        </p:spPr>
      </p:pic>
      <p:sp>
        <p:nvSpPr>
          <p:cNvPr id="14" name="Action Button: Home 14">
            <a:hlinkClick r:id="rId6" action="ppaction://hlinksldjump" highlightClick="1"/>
          </p:cNvPr>
          <p:cNvSpPr/>
          <p:nvPr/>
        </p:nvSpPr>
        <p:spPr bwMode="auto">
          <a:xfrm>
            <a:off x="11430" y="6297890"/>
            <a:ext cx="531639" cy="548680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79512" y="1484784"/>
            <a:ext cx="8358246" cy="52322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en-ZA" sz="2800" dirty="0" err="1">
                <a:solidFill>
                  <a:srgbClr val="FF0000"/>
                </a:solidFill>
                <a:latin typeface="+mj-lt"/>
                <a:ea typeface="+mj-ea"/>
                <a:cs typeface="+mj-cs"/>
              </a:rPr>
              <a:t>Spaar</a:t>
            </a:r>
            <a:r>
              <a:rPr lang="en-ZA" sz="280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 geld! </a:t>
            </a:r>
            <a:r>
              <a:rPr lang="en-ZA" sz="2800" dirty="0" err="1">
                <a:solidFill>
                  <a:srgbClr val="FF0000"/>
                </a:solidFill>
                <a:latin typeface="+mj-lt"/>
                <a:ea typeface="+mj-ea"/>
                <a:cs typeface="+mj-cs"/>
              </a:rPr>
              <a:t>Gebruik</a:t>
            </a:r>
            <a:r>
              <a:rPr lang="en-ZA" sz="280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 die </a:t>
            </a:r>
            <a:r>
              <a:rPr lang="en-ZA" sz="2800" dirty="0" err="1">
                <a:solidFill>
                  <a:srgbClr val="FF0000"/>
                </a:solidFill>
                <a:latin typeface="+mj-lt"/>
                <a:ea typeface="+mj-ea"/>
                <a:cs typeface="+mj-cs"/>
              </a:rPr>
              <a:t>rekenaar</a:t>
            </a:r>
            <a:r>
              <a:rPr lang="en-ZA" sz="280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 om…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noFill/>
          <a:scene3d>
            <a:camera prst="orthographicFront"/>
            <a:lightRig rig="threePt" dir="t"/>
          </a:scene3d>
          <a:sp3d>
            <a:bevelT/>
          </a:sp3d>
        </p:spPr>
        <p:txBody>
          <a:bodyPr>
            <a:normAutofit/>
          </a:bodyPr>
          <a:lstStyle/>
          <a:p>
            <a:r>
              <a:rPr lang="en-ZA" sz="4000" dirty="0" err="1"/>
              <a:t>Impak</a:t>
            </a:r>
            <a:r>
              <a:rPr lang="en-ZA" sz="4000" dirty="0"/>
              <a:t> op </a:t>
            </a:r>
            <a:r>
              <a:rPr lang="en-ZA" sz="4000" dirty="0" err="1"/>
              <a:t>onderwys</a:t>
            </a:r>
            <a:endParaRPr lang="en-ZA" sz="40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8" name="TextBox 7"/>
          <p:cNvSpPr txBox="1"/>
          <p:nvPr/>
        </p:nvSpPr>
        <p:spPr>
          <a:xfrm>
            <a:off x="629715" y="1498864"/>
            <a:ext cx="7280741" cy="52322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en-ZA" sz="280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Die </a:t>
            </a:r>
            <a:r>
              <a:rPr lang="en-ZA" sz="2800" dirty="0" err="1">
                <a:solidFill>
                  <a:srgbClr val="FF0000"/>
                </a:solidFill>
                <a:latin typeface="+mj-lt"/>
                <a:ea typeface="+mj-ea"/>
                <a:cs typeface="+mj-cs"/>
              </a:rPr>
              <a:t>gebruik</a:t>
            </a:r>
            <a:r>
              <a:rPr lang="en-ZA" sz="280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 van IKT by </a:t>
            </a:r>
            <a:r>
              <a:rPr lang="en-ZA" sz="2800" dirty="0" err="1">
                <a:solidFill>
                  <a:srgbClr val="FF0000"/>
                </a:solidFill>
                <a:latin typeface="+mj-lt"/>
                <a:ea typeface="+mj-ea"/>
                <a:cs typeface="+mj-cs"/>
              </a:rPr>
              <a:t>skoolbestuur</a:t>
            </a:r>
            <a:endParaRPr lang="en-ZA" sz="280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2" name="Rectangle 1"/>
          <p:cNvSpPr/>
          <p:nvPr/>
        </p:nvSpPr>
        <p:spPr>
          <a:xfrm>
            <a:off x="251520" y="2276872"/>
            <a:ext cx="6802097" cy="35086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60000" lvl="1" indent="-3600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sz="2600" b="0" dirty="0"/>
              <a:t>Skep </a:t>
            </a:r>
            <a:r>
              <a:rPr lang="en-ZA" sz="2600" b="0" dirty="0" err="1"/>
              <a:t>skoolroosters</a:t>
            </a:r>
            <a:r>
              <a:rPr lang="en-ZA" sz="2600" b="0" dirty="0"/>
              <a:t> met </a:t>
            </a:r>
            <a:r>
              <a:rPr lang="en-ZA" sz="2600" b="0" dirty="0" err="1"/>
              <a:t>spesiale</a:t>
            </a:r>
            <a:r>
              <a:rPr lang="en-ZA" sz="2600" b="0" dirty="0"/>
              <a:t> </a:t>
            </a:r>
            <a:r>
              <a:rPr lang="en-ZA" sz="2600" b="0" dirty="0" err="1"/>
              <a:t>sagteware</a:t>
            </a:r>
            <a:endParaRPr lang="en-ZA" sz="2600" b="0" dirty="0"/>
          </a:p>
          <a:p>
            <a:pPr marL="360000" lvl="1" indent="-3600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sz="2600" b="0" dirty="0" err="1"/>
              <a:t>Gebruik</a:t>
            </a:r>
            <a:r>
              <a:rPr lang="en-ZA" sz="2600" b="0" dirty="0"/>
              <a:t> </a:t>
            </a:r>
            <a:r>
              <a:rPr lang="en-ZA" sz="2600" b="0" dirty="0" err="1"/>
              <a:t>woordverwerkers</a:t>
            </a:r>
            <a:r>
              <a:rPr lang="en-ZA" sz="2600" b="0" dirty="0"/>
              <a:t> om </a:t>
            </a:r>
            <a:r>
              <a:rPr lang="en-ZA" sz="2600" b="0" dirty="0" err="1"/>
              <a:t>netjiese</a:t>
            </a:r>
            <a:r>
              <a:rPr lang="en-ZA" sz="2600" b="0" dirty="0"/>
              <a:t> </a:t>
            </a:r>
            <a:r>
              <a:rPr lang="en-ZA" sz="2600" b="0" dirty="0" err="1"/>
              <a:t>eksamenvraestelle</a:t>
            </a:r>
            <a:r>
              <a:rPr lang="en-ZA" sz="2600" b="0" dirty="0"/>
              <a:t> </a:t>
            </a:r>
            <a:r>
              <a:rPr lang="en-ZA" sz="2600" b="0" err="1"/>
              <a:t>te</a:t>
            </a:r>
            <a:r>
              <a:rPr lang="en-ZA" sz="2600" b="0"/>
              <a:t> skep </a:t>
            </a:r>
            <a:endParaRPr lang="en-ZA" sz="2600" b="0" dirty="0"/>
          </a:p>
          <a:p>
            <a:pPr marL="360000" lvl="1" indent="-3600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sz="2600" b="0" dirty="0" err="1"/>
              <a:t>Kommunikeer</a:t>
            </a:r>
            <a:r>
              <a:rPr lang="en-ZA" sz="2600" b="0" dirty="0"/>
              <a:t> met </a:t>
            </a:r>
            <a:r>
              <a:rPr lang="en-ZA" sz="2600" b="0" dirty="0" err="1"/>
              <a:t>ouers</a:t>
            </a:r>
            <a:r>
              <a:rPr lang="en-ZA" sz="2600" b="0" dirty="0"/>
              <a:t> (e-</a:t>
            </a:r>
            <a:r>
              <a:rPr lang="en-ZA" sz="2600" b="0" dirty="0" err="1"/>
              <a:t>pos</a:t>
            </a:r>
            <a:r>
              <a:rPr lang="en-ZA" sz="2600" b="0" dirty="0"/>
              <a:t> / SMS)</a:t>
            </a:r>
          </a:p>
          <a:p>
            <a:pPr marL="360000" lvl="1" indent="-3600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sz="2600" b="0" dirty="0" err="1"/>
              <a:t>Verwerk</a:t>
            </a:r>
            <a:r>
              <a:rPr lang="en-ZA" sz="2600" b="0" dirty="0"/>
              <a:t> </a:t>
            </a:r>
            <a:r>
              <a:rPr lang="en-ZA" sz="2600" b="0" dirty="0" err="1"/>
              <a:t>punte</a:t>
            </a:r>
            <a:r>
              <a:rPr lang="en-ZA" sz="2600" b="0" dirty="0"/>
              <a:t> met ’n </a:t>
            </a:r>
            <a:r>
              <a:rPr lang="en-ZA" sz="2600" b="0" dirty="0" err="1"/>
              <a:t>sigblad</a:t>
            </a:r>
            <a:r>
              <a:rPr lang="en-ZA" sz="2600" b="0" dirty="0"/>
              <a:t> </a:t>
            </a:r>
          </a:p>
          <a:p>
            <a:pPr marL="360000" lvl="1" indent="-3600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ZA" sz="2600" b="0" dirty="0" err="1"/>
              <a:t>Bemark</a:t>
            </a:r>
            <a:r>
              <a:rPr lang="en-ZA" sz="2600" b="0" dirty="0"/>
              <a:t> die </a:t>
            </a:r>
            <a:r>
              <a:rPr lang="en-ZA" sz="2600" b="0" dirty="0" err="1"/>
              <a:t>skool</a:t>
            </a:r>
            <a:r>
              <a:rPr lang="en-ZA" sz="2600" b="0" dirty="0"/>
              <a:t> via </a:t>
            </a:r>
            <a:r>
              <a:rPr lang="en-ZA" sz="2600" b="0"/>
              <a:t>’n webwerf</a:t>
            </a:r>
            <a:endParaRPr lang="en-ZA" sz="2600" b="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2038" y="2340578"/>
            <a:ext cx="1917341" cy="2189480"/>
          </a:xfrm>
          <a:prstGeom prst="rect">
            <a:avLst/>
          </a:prstGeom>
          <a:ln>
            <a:solidFill>
              <a:schemeClr val="tx1">
                <a:lumMod val="50000"/>
              </a:schemeClr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3928" y="5827104"/>
            <a:ext cx="825499" cy="772126"/>
          </a:xfrm>
          <a:prstGeom prst="rect">
            <a:avLst/>
          </a:prstGeom>
          <a:ln>
            <a:solidFill>
              <a:schemeClr val="tx1">
                <a:lumMod val="50000"/>
              </a:schemeClr>
            </a:solidFill>
          </a:ln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6056" y="5771368"/>
            <a:ext cx="825499" cy="825499"/>
          </a:xfrm>
          <a:prstGeom prst="rect">
            <a:avLst/>
          </a:prstGeom>
          <a:ln>
            <a:solidFill>
              <a:schemeClr val="tx1">
                <a:lumMod val="50000"/>
              </a:schemeClr>
            </a:solidFill>
          </a:ln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8184" y="4791739"/>
            <a:ext cx="2661195" cy="1798554"/>
          </a:xfrm>
          <a:prstGeom prst="rect">
            <a:avLst/>
          </a:prstGeom>
          <a:ln>
            <a:solidFill>
              <a:schemeClr val="tx1">
                <a:lumMod val="50000"/>
              </a:schemeClr>
            </a:solidFill>
          </a:ln>
        </p:spPr>
      </p:pic>
      <p:sp>
        <p:nvSpPr>
          <p:cNvPr id="13" name="Action Button: Home 14">
            <a:hlinkClick r:id="rId7" action="ppaction://hlinksldjump" highlightClick="1"/>
          </p:cNvPr>
          <p:cNvSpPr/>
          <p:nvPr/>
        </p:nvSpPr>
        <p:spPr bwMode="auto">
          <a:xfrm>
            <a:off x="11430" y="6297890"/>
            <a:ext cx="531639" cy="548680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noFill/>
          <a:scene3d>
            <a:camera prst="orthographicFront"/>
            <a:lightRig rig="threePt" dir="t"/>
          </a:scene3d>
          <a:sp3d>
            <a:bevelT/>
          </a:sp3d>
        </p:spPr>
        <p:txBody>
          <a:bodyPr/>
          <a:lstStyle/>
          <a:p>
            <a:r>
              <a:rPr lang="en-ZA" sz="4000" dirty="0" err="1"/>
              <a:t>Impak</a:t>
            </a:r>
            <a:r>
              <a:rPr lang="en-ZA" sz="4000" dirty="0"/>
              <a:t> op </a:t>
            </a:r>
            <a:r>
              <a:rPr lang="en-ZA" sz="4000" dirty="0" err="1"/>
              <a:t>onderwys</a:t>
            </a:r>
            <a:endParaRPr lang="en-ZA" sz="4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8" name="TextBox 7"/>
          <p:cNvSpPr txBox="1"/>
          <p:nvPr/>
        </p:nvSpPr>
        <p:spPr>
          <a:xfrm>
            <a:off x="1833716" y="1484784"/>
            <a:ext cx="6338684" cy="52322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en-ZA" sz="280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IKT </a:t>
            </a:r>
            <a:r>
              <a:rPr lang="en-ZA" sz="2800" dirty="0" err="1">
                <a:solidFill>
                  <a:srgbClr val="FF0000"/>
                </a:solidFill>
                <a:latin typeface="+mj-lt"/>
                <a:ea typeface="+mj-ea"/>
                <a:cs typeface="+mj-cs"/>
              </a:rPr>
              <a:t>gebruik</a:t>
            </a:r>
            <a:r>
              <a:rPr lang="en-ZA" sz="280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ZA" sz="2800" dirty="0" err="1">
                <a:solidFill>
                  <a:srgbClr val="FF0000"/>
                </a:solidFill>
                <a:latin typeface="+mj-lt"/>
                <a:ea typeface="+mj-ea"/>
                <a:cs typeface="+mj-cs"/>
              </a:rPr>
              <a:t>deur</a:t>
            </a:r>
            <a:r>
              <a:rPr lang="en-ZA" sz="280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ZA" sz="2800" dirty="0" err="1">
                <a:solidFill>
                  <a:srgbClr val="FF0000"/>
                </a:solidFill>
                <a:latin typeface="+mj-lt"/>
                <a:ea typeface="+mj-ea"/>
                <a:cs typeface="+mj-cs"/>
              </a:rPr>
              <a:t>onderwysers</a:t>
            </a:r>
            <a:endParaRPr lang="en-ZA" sz="360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3073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66864" y="4365104"/>
            <a:ext cx="2747659" cy="2061154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</p:pic>
      <p:sp>
        <p:nvSpPr>
          <p:cNvPr id="3077" name="Rectangle 5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17" name="Picture 16" descr="projector.JPG"/>
          <p:cNvPicPr>
            <a:picLocks noChangeAspect="1"/>
          </p:cNvPicPr>
          <p:nvPr/>
        </p:nvPicPr>
        <p:blipFill>
          <a:blip r:embed="rId4" cstate="print"/>
          <a:srcRect l="5618" t="25094" r="19101" b="11985"/>
          <a:stretch>
            <a:fillRect/>
          </a:stretch>
        </p:blipFill>
        <p:spPr>
          <a:xfrm>
            <a:off x="6166864" y="2490559"/>
            <a:ext cx="2747659" cy="1722413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</p:pic>
      <p:sp>
        <p:nvSpPr>
          <p:cNvPr id="3" name="Rectangle 2"/>
          <p:cNvSpPr/>
          <p:nvPr/>
        </p:nvSpPr>
        <p:spPr>
          <a:xfrm>
            <a:off x="469524" y="2564904"/>
            <a:ext cx="5398620" cy="39857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32000" lvl="0" indent="-432000">
              <a:spcAft>
                <a:spcPts val="1800"/>
              </a:spcAft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GB" sz="2600" b="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Dataprojektors</a:t>
            </a:r>
            <a:endParaRPr lang="en-ZA" sz="2600" b="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32000" lvl="0" indent="-432000">
              <a:spcAft>
                <a:spcPts val="1800"/>
              </a:spcAft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GB" sz="2600" b="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Elektroniese</a:t>
            </a:r>
            <a:r>
              <a:rPr lang="en-GB" sz="2600" b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’</a:t>
            </a:r>
            <a:r>
              <a:rPr lang="en-GB" sz="2600" b="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witborde</a:t>
            </a:r>
            <a:r>
              <a:rPr lang="en-GB" sz="2600" b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’</a:t>
            </a:r>
            <a:endParaRPr lang="en-ZA" sz="2600" b="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32000" lvl="0" indent="-432000">
              <a:spcAft>
                <a:spcPts val="1800"/>
              </a:spcAft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GB" sz="2600" b="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Lesse</a:t>
            </a:r>
            <a:r>
              <a:rPr lang="en-GB" sz="2600" b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GB" sz="2600" b="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en</a:t>
            </a:r>
            <a:r>
              <a:rPr lang="en-GB" sz="2600" b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GB" sz="2600" b="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werkstukke</a:t>
            </a:r>
            <a:endParaRPr lang="en-ZA" sz="2600" b="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32000" lvl="0" indent="-432000">
              <a:spcAft>
                <a:spcPts val="1800"/>
              </a:spcAft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GB" sz="2600" b="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Gespesialiseerde</a:t>
            </a:r>
            <a:r>
              <a:rPr lang="en-GB" sz="2600" b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programme </a:t>
            </a:r>
            <a:r>
              <a:rPr lang="en-GB" sz="2600" b="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vir</a:t>
            </a:r>
            <a:r>
              <a:rPr lang="en-GB" sz="2600" b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die </a:t>
            </a:r>
            <a:r>
              <a:rPr lang="en-GB" sz="2600" b="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gebruik</a:t>
            </a:r>
            <a:r>
              <a:rPr lang="en-GB" sz="2600" b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in </a:t>
            </a:r>
            <a:r>
              <a:rPr lang="en-GB" sz="2600" b="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geografiese</a:t>
            </a:r>
            <a:r>
              <a:rPr lang="en-GB" sz="2600" b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GB" sz="2600" b="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inligtingstelsels</a:t>
            </a:r>
            <a:r>
              <a:rPr lang="en-GB" sz="2600" b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(GIS), </a:t>
            </a:r>
            <a:r>
              <a:rPr lang="en-GB" sz="2600" b="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wetenskaplike</a:t>
            </a:r>
            <a:r>
              <a:rPr lang="en-GB" sz="2600" b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GB" sz="2600" b="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eksperimente</a:t>
            </a:r>
            <a:r>
              <a:rPr lang="en-GB" sz="2600" b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en-GB" sz="2600" b="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ens.</a:t>
            </a:r>
            <a:endParaRPr lang="en-ZA" sz="2600" b="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2" name="Action Button: Home 14">
            <a:hlinkClick r:id="rId5" action="ppaction://hlinksldjump" highlightClick="1"/>
          </p:cNvPr>
          <p:cNvSpPr/>
          <p:nvPr/>
        </p:nvSpPr>
        <p:spPr bwMode="auto">
          <a:xfrm>
            <a:off x="11430" y="6297890"/>
            <a:ext cx="531639" cy="548680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0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0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0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noFill/>
          <a:scene3d>
            <a:camera prst="orthographicFront"/>
            <a:lightRig rig="threePt" dir="t"/>
          </a:scene3d>
          <a:sp3d>
            <a:bevelT/>
          </a:sp3d>
        </p:spPr>
        <p:txBody>
          <a:bodyPr/>
          <a:lstStyle/>
          <a:p>
            <a:r>
              <a:rPr lang="en-ZA" sz="4000" dirty="0" err="1"/>
              <a:t>Impak</a:t>
            </a:r>
            <a:r>
              <a:rPr lang="en-ZA" sz="4000" dirty="0"/>
              <a:t> op </a:t>
            </a:r>
            <a:r>
              <a:rPr lang="en-ZA" sz="4000" dirty="0" err="1"/>
              <a:t>onderwys</a:t>
            </a:r>
            <a:endParaRPr lang="en-ZA" sz="40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8" name="TextBox 7"/>
          <p:cNvSpPr txBox="1"/>
          <p:nvPr/>
        </p:nvSpPr>
        <p:spPr>
          <a:xfrm>
            <a:off x="2194570" y="1484784"/>
            <a:ext cx="5905822" cy="52322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en-ZA" sz="280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IKT </a:t>
            </a:r>
            <a:r>
              <a:rPr lang="en-ZA" sz="2800" dirty="0" err="1">
                <a:solidFill>
                  <a:srgbClr val="FF0000"/>
                </a:solidFill>
                <a:latin typeface="+mj-lt"/>
                <a:ea typeface="+mj-ea"/>
                <a:cs typeface="+mj-cs"/>
              </a:rPr>
              <a:t>gebruik</a:t>
            </a:r>
            <a:r>
              <a:rPr lang="en-ZA" sz="280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ZA" sz="2800" dirty="0" err="1">
                <a:solidFill>
                  <a:srgbClr val="FF0000"/>
                </a:solidFill>
                <a:latin typeface="+mj-lt"/>
                <a:ea typeface="+mj-ea"/>
                <a:cs typeface="+mj-cs"/>
              </a:rPr>
              <a:t>deur</a:t>
            </a:r>
            <a:r>
              <a:rPr lang="en-ZA" sz="280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ZA" sz="2800" dirty="0" err="1">
                <a:solidFill>
                  <a:srgbClr val="FF0000"/>
                </a:solidFill>
                <a:latin typeface="+mj-lt"/>
                <a:ea typeface="+mj-ea"/>
                <a:cs typeface="+mj-cs"/>
              </a:rPr>
              <a:t>leerders</a:t>
            </a:r>
            <a:r>
              <a:rPr lang="en-ZA" sz="280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 (1)</a:t>
            </a:r>
          </a:p>
        </p:txBody>
      </p:sp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077" name="Rectangle 5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95536" y="2565722"/>
            <a:ext cx="6048673" cy="35086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32000" lvl="0" indent="-432000">
              <a:spcAft>
                <a:spcPts val="1200"/>
              </a:spcAft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GB" sz="2600" b="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Verkry</a:t>
            </a:r>
            <a:r>
              <a:rPr lang="en-GB" sz="2600" b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GB" sz="2600" b="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inligting</a:t>
            </a:r>
            <a:r>
              <a:rPr lang="en-GB" sz="2600" b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van </a:t>
            </a:r>
            <a:r>
              <a:rPr lang="en-GB" sz="2600" b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die internet</a:t>
            </a:r>
            <a:endParaRPr lang="en-ZA" sz="2600" b="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32000" lvl="0" indent="-432000">
              <a:spcAft>
                <a:spcPts val="1200"/>
              </a:spcAft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GB" sz="2600" b="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Verwerk</a:t>
            </a:r>
            <a:r>
              <a:rPr lang="en-GB" sz="2600" b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data in </a:t>
            </a:r>
            <a:r>
              <a:rPr lang="en-GB" sz="2600" b="0" i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Excel</a:t>
            </a:r>
            <a:endParaRPr lang="en-ZA" sz="2600" b="0" i="1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32000" lvl="0" indent="-432000">
              <a:spcAft>
                <a:spcPts val="1200"/>
              </a:spcAft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GB" sz="2600" b="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Tik</a:t>
            </a:r>
            <a:r>
              <a:rPr lang="en-GB" sz="2600" b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GB" sz="2600" b="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netjiese</a:t>
            </a:r>
            <a:r>
              <a:rPr lang="en-GB" sz="2600" b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take in </a:t>
            </a:r>
            <a:r>
              <a:rPr lang="en-GB" sz="2600" b="0" i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Word</a:t>
            </a:r>
            <a:endParaRPr lang="en-ZA" sz="2600" b="0" i="1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32000" lvl="0" indent="-432000">
              <a:spcAft>
                <a:spcPts val="1200"/>
              </a:spcAft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GB" sz="2600" b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Skep </a:t>
            </a:r>
            <a:r>
              <a:rPr lang="en-GB" sz="2600" b="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diagramme</a:t>
            </a:r>
            <a:r>
              <a:rPr lang="en-GB" sz="2600" b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GB" sz="2600" b="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deur</a:t>
            </a:r>
            <a:r>
              <a:rPr lang="en-GB" sz="2600" b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br>
              <a:rPr lang="en-GB" sz="2600" b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r>
              <a:rPr lang="en-GB" sz="2600" b="0" i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Paint</a:t>
            </a:r>
            <a:r>
              <a:rPr lang="en-GB" sz="2600" b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/ </a:t>
            </a:r>
            <a:r>
              <a:rPr lang="en-GB" sz="2600" b="0" i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SmartArt </a:t>
            </a:r>
            <a:r>
              <a:rPr lang="en-GB" sz="2600" b="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te</a:t>
            </a:r>
            <a:r>
              <a:rPr lang="en-GB" sz="2600" b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GB" sz="2600" b="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gebruik</a:t>
            </a:r>
            <a:endParaRPr lang="en-ZA" sz="2600" b="0" i="1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32000" lvl="0" indent="-432000">
              <a:spcAft>
                <a:spcPts val="1200"/>
              </a:spcAft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GB" sz="2600" b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Neem </a:t>
            </a:r>
            <a:r>
              <a:rPr lang="en-GB" sz="2600" b="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foto’s</a:t>
            </a:r>
            <a:r>
              <a:rPr lang="en-GB" sz="2600" b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GB" sz="2600" b="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en</a:t>
            </a:r>
            <a:r>
              <a:rPr lang="en-GB" sz="2600" b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GB" sz="2600" b="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onderhou</a:t>
            </a:r>
            <a:r>
              <a:rPr lang="en-GB" sz="2600" b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-</a:t>
            </a:r>
            <a:br>
              <a:rPr lang="en-GB" sz="2600" b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r>
              <a:rPr lang="en-GB" sz="2600" b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de met </a:t>
            </a:r>
            <a:r>
              <a:rPr lang="en-GB" sz="2600" b="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slimfone</a:t>
            </a:r>
            <a:r>
              <a:rPr lang="en-GB" sz="2600" b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op, </a:t>
            </a:r>
            <a:r>
              <a:rPr lang="en-GB" sz="2600" b="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ens.</a:t>
            </a:r>
            <a:r>
              <a:rPr lang="en-GB" sz="2600" b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endParaRPr lang="en-ZA" sz="2600" b="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2040" y="4005064"/>
            <a:ext cx="3960440" cy="2646640"/>
          </a:xfrm>
          <a:prstGeom prst="rect">
            <a:avLst/>
          </a:prstGeom>
          <a:ln>
            <a:solidFill>
              <a:schemeClr val="tx1">
                <a:lumMod val="50000"/>
              </a:schemeClr>
            </a:solidFill>
          </a:ln>
        </p:spPr>
      </p:pic>
      <p:sp>
        <p:nvSpPr>
          <p:cNvPr id="11" name="Action Button: Home 14">
            <a:hlinkClick r:id="rId4" action="ppaction://hlinksldjump" highlightClick="1"/>
          </p:cNvPr>
          <p:cNvSpPr/>
          <p:nvPr/>
        </p:nvSpPr>
        <p:spPr bwMode="auto">
          <a:xfrm>
            <a:off x="11430" y="6297890"/>
            <a:ext cx="531639" cy="548680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5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077" name="Rectangle 5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67544" y="2708920"/>
            <a:ext cx="5976664" cy="36009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32000" lvl="0" indent="-432000">
              <a:spcAft>
                <a:spcPts val="1200"/>
              </a:spcAft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GB" sz="2600" b="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Kyk</a:t>
            </a:r>
            <a:r>
              <a:rPr lang="en-GB" sz="2600" b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video’s wat </a:t>
            </a:r>
            <a:r>
              <a:rPr lang="en-GB" sz="2600" b="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verduidelik</a:t>
            </a:r>
            <a:r>
              <a:rPr lang="en-GB" sz="2600" b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hoe om </a:t>
            </a:r>
            <a:r>
              <a:rPr lang="en-GB" sz="2600" b="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praktiese</a:t>
            </a:r>
            <a:r>
              <a:rPr lang="en-GB" sz="2600" b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take in RTT </a:t>
            </a:r>
            <a:r>
              <a:rPr lang="en-GB" sz="2600" b="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te</a:t>
            </a:r>
            <a:r>
              <a:rPr lang="en-GB" sz="2600" b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GB" sz="2600" b="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doen</a:t>
            </a:r>
            <a:endParaRPr lang="en-ZA" sz="2600" b="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32000" lvl="0" indent="-432000">
              <a:spcAft>
                <a:spcPts val="1200"/>
              </a:spcAft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GB" sz="2600" b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Gebruk</a:t>
            </a:r>
            <a:r>
              <a:rPr lang="en-GB" sz="2600" b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sosialenetwerktuistes </a:t>
            </a:r>
            <a:r>
              <a:rPr lang="en-GB" sz="2600" b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om </a:t>
            </a:r>
            <a:r>
              <a:rPr lang="en-GB" sz="2600" b="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saam</a:t>
            </a:r>
            <a:r>
              <a:rPr lang="en-GB" sz="2600" b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met </a:t>
            </a:r>
            <a:r>
              <a:rPr lang="en-GB" sz="2600" b="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ander</a:t>
            </a:r>
            <a:r>
              <a:rPr lang="en-GB" sz="2600" b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GB" sz="2600" b="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aan</a:t>
            </a:r>
            <a:r>
              <a:rPr lang="en-GB" sz="2600" b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GB" sz="2600" b="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projekte</a:t>
            </a:r>
            <a:r>
              <a:rPr lang="en-GB" sz="2600" b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GB" sz="2600" b="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te</a:t>
            </a:r>
            <a:r>
              <a:rPr lang="en-GB" sz="2600" b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GB" sz="2600" b="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werk</a:t>
            </a:r>
            <a:endParaRPr lang="en-ZA" sz="2600" b="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32000" lvl="0" indent="-432000">
              <a:spcAft>
                <a:spcPts val="1200"/>
              </a:spcAft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GB" sz="2600" b="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Gebruik</a:t>
            </a:r>
            <a:r>
              <a:rPr lang="en-GB" sz="2600" b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’n </a:t>
            </a:r>
            <a:r>
              <a:rPr lang="en-GB" sz="2600" b="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tikprogram</a:t>
            </a:r>
            <a:r>
              <a:rPr lang="en-GB" sz="2600" b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of ’n </a:t>
            </a:r>
            <a:r>
              <a:rPr lang="en-GB" sz="2600" b="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Wiskundeprogram</a:t>
            </a:r>
            <a:r>
              <a:rPr lang="en-GB" sz="2600" b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GB" sz="2600" b="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vir</a:t>
            </a:r>
            <a:r>
              <a:rPr lang="en-GB" sz="2600" b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GB" sz="2600" b="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inoefening</a:t>
            </a:r>
            <a:r>
              <a:rPr lang="en-GB" sz="2600" b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van </a:t>
            </a:r>
            <a:r>
              <a:rPr lang="en-GB" sz="2600" b="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vaardighede</a:t>
            </a:r>
            <a:endParaRPr lang="en-ZA" sz="2600" b="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2" name="Action Button: Home 14">
            <a:hlinkClick r:id="rId3" action="ppaction://hlinksldjump" highlightClick="1"/>
          </p:cNvPr>
          <p:cNvSpPr/>
          <p:nvPr/>
        </p:nvSpPr>
        <p:spPr bwMode="auto">
          <a:xfrm>
            <a:off x="11430" y="6297890"/>
            <a:ext cx="531639" cy="548680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0973" y="2852936"/>
            <a:ext cx="1335254" cy="3103802"/>
          </a:xfrm>
          <a:prstGeom prst="rect">
            <a:avLst/>
          </a:prstGeom>
        </p:spPr>
      </p:pic>
      <p:sp>
        <p:nvSpPr>
          <p:cNvPr id="15" name="Rectangle 2"/>
          <p:cNvSpPr>
            <a:spLocks noGrp="1" noChangeArrowheads="1"/>
          </p:cNvSpPr>
          <p:nvPr>
            <p:ph type="title"/>
          </p:nvPr>
        </p:nvSpPr>
        <p:spPr>
          <a:xfrm>
            <a:off x="531639" y="753228"/>
            <a:ext cx="6896534" cy="1080938"/>
          </a:xfrm>
          <a:noFill/>
          <a:scene3d>
            <a:camera prst="orthographicFront"/>
            <a:lightRig rig="threePt" dir="t"/>
          </a:scene3d>
          <a:sp3d>
            <a:bevelT/>
          </a:sp3d>
        </p:spPr>
        <p:txBody>
          <a:bodyPr/>
          <a:lstStyle/>
          <a:p>
            <a:r>
              <a:rPr lang="en-ZA" sz="4000" dirty="0" err="1"/>
              <a:t>Impak</a:t>
            </a:r>
            <a:r>
              <a:rPr lang="en-ZA" sz="4000" dirty="0"/>
              <a:t> op </a:t>
            </a:r>
            <a:r>
              <a:rPr lang="en-ZA" sz="4000" dirty="0" err="1"/>
              <a:t>onderwys</a:t>
            </a:r>
            <a:endParaRPr lang="en-ZA" sz="4000" dirty="0"/>
          </a:p>
        </p:txBody>
      </p:sp>
      <p:sp>
        <p:nvSpPr>
          <p:cNvPr id="16" name="TextBox 15"/>
          <p:cNvSpPr txBox="1"/>
          <p:nvPr/>
        </p:nvSpPr>
        <p:spPr>
          <a:xfrm>
            <a:off x="2194570" y="1484784"/>
            <a:ext cx="5905822" cy="52322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en-ZA" sz="280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IKT </a:t>
            </a:r>
            <a:r>
              <a:rPr lang="en-ZA" sz="2800" dirty="0" err="1">
                <a:solidFill>
                  <a:srgbClr val="FF0000"/>
                </a:solidFill>
                <a:latin typeface="+mj-lt"/>
                <a:ea typeface="+mj-ea"/>
                <a:cs typeface="+mj-cs"/>
              </a:rPr>
              <a:t>gebruik</a:t>
            </a:r>
            <a:r>
              <a:rPr lang="en-ZA" sz="280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ZA" sz="2800" dirty="0" err="1">
                <a:solidFill>
                  <a:srgbClr val="FF0000"/>
                </a:solidFill>
                <a:latin typeface="+mj-lt"/>
                <a:ea typeface="+mj-ea"/>
                <a:cs typeface="+mj-cs"/>
              </a:rPr>
              <a:t>deur</a:t>
            </a:r>
            <a:r>
              <a:rPr lang="en-ZA" sz="280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ZA" sz="2800" dirty="0" err="1">
                <a:solidFill>
                  <a:srgbClr val="FF0000"/>
                </a:solidFill>
                <a:latin typeface="+mj-lt"/>
                <a:ea typeface="+mj-ea"/>
                <a:cs typeface="+mj-cs"/>
              </a:rPr>
              <a:t>leerders</a:t>
            </a:r>
            <a:r>
              <a:rPr lang="en-ZA" sz="280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 (2)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noFill/>
          <a:scene3d>
            <a:camera prst="orthographicFront"/>
            <a:lightRig rig="threePt" dir="t"/>
          </a:scene3d>
          <a:sp3d>
            <a:bevelT/>
          </a:sp3d>
        </p:spPr>
        <p:txBody>
          <a:bodyPr/>
          <a:lstStyle/>
          <a:p>
            <a:r>
              <a:rPr lang="en-ZA" sz="4000" dirty="0" err="1"/>
              <a:t>Rekenaarmisdadigers</a:t>
            </a:r>
            <a:r>
              <a:rPr lang="en-ZA" sz="4000" dirty="0"/>
              <a:t>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8" name="TextBox 7"/>
          <p:cNvSpPr txBox="1"/>
          <p:nvPr/>
        </p:nvSpPr>
        <p:spPr>
          <a:xfrm>
            <a:off x="3995936" y="1441130"/>
            <a:ext cx="3679436" cy="584775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en-ZA" sz="3200">
                <a:solidFill>
                  <a:srgbClr val="FF0000"/>
                </a:solidFill>
                <a:latin typeface="+mn-lt"/>
                <a:ea typeface="+mj-ea"/>
                <a:cs typeface="+mj-cs"/>
              </a:rPr>
              <a:t>Identiteitsdiefstal</a:t>
            </a:r>
            <a:endParaRPr lang="en-ZA" sz="3200" dirty="0">
              <a:solidFill>
                <a:srgbClr val="FF0000"/>
              </a:solidFill>
              <a:latin typeface="+mn-lt"/>
              <a:ea typeface="+mj-ea"/>
              <a:cs typeface="+mj-cs"/>
            </a:endParaRPr>
          </a:p>
        </p:txBody>
      </p:sp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12" name="Rectangle 11"/>
          <p:cNvSpPr/>
          <p:nvPr/>
        </p:nvSpPr>
        <p:spPr>
          <a:xfrm>
            <a:off x="277248" y="2204864"/>
            <a:ext cx="825519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ZA" sz="2800" dirty="0" err="1">
                <a:solidFill>
                  <a:schemeClr val="bg1"/>
                </a:solidFill>
                <a:latin typeface="+mn-lt"/>
              </a:rPr>
              <a:t>Hoekom</a:t>
            </a:r>
            <a:r>
              <a:rPr lang="en-ZA" sz="2800" dirty="0">
                <a:solidFill>
                  <a:schemeClr val="bg1"/>
                </a:solidFill>
                <a:latin typeface="+mn-lt"/>
              </a:rPr>
              <a:t> </a:t>
            </a:r>
            <a:r>
              <a:rPr lang="en-ZA" sz="2800" dirty="0" err="1">
                <a:solidFill>
                  <a:schemeClr val="bg1"/>
                </a:solidFill>
                <a:latin typeface="+mn-lt"/>
              </a:rPr>
              <a:t>probeer</a:t>
            </a:r>
            <a:r>
              <a:rPr lang="en-ZA" sz="2800" dirty="0">
                <a:solidFill>
                  <a:schemeClr val="bg1"/>
                </a:solidFill>
                <a:latin typeface="+mn-lt"/>
              </a:rPr>
              <a:t> </a:t>
            </a:r>
            <a:r>
              <a:rPr lang="en-ZA" sz="2800" dirty="0" err="1">
                <a:solidFill>
                  <a:schemeClr val="bg1"/>
                </a:solidFill>
                <a:latin typeface="+mn-lt"/>
              </a:rPr>
              <a:t>hulle</a:t>
            </a:r>
            <a:r>
              <a:rPr lang="en-ZA" sz="2800" dirty="0">
                <a:solidFill>
                  <a:schemeClr val="bg1"/>
                </a:solidFill>
                <a:latin typeface="+mn-lt"/>
              </a:rPr>
              <a:t> om ’n </a:t>
            </a:r>
            <a:r>
              <a:rPr lang="en-ZA" sz="2800" dirty="0" err="1">
                <a:solidFill>
                  <a:schemeClr val="bg1"/>
                </a:solidFill>
                <a:latin typeface="+mn-lt"/>
              </a:rPr>
              <a:t>identiteit</a:t>
            </a:r>
            <a:r>
              <a:rPr lang="en-ZA" sz="2800" dirty="0">
                <a:solidFill>
                  <a:schemeClr val="bg1"/>
                </a:solidFill>
                <a:latin typeface="+mn-lt"/>
              </a:rPr>
              <a:t> </a:t>
            </a:r>
            <a:r>
              <a:rPr lang="en-ZA" sz="2800" dirty="0" err="1">
                <a:solidFill>
                  <a:schemeClr val="bg1"/>
                </a:solidFill>
                <a:latin typeface="+mn-lt"/>
              </a:rPr>
              <a:t>te</a:t>
            </a:r>
            <a:r>
              <a:rPr lang="en-ZA" sz="2800" dirty="0">
                <a:solidFill>
                  <a:schemeClr val="bg1"/>
                </a:solidFill>
                <a:latin typeface="+mn-lt"/>
              </a:rPr>
              <a:t> steel?</a:t>
            </a:r>
          </a:p>
        </p:txBody>
      </p:sp>
      <p:sp>
        <p:nvSpPr>
          <p:cNvPr id="2" name="Rectangle 1"/>
          <p:cNvSpPr/>
          <p:nvPr/>
        </p:nvSpPr>
        <p:spPr>
          <a:xfrm>
            <a:off x="560586" y="2979817"/>
            <a:ext cx="6102012" cy="31854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32000" lvl="0" indent="-432000">
              <a:spcAft>
                <a:spcPts val="1800"/>
              </a:spcAft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GB" sz="2600" b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om </a:t>
            </a:r>
            <a:r>
              <a:rPr lang="en-GB" sz="2600" b="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toegang</a:t>
            </a:r>
            <a:r>
              <a:rPr lang="en-GB" sz="2600" b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tot </a:t>
            </a:r>
            <a:r>
              <a:rPr lang="en-GB" sz="2600" b="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geheime</a:t>
            </a:r>
            <a:r>
              <a:rPr lang="en-GB" sz="2600" b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GB" sz="2600" b="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dokumente</a:t>
            </a:r>
            <a:r>
              <a:rPr lang="en-GB" sz="2600" b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/ </a:t>
            </a:r>
            <a:r>
              <a:rPr lang="en-GB" sz="2600" b="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waardevolle</a:t>
            </a:r>
            <a:r>
              <a:rPr lang="en-GB" sz="2600" b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GB" sz="2600" b="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inligting</a:t>
            </a:r>
            <a:r>
              <a:rPr lang="en-GB" sz="2600" b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/ </a:t>
            </a:r>
            <a:r>
              <a:rPr lang="en-GB" sz="2600" b="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jou</a:t>
            </a:r>
            <a:r>
              <a:rPr lang="en-GB" sz="2600" b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geld </a:t>
            </a:r>
            <a:r>
              <a:rPr lang="en-GB" sz="2600" b="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te</a:t>
            </a:r>
            <a:r>
              <a:rPr lang="en-GB" sz="2600" b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GB" sz="2600" b="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kry</a:t>
            </a:r>
            <a:endParaRPr lang="en-ZA" sz="2600" b="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32000" lvl="0" indent="-432000">
              <a:spcAft>
                <a:spcPts val="1800"/>
              </a:spcAft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GB" sz="2600" b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om </a:t>
            </a:r>
            <a:r>
              <a:rPr lang="en-GB" sz="2600" b="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krediet</a:t>
            </a:r>
            <a:r>
              <a:rPr lang="en-GB" sz="2600" b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of </a:t>
            </a:r>
            <a:r>
              <a:rPr lang="en-GB" sz="2600" b="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lenings</a:t>
            </a:r>
            <a:r>
              <a:rPr lang="en-GB" sz="2600" b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GB" sz="2600" b="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te</a:t>
            </a:r>
            <a:r>
              <a:rPr lang="en-GB" sz="2600" b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GB" sz="2600" b="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kry</a:t>
            </a:r>
            <a:r>
              <a:rPr lang="en-GB" sz="2600" b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of </a:t>
            </a:r>
            <a:r>
              <a:rPr lang="en-GB" sz="2600" b="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goedere</a:t>
            </a:r>
            <a:r>
              <a:rPr lang="en-GB" sz="2600" b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GB" sz="2600" b="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te</a:t>
            </a:r>
            <a:r>
              <a:rPr lang="en-GB" sz="2600" b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GB" sz="2600" b="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koop</a:t>
            </a:r>
            <a:endParaRPr lang="en-ZA" sz="2600" b="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32000" lvl="0" indent="-432000">
              <a:spcAft>
                <a:spcPts val="1800"/>
              </a:spcAft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GB" sz="2600" b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om </a:t>
            </a:r>
            <a:r>
              <a:rPr lang="en-GB" sz="2600" b="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valse</a:t>
            </a:r>
            <a:r>
              <a:rPr lang="en-GB" sz="2600" b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GB" sz="2600" b="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inligting</a:t>
            </a:r>
            <a:r>
              <a:rPr lang="en-GB" sz="2600" b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GB" sz="2600" b="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te</a:t>
            </a:r>
            <a:r>
              <a:rPr lang="en-GB" sz="2600" b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GB" sz="2600" b="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versprei</a:t>
            </a:r>
            <a:endParaRPr lang="en-ZA" sz="2600" b="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32000" lvl="0" indent="-432000">
              <a:spcAft>
                <a:spcPts val="1800"/>
              </a:spcAft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GB" sz="2600" b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om ’n </a:t>
            </a:r>
            <a:r>
              <a:rPr lang="en-GB" sz="2600" b="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misdaad</a:t>
            </a:r>
            <a:r>
              <a:rPr lang="en-GB" sz="2600" b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GB" sz="2600" b="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te</a:t>
            </a:r>
            <a:r>
              <a:rPr lang="en-GB" sz="2600" b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GB" sz="2600" b="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pleeg</a:t>
            </a:r>
            <a:endParaRPr lang="en-ZA" sz="2600" b="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6662598" y="4037584"/>
            <a:ext cx="2016224" cy="2343744"/>
            <a:chOff x="7092280" y="4293096"/>
            <a:chExt cx="1440160" cy="2088232"/>
          </a:xfrm>
        </p:grpSpPr>
        <p:sp>
          <p:nvSpPr>
            <p:cNvPr id="3" name="Oval 2"/>
            <p:cNvSpPr/>
            <p:nvPr/>
          </p:nvSpPr>
          <p:spPr>
            <a:xfrm>
              <a:off x="7092280" y="4293096"/>
              <a:ext cx="1440160" cy="2088232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shade val="30000"/>
                    <a:satMod val="115000"/>
                  </a:schemeClr>
                </a:gs>
                <a:gs pos="50000">
                  <a:schemeClr val="tx1">
                    <a:shade val="67500"/>
                    <a:satMod val="115000"/>
                  </a:schemeClr>
                </a:gs>
                <a:gs pos="100000">
                  <a:schemeClr val="tx1">
                    <a:shade val="100000"/>
                    <a:satMod val="115000"/>
                  </a:schemeClr>
                </a:gs>
              </a:gsLst>
              <a:lin ang="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5" name="Teardrop 4"/>
            <p:cNvSpPr/>
            <p:nvPr/>
          </p:nvSpPr>
          <p:spPr>
            <a:xfrm>
              <a:off x="7930889" y="5071267"/>
              <a:ext cx="432048" cy="229206"/>
            </a:xfrm>
            <a:prstGeom prst="teardrop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11" name="Teardrop 10"/>
            <p:cNvSpPr/>
            <p:nvPr/>
          </p:nvSpPr>
          <p:spPr>
            <a:xfrm flipH="1">
              <a:off x="7308304" y="5072002"/>
              <a:ext cx="432048" cy="229206"/>
            </a:xfrm>
            <a:prstGeom prst="teardrop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6" name="Rectangle 5"/>
            <p:cNvSpPr/>
            <p:nvPr/>
          </p:nvSpPr>
          <p:spPr>
            <a:xfrm>
              <a:off x="7596336" y="5741285"/>
              <a:ext cx="550577" cy="216024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sp>
        <p:nvSpPr>
          <p:cNvPr id="14" name="Action Button: Home 14">
            <a:hlinkClick r:id="rId3" action="ppaction://hlinksldjump" highlightClick="1"/>
          </p:cNvPr>
          <p:cNvSpPr/>
          <p:nvPr/>
        </p:nvSpPr>
        <p:spPr bwMode="auto">
          <a:xfrm>
            <a:off x="11430" y="6297890"/>
            <a:ext cx="531639" cy="548680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noFill/>
          <a:scene3d>
            <a:camera prst="orthographicFront"/>
            <a:lightRig rig="threePt" dir="t"/>
          </a:scene3d>
          <a:sp3d>
            <a:bevelT/>
          </a:sp3d>
        </p:spPr>
        <p:txBody>
          <a:bodyPr/>
          <a:lstStyle/>
          <a:p>
            <a:r>
              <a:rPr lang="en-ZA" sz="4000" dirty="0" err="1"/>
              <a:t>Rekenaarmisdadigers</a:t>
            </a:r>
            <a:endParaRPr lang="en-ZA" sz="400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/>
          </a:p>
        </p:txBody>
      </p:sp>
      <p:sp>
        <p:nvSpPr>
          <p:cNvPr id="8" name="TextBox 7"/>
          <p:cNvSpPr txBox="1"/>
          <p:nvPr/>
        </p:nvSpPr>
        <p:spPr>
          <a:xfrm>
            <a:off x="1187624" y="1402705"/>
            <a:ext cx="8143932" cy="646331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en-ZA" sz="3600" i="1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Scammers</a:t>
            </a:r>
            <a:r>
              <a:rPr lang="en-ZA" sz="360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 / </a:t>
            </a:r>
            <a:r>
              <a:rPr lang="en-ZA" sz="3600" i="1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Phishers</a:t>
            </a:r>
          </a:p>
        </p:txBody>
      </p:sp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 dirty="0"/>
          </a:p>
        </p:txBody>
      </p:sp>
      <p:sp>
        <p:nvSpPr>
          <p:cNvPr id="19" name="Rectangle 18"/>
          <p:cNvSpPr/>
          <p:nvPr/>
        </p:nvSpPr>
        <p:spPr>
          <a:xfrm>
            <a:off x="284376" y="2185700"/>
            <a:ext cx="685957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ZA" sz="2800" dirty="0">
                <a:solidFill>
                  <a:schemeClr val="bg1"/>
                </a:solidFill>
                <a:latin typeface="+mn-lt"/>
              </a:rPr>
              <a:t>Hoe </a:t>
            </a:r>
            <a:r>
              <a:rPr lang="en-ZA" sz="2800" dirty="0" err="1">
                <a:solidFill>
                  <a:schemeClr val="bg1"/>
                </a:solidFill>
                <a:latin typeface="+mn-lt"/>
              </a:rPr>
              <a:t>probeer</a:t>
            </a:r>
            <a:r>
              <a:rPr lang="en-ZA" sz="2800" dirty="0">
                <a:solidFill>
                  <a:schemeClr val="bg1"/>
                </a:solidFill>
                <a:latin typeface="+mn-lt"/>
              </a:rPr>
              <a:t> </a:t>
            </a:r>
            <a:r>
              <a:rPr lang="en-ZA" sz="2800" dirty="0" err="1">
                <a:solidFill>
                  <a:schemeClr val="bg1"/>
                </a:solidFill>
                <a:latin typeface="+mn-lt"/>
              </a:rPr>
              <a:t>hulle</a:t>
            </a:r>
            <a:r>
              <a:rPr lang="en-ZA" sz="2800" dirty="0">
                <a:solidFill>
                  <a:schemeClr val="bg1"/>
                </a:solidFill>
                <a:latin typeface="+mn-lt"/>
              </a:rPr>
              <a:t> om </a:t>
            </a:r>
            <a:r>
              <a:rPr lang="en-ZA" sz="2800" dirty="0" err="1">
                <a:solidFill>
                  <a:schemeClr val="bg1"/>
                </a:solidFill>
                <a:latin typeface="+mn-lt"/>
              </a:rPr>
              <a:t>jou</a:t>
            </a:r>
            <a:r>
              <a:rPr lang="en-ZA" sz="2800" dirty="0">
                <a:solidFill>
                  <a:schemeClr val="bg1"/>
                </a:solidFill>
                <a:latin typeface="+mn-lt"/>
              </a:rPr>
              <a:t> geld </a:t>
            </a:r>
            <a:r>
              <a:rPr lang="en-ZA" sz="2800" dirty="0" err="1">
                <a:solidFill>
                  <a:schemeClr val="bg1"/>
                </a:solidFill>
                <a:latin typeface="+mn-lt"/>
              </a:rPr>
              <a:t>te</a:t>
            </a:r>
            <a:r>
              <a:rPr lang="en-ZA" sz="2800" dirty="0">
                <a:solidFill>
                  <a:schemeClr val="bg1"/>
                </a:solidFill>
                <a:latin typeface="+mn-lt"/>
              </a:rPr>
              <a:t> steel?</a:t>
            </a:r>
          </a:p>
        </p:txBody>
      </p:sp>
      <p:sp>
        <p:nvSpPr>
          <p:cNvPr id="3" name="Rectangle 2"/>
          <p:cNvSpPr/>
          <p:nvPr/>
        </p:nvSpPr>
        <p:spPr>
          <a:xfrm>
            <a:off x="531638" y="2835801"/>
            <a:ext cx="7316962" cy="35855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32000" lvl="0" indent="-432000">
              <a:spcAft>
                <a:spcPts val="1800"/>
              </a:spcAft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GB" sz="2600" b="0" i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Phishing</a:t>
            </a:r>
            <a:r>
              <a:rPr lang="en-GB" sz="2600" b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– om </a:t>
            </a:r>
            <a:r>
              <a:rPr lang="en-GB" sz="2600" b="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jou</a:t>
            </a:r>
            <a:r>
              <a:rPr lang="en-GB" sz="2600" b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GB" sz="2600" b="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bankbesonderhede</a:t>
            </a:r>
            <a:r>
              <a:rPr lang="en-GB" sz="2600" b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GB" sz="2600" b="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te</a:t>
            </a:r>
            <a:r>
              <a:rPr lang="en-GB" sz="2600" b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GB" sz="2600" b="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kry</a:t>
            </a:r>
            <a:endParaRPr lang="en-ZA" sz="2600" b="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32000" lvl="0" indent="-432000">
              <a:spcAft>
                <a:spcPts val="1800"/>
              </a:spcAft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GB" sz="2600" b="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Vals</a:t>
            </a:r>
            <a:r>
              <a:rPr lang="en-GB" sz="2600" b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GB" sz="2600" b="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webtuistes</a:t>
            </a:r>
            <a:r>
              <a:rPr lang="en-GB" sz="2600" b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– om </a:t>
            </a:r>
            <a:r>
              <a:rPr lang="en-GB" sz="2600" b="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bedrog</a:t>
            </a:r>
            <a:r>
              <a:rPr lang="en-GB" sz="2600" b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GB" sz="2600" b="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te</a:t>
            </a:r>
            <a:r>
              <a:rPr lang="en-GB" sz="2600" b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GB" sz="2600" b="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pleeg</a:t>
            </a:r>
            <a:endParaRPr lang="en-ZA" sz="2600" b="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32000" lvl="0" indent="-432000">
              <a:spcAft>
                <a:spcPts val="1800"/>
              </a:spcAft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GB" sz="2600" b="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Vals</a:t>
            </a:r>
            <a:r>
              <a:rPr lang="en-GB" sz="2600" b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GB" sz="2600" b="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viruswaarskuwings</a:t>
            </a:r>
            <a:r>
              <a:rPr lang="en-GB" sz="2600" b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– </a:t>
            </a:r>
            <a:r>
              <a:rPr lang="en-GB" sz="2600" b="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sodat</a:t>
            </a:r>
            <a:r>
              <a:rPr lang="en-GB" sz="2600" b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GB" sz="2600" b="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jy</a:t>
            </a:r>
            <a:r>
              <a:rPr lang="en-GB" sz="2600" b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‘</a:t>
            </a:r>
            <a:r>
              <a:rPr lang="en-GB" sz="2600" b="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beskermingssagteware</a:t>
            </a:r>
            <a:r>
              <a:rPr lang="en-GB" sz="2600" b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’ </a:t>
            </a:r>
            <a:r>
              <a:rPr lang="en-GB" sz="2600" b="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koop</a:t>
            </a:r>
            <a:endParaRPr lang="en-ZA" sz="2600" b="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32000" lvl="0" indent="-432000">
              <a:spcAft>
                <a:spcPts val="1800"/>
              </a:spcAft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GB" sz="2600" b="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Vals</a:t>
            </a:r>
            <a:r>
              <a:rPr lang="en-GB" sz="2600" b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GB" sz="2600" b="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aanbiedinge</a:t>
            </a:r>
            <a:r>
              <a:rPr lang="en-GB" sz="2600" b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GB" sz="2600" b="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soos</a:t>
            </a:r>
            <a:r>
              <a:rPr lang="en-GB" sz="2600" b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GB" sz="2600" b="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lotery</a:t>
            </a:r>
            <a:r>
              <a:rPr lang="en-GB" sz="2600" b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GB" sz="2600" b="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gewen</a:t>
            </a:r>
            <a:r>
              <a:rPr lang="en-GB" sz="2600" b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of </a:t>
            </a:r>
            <a:r>
              <a:rPr lang="en-GB" sz="2600" b="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beleggingsgeleenthede</a:t>
            </a:r>
            <a:r>
              <a:rPr lang="en-GB" sz="2600" b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of </a:t>
            </a:r>
            <a:r>
              <a:rPr lang="en-GB" sz="2600" b="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piramied</a:t>
            </a:r>
            <a:r>
              <a:rPr lang="en-GB" sz="2600" b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-</a:t>
            </a:r>
            <a:br>
              <a:rPr lang="en-GB" sz="2600" b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r>
              <a:rPr lang="en-GB" sz="2600" b="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skemas</a:t>
            </a:r>
            <a:r>
              <a:rPr lang="en-GB" sz="2600" b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en-GB" sz="2600" b="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ens.</a:t>
            </a:r>
            <a:r>
              <a:rPr lang="en-GB" sz="2600" b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endParaRPr lang="en-ZA" sz="26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6732240" y="4573189"/>
            <a:ext cx="2042333" cy="1981881"/>
            <a:chOff x="7428173" y="5050841"/>
            <a:chExt cx="1584176" cy="1584176"/>
          </a:xfrm>
        </p:grpSpPr>
        <p:sp>
          <p:nvSpPr>
            <p:cNvPr id="4" name="Isosceles Triangle 3"/>
            <p:cNvSpPr/>
            <p:nvPr/>
          </p:nvSpPr>
          <p:spPr>
            <a:xfrm>
              <a:off x="7428173" y="5050841"/>
              <a:ext cx="1584176" cy="1584176"/>
            </a:xfrm>
            <a:prstGeom prst="triangl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11" name="Isosceles Triangle 10"/>
            <p:cNvSpPr/>
            <p:nvPr/>
          </p:nvSpPr>
          <p:spPr>
            <a:xfrm>
              <a:off x="7608193" y="5373216"/>
              <a:ext cx="1224136" cy="1152128"/>
            </a:xfrm>
            <a:prstGeom prst="triangl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5" name="Rectangle 4"/>
            <p:cNvSpPr/>
            <p:nvPr/>
          </p:nvSpPr>
          <p:spPr>
            <a:xfrm>
              <a:off x="8026448" y="5602014"/>
              <a:ext cx="421910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1" cap="none" spc="50" dirty="0">
                  <a:ln w="0"/>
                  <a:solidFill>
                    <a:schemeClr val="bg2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</a:rPr>
                <a:t>!</a:t>
              </a:r>
            </a:p>
          </p:txBody>
        </p:sp>
      </p:grpSp>
      <p:sp>
        <p:nvSpPr>
          <p:cNvPr id="13" name="Action Button: Home 14">
            <a:hlinkClick r:id="rId3" action="ppaction://hlinksldjump" highlightClick="1"/>
          </p:cNvPr>
          <p:cNvSpPr/>
          <p:nvPr/>
        </p:nvSpPr>
        <p:spPr bwMode="auto">
          <a:xfrm>
            <a:off x="11430" y="6297890"/>
            <a:ext cx="531639" cy="548680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noFill/>
          <a:scene3d>
            <a:camera prst="orthographicFront"/>
            <a:lightRig rig="threePt" dir="t"/>
          </a:scene3d>
          <a:sp3d>
            <a:bevelT/>
          </a:sp3d>
        </p:spPr>
        <p:txBody>
          <a:bodyPr/>
          <a:lstStyle/>
          <a:p>
            <a:r>
              <a:rPr lang="en-ZA" sz="4000" dirty="0" err="1"/>
              <a:t>Rekenaarmisdadigers</a:t>
            </a:r>
            <a:endParaRPr lang="en-ZA" sz="40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/>
          </a:p>
        </p:txBody>
      </p:sp>
      <p:sp>
        <p:nvSpPr>
          <p:cNvPr id="8" name="TextBox 7"/>
          <p:cNvSpPr txBox="1"/>
          <p:nvPr/>
        </p:nvSpPr>
        <p:spPr>
          <a:xfrm>
            <a:off x="2123728" y="1372403"/>
            <a:ext cx="8143932" cy="646331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en-ZA" sz="3600" dirty="0" err="1">
                <a:solidFill>
                  <a:srgbClr val="FF0000"/>
                </a:solidFill>
                <a:latin typeface="+mj-lt"/>
                <a:ea typeface="+mj-ea"/>
                <a:cs typeface="+mj-cs"/>
              </a:rPr>
              <a:t>Werknemers</a:t>
            </a:r>
            <a:r>
              <a:rPr lang="en-ZA" sz="2800" dirty="0">
                <a:solidFill>
                  <a:srgbClr val="FF0000"/>
                </a:solidFill>
              </a:rPr>
              <a:t> </a:t>
            </a:r>
            <a:endParaRPr lang="en-ZA" sz="2800" b="0" dirty="0">
              <a:solidFill>
                <a:srgbClr val="FF0000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17425" y="2257708"/>
            <a:ext cx="567174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ZA" sz="2800" dirty="0">
                <a:solidFill>
                  <a:schemeClr val="bg1"/>
                </a:solidFill>
                <a:latin typeface="+mn-lt"/>
              </a:rPr>
              <a:t>Hoe pas </a:t>
            </a:r>
            <a:r>
              <a:rPr lang="en-ZA" sz="2800" dirty="0" err="1">
                <a:solidFill>
                  <a:schemeClr val="bg1"/>
                </a:solidFill>
                <a:latin typeface="+mn-lt"/>
              </a:rPr>
              <a:t>gewone</a:t>
            </a:r>
            <a:r>
              <a:rPr lang="en-ZA" sz="2800" dirty="0">
                <a:solidFill>
                  <a:schemeClr val="bg1"/>
                </a:solidFill>
                <a:latin typeface="+mn-lt"/>
              </a:rPr>
              <a:t> </a:t>
            </a:r>
            <a:r>
              <a:rPr lang="en-ZA" sz="2800" dirty="0" err="1">
                <a:solidFill>
                  <a:schemeClr val="bg1"/>
                </a:solidFill>
                <a:latin typeface="+mn-lt"/>
              </a:rPr>
              <a:t>werknemers</a:t>
            </a:r>
            <a:r>
              <a:rPr lang="en-ZA" sz="2800" dirty="0">
                <a:solidFill>
                  <a:schemeClr val="bg1"/>
                </a:solidFill>
                <a:latin typeface="+mn-lt"/>
              </a:rPr>
              <a:t> in?</a:t>
            </a:r>
          </a:p>
        </p:txBody>
      </p:sp>
      <p:sp>
        <p:nvSpPr>
          <p:cNvPr id="2" name="Rectangle 1"/>
          <p:cNvSpPr/>
          <p:nvPr/>
        </p:nvSpPr>
        <p:spPr>
          <a:xfrm>
            <a:off x="715576" y="2924944"/>
            <a:ext cx="7453064" cy="37548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32000" indent="-43200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ZA" sz="2600" b="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Werknemers</a:t>
            </a:r>
            <a:r>
              <a:rPr lang="en-ZA" sz="2600" b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het die </a:t>
            </a:r>
            <a:r>
              <a:rPr lang="en-ZA" sz="2600" b="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maklikste</a:t>
            </a:r>
            <a:r>
              <a:rPr lang="en-ZA" sz="2600" b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ZA" sz="2600" b="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toegang</a:t>
            </a:r>
            <a:r>
              <a:rPr lang="en-ZA" sz="2600" b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tot </a:t>
            </a:r>
            <a:r>
              <a:rPr lang="en-ZA" sz="2600" b="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rekenaars</a:t>
            </a:r>
            <a:endParaRPr lang="en-ZA" sz="2600" b="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32000" indent="-43200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ZA" sz="2600" b="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Rekenaartoerusting</a:t>
            </a:r>
            <a:r>
              <a:rPr lang="en-ZA" sz="2600" b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en-ZA" sz="2600" b="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sagteware</a:t>
            </a:r>
            <a:r>
              <a:rPr lang="en-ZA" sz="2600" b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en-ZA" sz="2600" b="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sensitiewe</a:t>
            </a:r>
            <a:r>
              <a:rPr lang="en-ZA" sz="2600" b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ZA" sz="2600" b="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inligting</a:t>
            </a:r>
            <a:r>
              <a:rPr lang="en-ZA" sz="2600" b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en-ZA" sz="2600" b="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rekenaartyd</a:t>
            </a:r>
            <a:r>
              <a:rPr lang="en-ZA" sz="2600" b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en-ZA" sz="2600" b="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ens</a:t>
            </a:r>
            <a:r>
              <a:rPr lang="en-ZA" sz="2600" b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  <a:r>
              <a:rPr lang="en-ZA" sz="2600" b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kan </a:t>
            </a:r>
            <a:r>
              <a:rPr lang="en-ZA" sz="2600" b="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gesteel</a:t>
            </a:r>
            <a:r>
              <a:rPr lang="en-ZA" sz="2600" b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word</a:t>
            </a:r>
          </a:p>
          <a:p>
            <a:pPr marL="432000" indent="-43200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ZA" sz="2600" b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‘</a:t>
            </a:r>
            <a:r>
              <a:rPr lang="en-ZA" sz="2600" b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Wraak</a:t>
            </a:r>
            <a:r>
              <a:rPr lang="en-ZA" sz="2600" b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’-aksies </a:t>
            </a:r>
            <a:r>
              <a:rPr lang="en-ZA" sz="2600" b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teen </a:t>
            </a:r>
            <a:r>
              <a:rPr lang="en-ZA" sz="2600" b="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onreg</a:t>
            </a:r>
            <a:r>
              <a:rPr lang="en-ZA" sz="2600" b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wat </a:t>
            </a:r>
            <a:r>
              <a:rPr lang="en-ZA" sz="2600" b="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hulle</a:t>
            </a:r>
            <a:r>
              <a:rPr lang="en-ZA" sz="2600" b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ZA" sz="2600" b="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meen</a:t>
            </a:r>
            <a:r>
              <a:rPr lang="en-ZA" sz="2600" b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ZA" sz="2600" b="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hul</a:t>
            </a:r>
            <a:r>
              <a:rPr lang="en-ZA" sz="2600" b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ZA" sz="2600" b="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aangedoen</a:t>
            </a:r>
            <a:r>
              <a:rPr lang="en-ZA" sz="2600" b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is </a:t>
            </a:r>
            <a:r>
              <a:rPr lang="en-ZA" sz="2600" b="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deur</a:t>
            </a:r>
            <a:r>
              <a:rPr lang="en-ZA" sz="2600" b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die </a:t>
            </a:r>
            <a:r>
              <a:rPr lang="en-ZA" sz="2600" b="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maatskappy</a:t>
            </a:r>
            <a:r>
              <a:rPr lang="en-ZA" sz="2600" b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– </a:t>
            </a:r>
            <a:r>
              <a:rPr lang="en-ZA" sz="2600" b="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kan</a:t>
            </a:r>
            <a:r>
              <a:rPr lang="en-ZA" sz="2600" b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ZA" sz="2600" b="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ernstige</a:t>
            </a:r>
            <a:r>
              <a:rPr lang="en-ZA" sz="2600" b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ZA" sz="2600" b="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skade</a:t>
            </a:r>
            <a:r>
              <a:rPr lang="en-ZA" sz="2600" b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ZA" sz="2600" b="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aan</a:t>
            </a:r>
            <a:r>
              <a:rPr lang="en-ZA" sz="2600" b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ZA" sz="2600" b="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rekenaars</a:t>
            </a:r>
            <a:r>
              <a:rPr lang="en-ZA" sz="2600" b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of </a:t>
            </a:r>
            <a:r>
              <a:rPr lang="en-ZA" sz="2600" b="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netwerk</a:t>
            </a:r>
            <a:r>
              <a:rPr lang="en-ZA" sz="2600" b="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ZA" sz="2600" b="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aanrig</a:t>
            </a:r>
            <a:endParaRPr lang="en-ZA" sz="2600" b="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9" name="Action Button: Home 14">
            <a:hlinkClick r:id="rId3" action="ppaction://hlinksldjump" highlightClick="1"/>
          </p:cNvPr>
          <p:cNvSpPr/>
          <p:nvPr/>
        </p:nvSpPr>
        <p:spPr bwMode="auto">
          <a:xfrm>
            <a:off x="11430" y="6297890"/>
            <a:ext cx="531639" cy="548680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noFill/>
          <a:scene3d>
            <a:camera prst="orthographicFront"/>
            <a:lightRig rig="threePt" dir="t"/>
          </a:scene3d>
          <a:sp3d>
            <a:bevelT/>
          </a:sp3d>
        </p:spPr>
        <p:txBody>
          <a:bodyPr/>
          <a:lstStyle/>
          <a:p>
            <a:r>
              <a:rPr lang="en-ZA" sz="4000" dirty="0" err="1"/>
              <a:t>Rekenaarmisdadigers</a:t>
            </a:r>
            <a:endParaRPr lang="en-ZA" sz="4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/>
          </a:p>
        </p:txBody>
      </p:sp>
      <p:sp>
        <p:nvSpPr>
          <p:cNvPr id="8" name="TextBox 7"/>
          <p:cNvSpPr txBox="1"/>
          <p:nvPr/>
        </p:nvSpPr>
        <p:spPr>
          <a:xfrm>
            <a:off x="2699792" y="1414932"/>
            <a:ext cx="5203034" cy="646331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en-ZA" sz="3600" i="1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Hackers</a:t>
            </a:r>
            <a:r>
              <a:rPr lang="en-ZA" sz="360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ZA" sz="3600" dirty="0" err="1">
                <a:solidFill>
                  <a:srgbClr val="FF0000"/>
                </a:solidFill>
                <a:latin typeface="+mj-lt"/>
                <a:ea typeface="+mj-ea"/>
                <a:cs typeface="+mj-cs"/>
              </a:rPr>
              <a:t>en</a:t>
            </a:r>
            <a:r>
              <a:rPr lang="en-ZA" sz="360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ZA" sz="3600" i="1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Crackers</a:t>
            </a:r>
            <a:r>
              <a:rPr lang="en-ZA" sz="2800" b="0" dirty="0">
                <a:solidFill>
                  <a:srgbClr val="FF0000"/>
                </a:solidFill>
              </a:rPr>
              <a:t> 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1520" y="2360493"/>
            <a:ext cx="864096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600" dirty="0" err="1">
                <a:solidFill>
                  <a:schemeClr val="bg1"/>
                </a:solidFill>
                <a:latin typeface="+mn-lt"/>
              </a:rPr>
              <a:t>Rekenaarmisdadigers</a:t>
            </a:r>
            <a:r>
              <a:rPr lang="en-US" sz="2600" dirty="0">
                <a:solidFill>
                  <a:schemeClr val="bg1"/>
                </a:solidFill>
                <a:latin typeface="+mn-lt"/>
              </a:rPr>
              <a:t> wat by </a:t>
            </a:r>
            <a:r>
              <a:rPr lang="en-US" sz="2600" dirty="0" err="1">
                <a:solidFill>
                  <a:schemeClr val="bg1"/>
                </a:solidFill>
                <a:latin typeface="+mn-lt"/>
              </a:rPr>
              <a:t>rekenaarstelsels</a:t>
            </a:r>
            <a:r>
              <a:rPr lang="en-US" sz="2600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sz="2600" dirty="0" err="1">
                <a:solidFill>
                  <a:schemeClr val="bg1"/>
                </a:solidFill>
                <a:latin typeface="+mn-lt"/>
              </a:rPr>
              <a:t>inbreek</a:t>
            </a:r>
            <a:endParaRPr lang="en-ZA" sz="2600" dirty="0">
              <a:solidFill>
                <a:schemeClr val="bg1"/>
              </a:solidFill>
              <a:latin typeface="+mn-lt"/>
            </a:endParaRP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803386"/>
              </p:ext>
            </p:extLst>
          </p:nvPr>
        </p:nvGraphicFramePr>
        <p:xfrm>
          <a:off x="783571" y="3219139"/>
          <a:ext cx="7643866" cy="1219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219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19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4162">
                <a:tc>
                  <a:txBody>
                    <a:bodyPr/>
                    <a:lstStyle/>
                    <a:p>
                      <a:pPr algn="l"/>
                      <a:r>
                        <a:rPr lang="en-ZA" sz="2400" i="1" dirty="0"/>
                        <a:t>HACKERS</a:t>
                      </a:r>
                      <a:endParaRPr lang="en-ZA" sz="2400" b="1" i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ZA" sz="2400" i="1" dirty="0"/>
                        <a:t>CRACKERS</a:t>
                      </a:r>
                      <a:endParaRPr lang="en-ZA" sz="2400" b="1" i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512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 err="1"/>
                        <a:t>Meestal</a:t>
                      </a:r>
                      <a:r>
                        <a:rPr lang="en-US" sz="2200" dirty="0"/>
                        <a:t> </a:t>
                      </a:r>
                      <a:r>
                        <a:rPr lang="en-US" sz="2200" dirty="0" err="1"/>
                        <a:t>vir</a:t>
                      </a:r>
                      <a:r>
                        <a:rPr lang="en-US" sz="2200" dirty="0"/>
                        <a:t> die </a:t>
                      </a:r>
                      <a:r>
                        <a:rPr lang="en-US" sz="2200" dirty="0" err="1"/>
                        <a:t>aansien</a:t>
                      </a:r>
                      <a:r>
                        <a:rPr lang="en-US" sz="2200" dirty="0"/>
                        <a:t> of </a:t>
                      </a:r>
                      <a:r>
                        <a:rPr lang="en-US" sz="2200" dirty="0" err="1"/>
                        <a:t>erkenning</a:t>
                      </a:r>
                      <a:r>
                        <a:rPr lang="en-US" sz="2200" baseline="0" dirty="0"/>
                        <a:t> </a:t>
                      </a:r>
                      <a:r>
                        <a:rPr lang="en-US" sz="2200" u="none" dirty="0"/>
                        <a:t>– ‘white hat’</a:t>
                      </a:r>
                      <a:endParaRPr lang="en-US" sz="2200" b="0" u="non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ZA" sz="2200" kern="1200" dirty="0" err="1"/>
                        <a:t>Intensie</a:t>
                      </a:r>
                      <a:r>
                        <a:rPr lang="en-ZA" sz="2200" kern="1200" dirty="0"/>
                        <a:t> om </a:t>
                      </a:r>
                      <a:r>
                        <a:rPr lang="en-ZA" sz="2200" kern="1200" dirty="0" err="1"/>
                        <a:t>misdaad</a:t>
                      </a:r>
                      <a:r>
                        <a:rPr lang="en-ZA" sz="2200" kern="1200" dirty="0"/>
                        <a:t> </a:t>
                      </a:r>
                      <a:r>
                        <a:rPr lang="en-ZA" sz="2200" kern="1200" dirty="0" err="1"/>
                        <a:t>te</a:t>
                      </a:r>
                      <a:r>
                        <a:rPr lang="en-ZA" sz="2200" kern="1200" dirty="0"/>
                        <a:t> </a:t>
                      </a:r>
                      <a:r>
                        <a:rPr lang="en-ZA" sz="2200" kern="1200" dirty="0" err="1"/>
                        <a:t>pleeg</a:t>
                      </a:r>
                      <a:r>
                        <a:rPr lang="en-ZA" sz="2200" kern="1200" baseline="0" dirty="0"/>
                        <a:t> </a:t>
                      </a:r>
                      <a:r>
                        <a:rPr lang="en-ZA" sz="2200" kern="1200" dirty="0"/>
                        <a:t>– ‘black</a:t>
                      </a:r>
                      <a:r>
                        <a:rPr lang="en-ZA" sz="2200" kern="1200" baseline="0" dirty="0"/>
                        <a:t> hat’</a:t>
                      </a:r>
                      <a:endParaRPr lang="en-ZA" sz="22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1039898" y="4866125"/>
            <a:ext cx="6840760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ZA" sz="2800" dirty="0">
                <a:solidFill>
                  <a:srgbClr val="FF0000"/>
                </a:solidFill>
                <a:latin typeface="+mn-lt"/>
              </a:rPr>
              <a:t>??  Het </a:t>
            </a:r>
            <a:r>
              <a:rPr lang="en-ZA" sz="2800" dirty="0" err="1">
                <a:solidFill>
                  <a:srgbClr val="FF0000"/>
                </a:solidFill>
                <a:latin typeface="+mn-lt"/>
              </a:rPr>
              <a:t>jy</a:t>
            </a:r>
            <a:r>
              <a:rPr lang="en-ZA" sz="2800" dirty="0">
                <a:solidFill>
                  <a:srgbClr val="FF0000"/>
                </a:solidFill>
                <a:latin typeface="+mn-lt"/>
              </a:rPr>
              <a:t> </a:t>
            </a:r>
            <a:r>
              <a:rPr lang="en-ZA" sz="2800" dirty="0" err="1">
                <a:solidFill>
                  <a:srgbClr val="FF0000"/>
                </a:solidFill>
                <a:latin typeface="+mn-lt"/>
              </a:rPr>
              <a:t>geweet</a:t>
            </a:r>
            <a:r>
              <a:rPr lang="en-ZA" sz="2800" dirty="0">
                <a:solidFill>
                  <a:srgbClr val="FF0000"/>
                </a:solidFill>
                <a:latin typeface="+mn-lt"/>
              </a:rPr>
              <a:t>  ??</a:t>
            </a:r>
          </a:p>
          <a:p>
            <a:pPr algn="ctr"/>
            <a:r>
              <a:rPr lang="en-US" sz="2400" b="0" dirty="0" err="1">
                <a:latin typeface="+mn-lt"/>
              </a:rPr>
              <a:t>Maatskappye</a:t>
            </a:r>
            <a:r>
              <a:rPr lang="en-US" sz="2400" b="0" dirty="0">
                <a:latin typeface="+mn-lt"/>
              </a:rPr>
              <a:t> wat in </a:t>
            </a:r>
            <a:r>
              <a:rPr lang="en-US" sz="2400" b="0" dirty="0" err="1">
                <a:latin typeface="+mn-lt"/>
              </a:rPr>
              <a:t>rekenaarsekuriteit</a:t>
            </a:r>
            <a:r>
              <a:rPr lang="en-US" sz="2400" b="0" dirty="0">
                <a:latin typeface="+mn-lt"/>
              </a:rPr>
              <a:t> </a:t>
            </a:r>
            <a:r>
              <a:rPr lang="en-US" sz="2400" b="0" dirty="0" err="1">
                <a:latin typeface="+mn-lt"/>
              </a:rPr>
              <a:t>spesialiseer</a:t>
            </a:r>
            <a:r>
              <a:rPr lang="en-US" sz="2400" b="0" dirty="0">
                <a:latin typeface="+mn-lt"/>
              </a:rPr>
              <a:t>, neem </a:t>
            </a:r>
            <a:r>
              <a:rPr lang="en-US" sz="2400" b="0" dirty="0" err="1">
                <a:latin typeface="+mn-lt"/>
              </a:rPr>
              <a:t>somtyds</a:t>
            </a:r>
            <a:r>
              <a:rPr lang="en-US" sz="2400" b="0" dirty="0">
                <a:latin typeface="+mn-lt"/>
              </a:rPr>
              <a:t> </a:t>
            </a:r>
            <a:r>
              <a:rPr lang="en-US" sz="2400" b="0" i="1" dirty="0">
                <a:latin typeface="+mn-lt"/>
              </a:rPr>
              <a:t>HACKERS</a:t>
            </a:r>
            <a:r>
              <a:rPr lang="en-US" sz="2400" b="0" dirty="0">
                <a:latin typeface="+mn-lt"/>
              </a:rPr>
              <a:t> in </a:t>
            </a:r>
            <a:r>
              <a:rPr lang="en-US" sz="2400" b="0" dirty="0" err="1">
                <a:latin typeface="+mn-lt"/>
              </a:rPr>
              <a:t>diens</a:t>
            </a:r>
            <a:r>
              <a:rPr lang="en-US" sz="2400" b="0" dirty="0">
                <a:latin typeface="+mn-lt"/>
              </a:rPr>
              <a:t> om </a:t>
            </a:r>
            <a:r>
              <a:rPr lang="en-US" sz="2400" b="0" dirty="0" err="1">
                <a:latin typeface="+mn-lt"/>
              </a:rPr>
              <a:t>vir</a:t>
            </a:r>
            <a:r>
              <a:rPr lang="en-US" sz="2400" b="0" dirty="0">
                <a:latin typeface="+mn-lt"/>
              </a:rPr>
              <a:t> </a:t>
            </a:r>
            <a:r>
              <a:rPr lang="en-US" sz="2400" b="0" dirty="0" err="1">
                <a:latin typeface="+mn-lt"/>
              </a:rPr>
              <a:t>hulle</a:t>
            </a:r>
            <a:r>
              <a:rPr lang="en-US" sz="2400" b="0" dirty="0">
                <a:latin typeface="+mn-lt"/>
              </a:rPr>
              <a:t> </a:t>
            </a:r>
            <a:r>
              <a:rPr lang="en-US" sz="2400" b="0" err="1">
                <a:latin typeface="+mn-lt"/>
              </a:rPr>
              <a:t>te</a:t>
            </a:r>
            <a:r>
              <a:rPr lang="en-US" sz="2400" b="0">
                <a:latin typeface="+mn-lt"/>
              </a:rPr>
              <a:t> werk</a:t>
            </a:r>
            <a:endParaRPr lang="en-ZA" sz="2400" dirty="0">
              <a:latin typeface="+mn-lt"/>
            </a:endParaRPr>
          </a:p>
        </p:txBody>
      </p:sp>
      <p:sp>
        <p:nvSpPr>
          <p:cNvPr id="3" name="Lock"/>
          <p:cNvSpPr>
            <a:spLocks noEditPoints="1" noChangeArrowheads="1"/>
          </p:cNvSpPr>
          <p:nvPr/>
        </p:nvSpPr>
        <p:spPr bwMode="auto">
          <a:xfrm>
            <a:off x="7961684" y="4476601"/>
            <a:ext cx="831606" cy="1079413"/>
          </a:xfrm>
          <a:custGeom>
            <a:avLst/>
            <a:gdLst>
              <a:gd name="T0" fmla="*/ 10800 w 21600"/>
              <a:gd name="T1" fmla="*/ 0 h 21600"/>
              <a:gd name="T2" fmla="*/ 21600 w 21600"/>
              <a:gd name="T3" fmla="*/ 9606 h 21600"/>
              <a:gd name="T4" fmla="*/ 10800 w 21600"/>
              <a:gd name="T5" fmla="*/ 21600 h 21600"/>
              <a:gd name="T6" fmla="*/ 0 w 21600"/>
              <a:gd name="T7" fmla="*/ 9606 h 21600"/>
              <a:gd name="T8" fmla="*/ 744 w 21600"/>
              <a:gd name="T9" fmla="*/ 9904 h 21600"/>
              <a:gd name="T10" fmla="*/ 21134 w 21600"/>
              <a:gd name="T11" fmla="*/ 15335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 extrusionOk="0">
                <a:moveTo>
                  <a:pt x="93" y="9606"/>
                </a:moveTo>
                <a:lnTo>
                  <a:pt x="2048" y="9606"/>
                </a:lnTo>
                <a:lnTo>
                  <a:pt x="2048" y="4713"/>
                </a:lnTo>
                <a:lnTo>
                  <a:pt x="2420" y="3818"/>
                </a:lnTo>
                <a:lnTo>
                  <a:pt x="2979" y="3028"/>
                </a:lnTo>
                <a:lnTo>
                  <a:pt x="3537" y="2446"/>
                </a:lnTo>
                <a:lnTo>
                  <a:pt x="3956" y="1998"/>
                </a:lnTo>
                <a:lnTo>
                  <a:pt x="4492" y="1581"/>
                </a:lnTo>
                <a:lnTo>
                  <a:pt x="5143" y="1238"/>
                </a:lnTo>
                <a:lnTo>
                  <a:pt x="5912" y="880"/>
                </a:lnTo>
                <a:lnTo>
                  <a:pt x="6587" y="641"/>
                </a:lnTo>
                <a:lnTo>
                  <a:pt x="7518" y="372"/>
                </a:lnTo>
                <a:lnTo>
                  <a:pt x="8425" y="208"/>
                </a:lnTo>
                <a:lnTo>
                  <a:pt x="9496" y="59"/>
                </a:lnTo>
                <a:lnTo>
                  <a:pt x="10637" y="14"/>
                </a:lnTo>
                <a:lnTo>
                  <a:pt x="11614" y="59"/>
                </a:lnTo>
                <a:lnTo>
                  <a:pt x="12382" y="119"/>
                </a:lnTo>
                <a:lnTo>
                  <a:pt x="13034" y="253"/>
                </a:lnTo>
                <a:lnTo>
                  <a:pt x="13779" y="417"/>
                </a:lnTo>
                <a:lnTo>
                  <a:pt x="14500" y="611"/>
                </a:lnTo>
                <a:lnTo>
                  <a:pt x="14733" y="686"/>
                </a:lnTo>
                <a:lnTo>
                  <a:pt x="14989" y="790"/>
                </a:lnTo>
                <a:lnTo>
                  <a:pt x="15175" y="865"/>
                </a:lnTo>
                <a:lnTo>
                  <a:pt x="15385" y="954"/>
                </a:lnTo>
                <a:lnTo>
                  <a:pt x="15431" y="969"/>
                </a:lnTo>
                <a:lnTo>
                  <a:pt x="15594" y="1059"/>
                </a:lnTo>
                <a:lnTo>
                  <a:pt x="15757" y="1148"/>
                </a:lnTo>
                <a:lnTo>
                  <a:pt x="15920" y="1267"/>
                </a:lnTo>
                <a:lnTo>
                  <a:pt x="16106" y="1372"/>
                </a:lnTo>
                <a:lnTo>
                  <a:pt x="16665" y="1730"/>
                </a:lnTo>
                <a:lnTo>
                  <a:pt x="17014" y="1998"/>
                </a:lnTo>
                <a:lnTo>
                  <a:pt x="17480" y="2356"/>
                </a:lnTo>
                <a:lnTo>
                  <a:pt x="17852" y="2804"/>
                </a:lnTo>
                <a:lnTo>
                  <a:pt x="18178" y="3192"/>
                </a:lnTo>
                <a:lnTo>
                  <a:pt x="18527" y="3639"/>
                </a:lnTo>
                <a:lnTo>
                  <a:pt x="18806" y="4132"/>
                </a:lnTo>
                <a:lnTo>
                  <a:pt x="19086" y="4713"/>
                </a:lnTo>
                <a:lnTo>
                  <a:pt x="19272" y="5191"/>
                </a:lnTo>
                <a:lnTo>
                  <a:pt x="19295" y="9606"/>
                </a:lnTo>
                <a:lnTo>
                  <a:pt x="21600" y="9606"/>
                </a:lnTo>
                <a:lnTo>
                  <a:pt x="21600" y="16289"/>
                </a:lnTo>
                <a:lnTo>
                  <a:pt x="21413" y="17184"/>
                </a:lnTo>
                <a:lnTo>
                  <a:pt x="21041" y="17900"/>
                </a:lnTo>
                <a:lnTo>
                  <a:pt x="20668" y="18377"/>
                </a:lnTo>
                <a:lnTo>
                  <a:pt x="20343" y="18855"/>
                </a:lnTo>
                <a:lnTo>
                  <a:pt x="19924" y="19332"/>
                </a:lnTo>
                <a:lnTo>
                  <a:pt x="19388" y="19809"/>
                </a:lnTo>
                <a:lnTo>
                  <a:pt x="18806" y="20242"/>
                </a:lnTo>
                <a:lnTo>
                  <a:pt x="18062" y="20585"/>
                </a:lnTo>
                <a:lnTo>
                  <a:pt x="17270" y="20883"/>
                </a:lnTo>
                <a:lnTo>
                  <a:pt x="16525" y="21182"/>
                </a:lnTo>
                <a:lnTo>
                  <a:pt x="15548" y="21420"/>
                </a:lnTo>
                <a:lnTo>
                  <a:pt x="14803" y="21540"/>
                </a:lnTo>
                <a:lnTo>
                  <a:pt x="13662" y="21674"/>
                </a:lnTo>
                <a:lnTo>
                  <a:pt x="8379" y="21659"/>
                </a:lnTo>
                <a:lnTo>
                  <a:pt x="7168" y="21540"/>
                </a:lnTo>
                <a:lnTo>
                  <a:pt x="6098" y="21331"/>
                </a:lnTo>
                <a:lnTo>
                  <a:pt x="5050" y="21092"/>
                </a:lnTo>
                <a:lnTo>
                  <a:pt x="4003" y="20764"/>
                </a:lnTo>
                <a:lnTo>
                  <a:pt x="3258" y="20391"/>
                </a:lnTo>
                <a:lnTo>
                  <a:pt x="2769" y="20123"/>
                </a:lnTo>
                <a:lnTo>
                  <a:pt x="2281" y="19720"/>
                </a:lnTo>
                <a:lnTo>
                  <a:pt x="1862" y="19407"/>
                </a:lnTo>
                <a:lnTo>
                  <a:pt x="1489" y="19079"/>
                </a:lnTo>
                <a:lnTo>
                  <a:pt x="1070" y="18676"/>
                </a:lnTo>
                <a:lnTo>
                  <a:pt x="744" y="18258"/>
                </a:lnTo>
                <a:lnTo>
                  <a:pt x="325" y="17661"/>
                </a:lnTo>
                <a:lnTo>
                  <a:pt x="162" y="17035"/>
                </a:lnTo>
                <a:lnTo>
                  <a:pt x="93" y="16468"/>
                </a:lnTo>
                <a:lnTo>
                  <a:pt x="93" y="9606"/>
                </a:lnTo>
                <a:close/>
                <a:moveTo>
                  <a:pt x="6098" y="9591"/>
                </a:moveTo>
                <a:lnTo>
                  <a:pt x="6098" y="5220"/>
                </a:lnTo>
                <a:lnTo>
                  <a:pt x="6191" y="4907"/>
                </a:lnTo>
                <a:lnTo>
                  <a:pt x="6307" y="4639"/>
                </a:lnTo>
                <a:lnTo>
                  <a:pt x="6517" y="4370"/>
                </a:lnTo>
                <a:lnTo>
                  <a:pt x="6680" y="4087"/>
                </a:lnTo>
                <a:lnTo>
                  <a:pt x="6889" y="3878"/>
                </a:lnTo>
                <a:lnTo>
                  <a:pt x="7308" y="3520"/>
                </a:lnTo>
                <a:lnTo>
                  <a:pt x="7843" y="3281"/>
                </a:lnTo>
                <a:lnTo>
                  <a:pt x="8402" y="3013"/>
                </a:lnTo>
                <a:lnTo>
                  <a:pt x="9031" y="2834"/>
                </a:lnTo>
                <a:lnTo>
                  <a:pt x="9659" y="2700"/>
                </a:lnTo>
                <a:lnTo>
                  <a:pt x="10497" y="2625"/>
                </a:lnTo>
                <a:lnTo>
                  <a:pt x="11125" y="2655"/>
                </a:lnTo>
                <a:lnTo>
                  <a:pt x="11987" y="2789"/>
                </a:lnTo>
                <a:lnTo>
                  <a:pt x="12522" y="2893"/>
                </a:lnTo>
                <a:lnTo>
                  <a:pt x="13011" y="3028"/>
                </a:lnTo>
                <a:lnTo>
                  <a:pt x="13290" y="3192"/>
                </a:lnTo>
                <a:lnTo>
                  <a:pt x="13709" y="3371"/>
                </a:lnTo>
                <a:lnTo>
                  <a:pt x="13872" y="3505"/>
                </a:lnTo>
                <a:lnTo>
                  <a:pt x="14058" y="3639"/>
                </a:lnTo>
                <a:lnTo>
                  <a:pt x="14291" y="3788"/>
                </a:lnTo>
                <a:lnTo>
                  <a:pt x="14431" y="3953"/>
                </a:lnTo>
                <a:lnTo>
                  <a:pt x="14617" y="4102"/>
                </a:lnTo>
                <a:lnTo>
                  <a:pt x="14826" y="4311"/>
                </a:lnTo>
                <a:lnTo>
                  <a:pt x="14919" y="4534"/>
                </a:lnTo>
                <a:lnTo>
                  <a:pt x="15036" y="4773"/>
                </a:lnTo>
                <a:lnTo>
                  <a:pt x="15175" y="5027"/>
                </a:lnTo>
                <a:lnTo>
                  <a:pt x="15245" y="5220"/>
                </a:lnTo>
                <a:lnTo>
                  <a:pt x="15245" y="9591"/>
                </a:lnTo>
                <a:lnTo>
                  <a:pt x="6098" y="9591"/>
                </a:lnTo>
                <a:close/>
              </a:path>
              <a:path w="21600" h="21600" extrusionOk="0">
                <a:moveTo>
                  <a:pt x="93" y="9606"/>
                </a:moveTo>
                <a:lnTo>
                  <a:pt x="21600" y="9606"/>
                </a:lnTo>
                <a:close/>
              </a:path>
              <a:path w="21600" h="21600" extrusionOk="0">
                <a:moveTo>
                  <a:pt x="11684" y="17109"/>
                </a:moveTo>
                <a:lnTo>
                  <a:pt x="12266" y="19317"/>
                </a:lnTo>
                <a:lnTo>
                  <a:pt x="9659" y="19317"/>
                </a:lnTo>
                <a:lnTo>
                  <a:pt x="10287" y="17124"/>
                </a:lnTo>
                <a:lnTo>
                  <a:pt x="10008" y="16975"/>
                </a:lnTo>
                <a:lnTo>
                  <a:pt x="9799" y="16722"/>
                </a:lnTo>
                <a:lnTo>
                  <a:pt x="9752" y="16408"/>
                </a:lnTo>
                <a:lnTo>
                  <a:pt x="9822" y="16170"/>
                </a:lnTo>
                <a:lnTo>
                  <a:pt x="10008" y="16006"/>
                </a:lnTo>
                <a:lnTo>
                  <a:pt x="10148" y="15871"/>
                </a:lnTo>
                <a:lnTo>
                  <a:pt x="10381" y="15782"/>
                </a:lnTo>
                <a:lnTo>
                  <a:pt x="10660" y="15692"/>
                </a:lnTo>
                <a:lnTo>
                  <a:pt x="11009" y="15677"/>
                </a:lnTo>
                <a:lnTo>
                  <a:pt x="11288" y="15722"/>
                </a:lnTo>
                <a:lnTo>
                  <a:pt x="11614" y="15782"/>
                </a:lnTo>
                <a:lnTo>
                  <a:pt x="11893" y="15946"/>
                </a:lnTo>
                <a:lnTo>
                  <a:pt x="12033" y="16080"/>
                </a:lnTo>
                <a:lnTo>
                  <a:pt x="12173" y="16229"/>
                </a:lnTo>
                <a:lnTo>
                  <a:pt x="12196" y="16408"/>
                </a:lnTo>
                <a:lnTo>
                  <a:pt x="12103" y="16722"/>
                </a:lnTo>
                <a:lnTo>
                  <a:pt x="11987" y="16856"/>
                </a:lnTo>
                <a:lnTo>
                  <a:pt x="11847" y="16975"/>
                </a:lnTo>
                <a:lnTo>
                  <a:pt x="11684" y="17109"/>
                </a:lnTo>
              </a:path>
            </a:pathLst>
          </a:custGeom>
          <a:solidFill>
            <a:srgbClr val="C0C0C0"/>
          </a:solidFill>
          <a:ln w="38100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ZA" sz="2400">
              <a:latin typeface="+mn-lt"/>
            </a:endParaRPr>
          </a:p>
        </p:txBody>
      </p:sp>
      <p:sp>
        <p:nvSpPr>
          <p:cNvPr id="11" name="Action Button: Home 14">
            <a:hlinkClick r:id="rId3" action="ppaction://hlinksldjump" highlightClick="1"/>
          </p:cNvPr>
          <p:cNvSpPr/>
          <p:nvPr/>
        </p:nvSpPr>
        <p:spPr bwMode="auto">
          <a:xfrm>
            <a:off x="11430" y="6297890"/>
            <a:ext cx="531639" cy="548680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noFill/>
          <a:scene3d>
            <a:camera prst="orthographicFront"/>
            <a:lightRig rig="threePt" dir="t"/>
          </a:scene3d>
          <a:sp3d>
            <a:bevelT/>
          </a:sp3d>
        </p:spPr>
        <p:txBody>
          <a:bodyPr/>
          <a:lstStyle/>
          <a:p>
            <a:r>
              <a:rPr lang="en-ZA" sz="4000" dirty="0" err="1"/>
              <a:t>Rekenaarmisdadigers</a:t>
            </a:r>
            <a:endParaRPr lang="en-ZA" sz="40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/>
          </a:p>
        </p:txBody>
      </p:sp>
      <p:sp>
        <p:nvSpPr>
          <p:cNvPr id="8" name="TextBox 7"/>
          <p:cNvSpPr txBox="1"/>
          <p:nvPr/>
        </p:nvSpPr>
        <p:spPr>
          <a:xfrm>
            <a:off x="-115548" y="1384210"/>
            <a:ext cx="8143932" cy="646331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en-ZA" sz="3600" dirty="0" err="1">
                <a:solidFill>
                  <a:srgbClr val="FF0000"/>
                </a:solidFill>
                <a:latin typeface="+mj-lt"/>
                <a:ea typeface="+mj-ea"/>
                <a:cs typeface="+mj-cs"/>
              </a:rPr>
              <a:t>Georganiseerde</a:t>
            </a:r>
            <a:r>
              <a:rPr lang="en-ZA" sz="360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ZA" sz="3600" dirty="0" err="1">
                <a:solidFill>
                  <a:srgbClr val="FF0000"/>
                </a:solidFill>
                <a:latin typeface="+mj-lt"/>
                <a:ea typeface="+mj-ea"/>
                <a:cs typeface="+mj-cs"/>
              </a:rPr>
              <a:t>rekenaarmisdaad</a:t>
            </a:r>
            <a:endParaRPr lang="en-ZA" sz="2800" b="0" dirty="0">
              <a:solidFill>
                <a:srgbClr val="FF0000"/>
              </a:solidFill>
            </a:endParaRPr>
          </a:p>
        </p:txBody>
      </p:sp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/>
          </a:p>
        </p:txBody>
      </p:sp>
      <p:sp>
        <p:nvSpPr>
          <p:cNvPr id="19" name="Rectangle 18"/>
          <p:cNvSpPr/>
          <p:nvPr/>
        </p:nvSpPr>
        <p:spPr>
          <a:xfrm>
            <a:off x="357126" y="2636912"/>
            <a:ext cx="6591138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60000" lvl="0" indent="-360000">
              <a:spcAft>
                <a:spcPts val="1200"/>
              </a:spcAft>
              <a:buFont typeface="Arial" pitchFamily="34" charset="0"/>
              <a:buChar char="•"/>
            </a:pPr>
            <a:r>
              <a:rPr lang="en-US" sz="2600" b="0" dirty="0">
                <a:latin typeface="Arial" panose="020B0604020202020204" pitchFamily="34" charset="0"/>
                <a:cs typeface="Arial" panose="020B0604020202020204" pitchFamily="34" charset="0"/>
              </a:rPr>
              <a:t>Die </a:t>
            </a:r>
            <a:r>
              <a:rPr lang="en-US" sz="2600" b="0" dirty="0" err="1">
                <a:latin typeface="Arial" panose="020B0604020202020204" pitchFamily="34" charset="0"/>
                <a:cs typeface="Arial" panose="020B0604020202020204" pitchFamily="34" charset="0"/>
              </a:rPr>
              <a:t>bestuur</a:t>
            </a:r>
            <a:r>
              <a:rPr lang="en-US" sz="2600" b="0" dirty="0">
                <a:latin typeface="Arial" panose="020B0604020202020204" pitchFamily="34" charset="0"/>
                <a:cs typeface="Arial" panose="020B0604020202020204" pitchFamily="34" charset="0"/>
              </a:rPr>
              <a:t> van </a:t>
            </a:r>
            <a:r>
              <a:rPr lang="en-US" sz="2600" b="0" dirty="0" err="1">
                <a:latin typeface="Arial" panose="020B0604020202020204" pitchFamily="34" charset="0"/>
                <a:cs typeface="Arial" panose="020B0604020202020204" pitchFamily="34" charset="0"/>
              </a:rPr>
              <a:t>besighede</a:t>
            </a:r>
            <a:r>
              <a:rPr lang="en-US" sz="2600" b="0" dirty="0">
                <a:latin typeface="Arial" panose="020B0604020202020204" pitchFamily="34" charset="0"/>
                <a:cs typeface="Arial" panose="020B0604020202020204" pitchFamily="34" charset="0"/>
              </a:rPr>
              <a:t> wat </a:t>
            </a:r>
            <a:r>
              <a:rPr lang="en-US" sz="2600" b="0" dirty="0" err="1">
                <a:latin typeface="Arial" panose="020B0604020202020204" pitchFamily="34" charset="0"/>
                <a:cs typeface="Arial" panose="020B0604020202020204" pitchFamily="34" charset="0"/>
              </a:rPr>
              <a:t>gemorspos</a:t>
            </a:r>
            <a:r>
              <a:rPr lang="en-US" sz="2600" b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b="0" dirty="0" err="1">
                <a:latin typeface="Arial" panose="020B0604020202020204" pitchFamily="34" charset="0"/>
                <a:cs typeface="Arial" panose="020B0604020202020204" pitchFamily="34" charset="0"/>
              </a:rPr>
              <a:t>uitstuur</a:t>
            </a:r>
            <a:endParaRPr lang="en-US" sz="2600" b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0000" indent="-360000">
              <a:spcAft>
                <a:spcPts val="1200"/>
              </a:spcAft>
              <a:buFont typeface="Arial" pitchFamily="34" charset="0"/>
              <a:buChar char="•"/>
            </a:pPr>
            <a:r>
              <a:rPr lang="en-US" sz="2600" b="0" dirty="0">
                <a:latin typeface="Arial" panose="020B0604020202020204" pitchFamily="34" charset="0"/>
                <a:cs typeface="Arial" panose="020B0604020202020204" pitchFamily="34" charset="0"/>
              </a:rPr>
              <a:t>Die steel van </a:t>
            </a:r>
            <a:r>
              <a:rPr lang="en-US" sz="2600" b="0" dirty="0" err="1">
                <a:latin typeface="Arial" panose="020B0604020202020204" pitchFamily="34" charset="0"/>
                <a:cs typeface="Arial" panose="020B0604020202020204" pitchFamily="34" charset="0"/>
              </a:rPr>
              <a:t>geheime</a:t>
            </a:r>
            <a:r>
              <a:rPr lang="en-US" sz="2600" b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b="0" dirty="0" err="1">
                <a:latin typeface="Arial" panose="020B0604020202020204" pitchFamily="34" charset="0"/>
                <a:cs typeface="Arial" panose="020B0604020202020204" pitchFamily="34" charset="0"/>
              </a:rPr>
              <a:t>inligting</a:t>
            </a:r>
            <a:r>
              <a:rPr lang="en-US" sz="2600" b="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2600" b="0" dirty="0" err="1">
                <a:latin typeface="Arial" panose="020B0604020202020204" pitchFamily="34" charset="0"/>
                <a:cs typeface="Arial" panose="020B0604020202020204" pitchFamily="34" charset="0"/>
              </a:rPr>
              <a:t>vir</a:t>
            </a:r>
            <a:r>
              <a:rPr lang="en-US" sz="2600" b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b="0" dirty="0" err="1">
                <a:latin typeface="Arial" panose="020B0604020202020204" pitchFamily="34" charset="0"/>
                <a:cs typeface="Arial" panose="020B0604020202020204" pitchFamily="34" charset="0"/>
              </a:rPr>
              <a:t>afpersing</a:t>
            </a:r>
            <a:r>
              <a:rPr lang="en-US" sz="2600" b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b="0" dirty="0" err="1">
                <a:latin typeface="Arial" panose="020B0604020202020204" pitchFamily="34" charset="0"/>
                <a:cs typeface="Arial" panose="020B0604020202020204" pitchFamily="34" charset="0"/>
              </a:rPr>
              <a:t>ens.</a:t>
            </a:r>
            <a:r>
              <a:rPr lang="en-US" sz="2600" b="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360000" indent="-360000">
              <a:spcAft>
                <a:spcPts val="1200"/>
              </a:spcAft>
              <a:buFont typeface="Arial" pitchFamily="34" charset="0"/>
              <a:buChar char="•"/>
            </a:pPr>
            <a:r>
              <a:rPr lang="en-US" sz="2600" b="0" dirty="0" err="1">
                <a:latin typeface="Arial" panose="020B0604020202020204" pitchFamily="34" charset="0"/>
                <a:cs typeface="Arial" panose="020B0604020202020204" pitchFamily="34" charset="0"/>
              </a:rPr>
              <a:t>Kopiëring</a:t>
            </a:r>
            <a:r>
              <a:rPr lang="en-US" sz="2600" b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b="0"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sz="2600" b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b="0" dirty="0" err="1">
                <a:latin typeface="Arial" panose="020B0604020202020204" pitchFamily="34" charset="0"/>
                <a:cs typeface="Arial" panose="020B0604020202020204" pitchFamily="34" charset="0"/>
              </a:rPr>
              <a:t>verkoop</a:t>
            </a:r>
            <a:r>
              <a:rPr lang="en-US" sz="2600" b="0" dirty="0">
                <a:latin typeface="Arial" panose="020B0604020202020204" pitchFamily="34" charset="0"/>
                <a:cs typeface="Arial" panose="020B0604020202020204" pitchFamily="34" charset="0"/>
              </a:rPr>
              <a:t> van </a:t>
            </a:r>
            <a:r>
              <a:rPr lang="en-US" sz="2600" b="0" dirty="0" err="1">
                <a:latin typeface="Arial" panose="020B0604020202020204" pitchFamily="34" charset="0"/>
                <a:cs typeface="Arial" panose="020B0604020202020204" pitchFamily="34" charset="0"/>
              </a:rPr>
              <a:t>onwettige</a:t>
            </a:r>
            <a:r>
              <a:rPr lang="en-US" sz="2600" b="0" dirty="0">
                <a:latin typeface="Arial" panose="020B0604020202020204" pitchFamily="34" charset="0"/>
                <a:cs typeface="Arial" panose="020B0604020202020204" pitchFamily="34" charset="0"/>
              </a:rPr>
              <a:t> CD’s </a:t>
            </a:r>
            <a:r>
              <a:rPr lang="en-US" sz="2600" b="0"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sz="2600" b="0" dirty="0">
                <a:latin typeface="Arial" panose="020B0604020202020204" pitchFamily="34" charset="0"/>
                <a:cs typeface="Arial" panose="020B0604020202020204" pitchFamily="34" charset="0"/>
              </a:rPr>
              <a:t> DVD’s</a:t>
            </a:r>
          </a:p>
          <a:p>
            <a:pPr marL="360000" indent="-360000">
              <a:spcAft>
                <a:spcPts val="1200"/>
              </a:spcAft>
              <a:buFont typeface="Arial" pitchFamily="34" charset="0"/>
              <a:buChar char="•"/>
            </a:pPr>
            <a:r>
              <a:rPr lang="en-US" sz="2600" b="0" dirty="0">
                <a:latin typeface="Arial" panose="020B0604020202020204" pitchFamily="34" charset="0"/>
                <a:cs typeface="Arial" panose="020B0604020202020204" pitchFamily="34" charset="0"/>
              </a:rPr>
              <a:t>Die </a:t>
            </a:r>
            <a:r>
              <a:rPr lang="en-US" sz="2600" b="0" dirty="0" err="1">
                <a:latin typeface="Arial" panose="020B0604020202020204" pitchFamily="34" charset="0"/>
                <a:cs typeface="Arial" panose="020B0604020202020204" pitchFamily="34" charset="0"/>
              </a:rPr>
              <a:t>gebruik</a:t>
            </a:r>
            <a:r>
              <a:rPr lang="en-US" sz="2600" b="0" dirty="0">
                <a:latin typeface="Arial" panose="020B0604020202020204" pitchFamily="34" charset="0"/>
                <a:cs typeface="Arial" panose="020B0604020202020204" pitchFamily="34" charset="0"/>
              </a:rPr>
              <a:t> van </a:t>
            </a:r>
            <a:r>
              <a:rPr lang="en-US" sz="2600" b="0" dirty="0" err="1">
                <a:latin typeface="Arial" panose="020B0604020202020204" pitchFamily="34" charset="0"/>
                <a:cs typeface="Arial" panose="020B0604020202020204" pitchFamily="34" charset="0"/>
              </a:rPr>
              <a:t>rekenaars</a:t>
            </a:r>
            <a:r>
              <a:rPr lang="en-US" sz="2600" b="0" dirty="0">
                <a:latin typeface="Arial" panose="020B0604020202020204" pitchFamily="34" charset="0"/>
                <a:cs typeface="Arial" panose="020B0604020202020204" pitchFamily="34" charset="0"/>
              </a:rPr>
              <a:t> om </a:t>
            </a:r>
            <a:r>
              <a:rPr lang="en-US" sz="2600" b="0" dirty="0" err="1">
                <a:latin typeface="Arial" panose="020B0604020202020204" pitchFamily="34" charset="0"/>
                <a:cs typeface="Arial" panose="020B0604020202020204" pitchFamily="34" charset="0"/>
              </a:rPr>
              <a:t>dokumente</a:t>
            </a:r>
            <a:r>
              <a:rPr lang="en-US" sz="2600" b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b="0" dirty="0" err="1">
                <a:latin typeface="Arial" panose="020B0604020202020204" pitchFamily="34" charset="0"/>
                <a:cs typeface="Arial" panose="020B0604020202020204" pitchFamily="34" charset="0"/>
              </a:rPr>
              <a:t>te</a:t>
            </a:r>
            <a:r>
              <a:rPr lang="en-US" sz="2600" b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b="0" dirty="0" err="1">
                <a:latin typeface="Arial" panose="020B0604020202020204" pitchFamily="34" charset="0"/>
                <a:cs typeface="Arial" panose="020B0604020202020204" pitchFamily="34" charset="0"/>
              </a:rPr>
              <a:t>vervals</a:t>
            </a:r>
            <a:r>
              <a:rPr lang="en-US" sz="2600" b="0" dirty="0"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en-US" sz="2600" b="0" dirty="0" err="1">
                <a:latin typeface="Arial" panose="020B0604020202020204" pitchFamily="34" charset="0"/>
                <a:cs typeface="Arial" panose="020B0604020202020204" pitchFamily="34" charset="0"/>
              </a:rPr>
              <a:t>paspoorte</a:t>
            </a:r>
            <a:r>
              <a:rPr lang="en-US" sz="2600" b="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600" b="0" err="1">
                <a:latin typeface="Arial" panose="020B0604020202020204" pitchFamily="34" charset="0"/>
                <a:cs typeface="Arial" panose="020B0604020202020204" pitchFamily="34" charset="0"/>
              </a:rPr>
              <a:t>kredietkaarte</a:t>
            </a:r>
            <a:r>
              <a:rPr lang="en-US" sz="2600" b="0">
                <a:latin typeface="Arial" panose="020B0604020202020204" pitchFamily="34" charset="0"/>
                <a:cs typeface="Arial" panose="020B0604020202020204" pitchFamily="34" charset="0"/>
              </a:rPr>
              <a:t>, ens.</a:t>
            </a:r>
            <a:endParaRPr lang="en-ZA" sz="26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77248" y="2204864"/>
            <a:ext cx="8327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ZA" sz="2800" dirty="0" err="1">
                <a:solidFill>
                  <a:schemeClr val="bg1"/>
                </a:solidFill>
                <a:latin typeface="+mn-lt"/>
              </a:rPr>
              <a:t>Presies</a:t>
            </a:r>
            <a:r>
              <a:rPr lang="en-ZA" sz="2800" dirty="0">
                <a:solidFill>
                  <a:schemeClr val="bg1"/>
                </a:solidFill>
                <a:latin typeface="+mn-lt"/>
              </a:rPr>
              <a:t> </a:t>
            </a:r>
            <a:r>
              <a:rPr lang="en-ZA" sz="2800" dirty="0" err="1">
                <a:solidFill>
                  <a:schemeClr val="bg1"/>
                </a:solidFill>
                <a:latin typeface="+mn-lt"/>
              </a:rPr>
              <a:t>waarin</a:t>
            </a:r>
            <a:r>
              <a:rPr lang="en-ZA" sz="2800" dirty="0">
                <a:solidFill>
                  <a:schemeClr val="bg1"/>
                </a:solidFill>
                <a:latin typeface="+mn-lt"/>
              </a:rPr>
              <a:t> is </a:t>
            </a:r>
            <a:r>
              <a:rPr lang="en-ZA" sz="2800" dirty="0" err="1">
                <a:solidFill>
                  <a:schemeClr val="bg1"/>
                </a:solidFill>
                <a:latin typeface="+mn-lt"/>
              </a:rPr>
              <a:t>hierdie</a:t>
            </a:r>
            <a:r>
              <a:rPr lang="en-ZA" sz="2800" dirty="0">
                <a:solidFill>
                  <a:schemeClr val="bg1"/>
                </a:solidFill>
                <a:latin typeface="+mn-lt"/>
              </a:rPr>
              <a:t> </a:t>
            </a:r>
            <a:r>
              <a:rPr lang="en-ZA" sz="2800" dirty="0" err="1">
                <a:solidFill>
                  <a:schemeClr val="bg1"/>
                </a:solidFill>
                <a:latin typeface="+mn-lt"/>
              </a:rPr>
              <a:t>sindikate</a:t>
            </a:r>
            <a:r>
              <a:rPr lang="en-ZA" sz="2800" dirty="0">
                <a:solidFill>
                  <a:schemeClr val="bg1"/>
                </a:solidFill>
                <a:latin typeface="+mn-lt"/>
              </a:rPr>
              <a:t> </a:t>
            </a:r>
            <a:r>
              <a:rPr lang="en-ZA" sz="2800" dirty="0" err="1">
                <a:solidFill>
                  <a:schemeClr val="bg1"/>
                </a:solidFill>
                <a:latin typeface="+mn-lt"/>
              </a:rPr>
              <a:t>betrokke</a:t>
            </a:r>
            <a:r>
              <a:rPr lang="en-ZA" sz="2800" dirty="0">
                <a:solidFill>
                  <a:schemeClr val="bg1"/>
                </a:solidFill>
                <a:latin typeface="+mn-lt"/>
              </a:rPr>
              <a:t> by?</a:t>
            </a:r>
          </a:p>
        </p:txBody>
      </p:sp>
      <p:pic>
        <p:nvPicPr>
          <p:cNvPr id="7170" name="Picture 2" descr="D:\XP Media Content\Media\CntCD1\ClipArt8\j0344115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4208" y="3692170"/>
            <a:ext cx="2291499" cy="1413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Action Button: Home 14">
            <a:hlinkClick r:id="rId4" action="ppaction://hlinksldjump" highlightClick="1"/>
          </p:cNvPr>
          <p:cNvSpPr/>
          <p:nvPr/>
        </p:nvSpPr>
        <p:spPr bwMode="auto">
          <a:xfrm>
            <a:off x="11430" y="6297890"/>
            <a:ext cx="531639" cy="548680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noFill/>
          <a:scene3d>
            <a:camera prst="orthographicFront"/>
            <a:lightRig rig="threePt" dir="t"/>
          </a:scene3d>
          <a:sp3d>
            <a:bevelT/>
          </a:sp3d>
        </p:spPr>
        <p:txBody>
          <a:bodyPr>
            <a:normAutofit/>
          </a:bodyPr>
          <a:lstStyle/>
          <a:p>
            <a:r>
              <a:rPr lang="en-ZA" sz="4000" dirty="0" err="1"/>
              <a:t>Toets</a:t>
            </a:r>
            <a:r>
              <a:rPr lang="en-ZA" sz="4000" dirty="0"/>
              <a:t> </a:t>
            </a:r>
            <a:r>
              <a:rPr lang="en-ZA" sz="4000" dirty="0" err="1"/>
              <a:t>en</a:t>
            </a:r>
            <a:r>
              <a:rPr lang="en-ZA" sz="4000" dirty="0"/>
              <a:t> </a:t>
            </a:r>
            <a:r>
              <a:rPr lang="en-ZA" sz="4000" dirty="0" err="1"/>
              <a:t>verbeter</a:t>
            </a:r>
            <a:endParaRPr lang="en-ZA" sz="40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17EE6-F155-4D1A-806D-E2972AE1E919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58390" name="Line 22"/>
          <p:cNvSpPr>
            <a:spLocks noChangeShapeType="1"/>
          </p:cNvSpPr>
          <p:nvPr/>
        </p:nvSpPr>
        <p:spPr bwMode="auto">
          <a:xfrm flipH="1" flipV="1">
            <a:off x="7143768" y="3857628"/>
            <a:ext cx="1008063" cy="1295400"/>
          </a:xfrm>
          <a:prstGeom prst="line">
            <a:avLst/>
          </a:prstGeom>
          <a:noFill/>
          <a:ln w="9525">
            <a:noFill/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ZA" dirty="0"/>
          </a:p>
        </p:txBody>
      </p:sp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125191362"/>
              </p:ext>
            </p:extLst>
          </p:nvPr>
        </p:nvGraphicFramePr>
        <p:xfrm>
          <a:off x="642910" y="2168766"/>
          <a:ext cx="7858180" cy="45005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9" name="Action Button: Home 14">
            <a:hlinkClick r:id="rId8" action="ppaction://hlinksldjump" highlightClick="1"/>
          </p:cNvPr>
          <p:cNvSpPr/>
          <p:nvPr/>
        </p:nvSpPr>
        <p:spPr bwMode="auto">
          <a:xfrm>
            <a:off x="11430" y="6297890"/>
            <a:ext cx="531639" cy="548680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20" name="Line 8"/>
          <p:cNvSpPr>
            <a:spLocks noChangeShapeType="1"/>
          </p:cNvSpPr>
          <p:nvPr/>
        </p:nvSpPr>
        <p:spPr bwMode="auto">
          <a:xfrm flipH="1">
            <a:off x="3132138" y="5516563"/>
            <a:ext cx="1439862" cy="504825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/>
          </a:p>
        </p:txBody>
      </p:sp>
      <p:sp>
        <p:nvSpPr>
          <p:cNvPr id="38921" name="Line 9"/>
          <p:cNvSpPr>
            <a:spLocks noChangeShapeType="1"/>
          </p:cNvSpPr>
          <p:nvPr/>
        </p:nvSpPr>
        <p:spPr bwMode="auto">
          <a:xfrm flipH="1" flipV="1">
            <a:off x="3708400" y="4149725"/>
            <a:ext cx="792163" cy="1295400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sz="2400" dirty="0">
              <a:latin typeface="+mn-lt"/>
            </a:endParaRPr>
          </a:p>
        </p:txBody>
      </p:sp>
      <p:sp>
        <p:nvSpPr>
          <p:cNvPr id="18" name="Line 8"/>
          <p:cNvSpPr>
            <a:spLocks noChangeShapeType="1"/>
          </p:cNvSpPr>
          <p:nvPr/>
        </p:nvSpPr>
        <p:spPr bwMode="auto">
          <a:xfrm flipH="1">
            <a:off x="3132138" y="5516563"/>
            <a:ext cx="1439862" cy="504825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dirty="0"/>
          </a:p>
        </p:txBody>
      </p:sp>
      <p:sp>
        <p:nvSpPr>
          <p:cNvPr id="19" name="Line 9"/>
          <p:cNvSpPr>
            <a:spLocks noChangeShapeType="1"/>
          </p:cNvSpPr>
          <p:nvPr/>
        </p:nvSpPr>
        <p:spPr bwMode="auto">
          <a:xfrm flipH="1" flipV="1">
            <a:off x="3708400" y="4149725"/>
            <a:ext cx="792163" cy="1295400"/>
          </a:xfrm>
          <a:prstGeom prst="lin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ZA" sz="2400" dirty="0">
              <a:latin typeface="+mn-lt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 err="1"/>
              <a:t>Skriftelike</a:t>
            </a:r>
            <a:r>
              <a:rPr lang="en-ZA" dirty="0"/>
              <a:t> module-</a:t>
            </a:r>
            <a:r>
              <a:rPr lang="en-ZA" dirty="0" err="1"/>
              <a:t>aktiwiteit</a:t>
            </a:r>
            <a:endParaRPr lang="en-ZA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A856B-5D0F-40E0-906E-B87E535B8E93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9" name="Action Button: Home 14">
            <a:hlinkClick r:id="rId3" action="ppaction://hlinksldjump" highlightClick="1"/>
          </p:cNvPr>
          <p:cNvSpPr/>
          <p:nvPr/>
        </p:nvSpPr>
        <p:spPr bwMode="auto">
          <a:xfrm>
            <a:off x="11430" y="6297890"/>
            <a:ext cx="531639" cy="548680"/>
          </a:xfrm>
          <a:prstGeom prst="actionButtonHome">
            <a:avLst/>
          </a:prstGeom>
          <a:ln>
            <a:headEnd type="none" w="med" len="med"/>
            <a:tailEnd type="triangle" w="med" len="med"/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6A9C41"/>
      </a:dk2>
      <a:lt2>
        <a:srgbClr val="E7E6E6"/>
      </a:lt2>
      <a:accent1>
        <a:srgbClr val="A7D535"/>
      </a:accent1>
      <a:accent2>
        <a:srgbClr val="EACA4F"/>
      </a:accent2>
      <a:accent3>
        <a:srgbClr val="FD9850"/>
      </a:accent3>
      <a:accent4>
        <a:srgbClr val="F46442"/>
      </a:accent4>
      <a:accent5>
        <a:srgbClr val="54D289"/>
      </a:accent5>
      <a:accent6>
        <a:srgbClr val="6AD8CB"/>
      </a:accent6>
      <a:hlink>
        <a:srgbClr val="CAFB50"/>
      </a:hlink>
      <a:folHlink>
        <a:srgbClr val="DEFF8B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92000"/>
                <a:satMod val="200000"/>
                <a:lumMod val="13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106000"/>
                <a:satMod val="120000"/>
                <a:lumMod val="7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B587E4A9-1405-4B4F-8BC3-512EE08D2EB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Berlin</Template>
  <TotalTime>9214</TotalTime>
  <Words>696</Words>
  <Application>Microsoft Office PowerPoint</Application>
  <PresentationFormat>On-screen Show (4:3)</PresentationFormat>
  <Paragraphs>170</Paragraphs>
  <Slides>18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Calibri</vt:lpstr>
      <vt:lpstr>Symbol</vt:lpstr>
      <vt:lpstr>Trebuchet MS</vt:lpstr>
      <vt:lpstr>Webdings</vt:lpstr>
      <vt:lpstr>Wingdings</vt:lpstr>
      <vt:lpstr>Berlin</vt:lpstr>
      <vt:lpstr>Module 1.8  Die impak van IKT</vt:lpstr>
      <vt:lpstr>Inhoud</vt:lpstr>
      <vt:lpstr>Hoe IKT’s ons lewens en lewenstyle beïnvloed</vt:lpstr>
      <vt:lpstr>Hoe IKT’s ons lewens en lewenstyle beïnvloed</vt:lpstr>
      <vt:lpstr>Hoe IKT’s ons lewens en lewenstyle beïnvloed</vt:lpstr>
      <vt:lpstr>Hoe IKT’s ons lewens en lewenstyle beïnvloed</vt:lpstr>
      <vt:lpstr>Impak op tuiskantore</vt:lpstr>
      <vt:lpstr>Impak op onderwys</vt:lpstr>
      <vt:lpstr>Impak op onderwys</vt:lpstr>
      <vt:lpstr>Impak op onderwys</vt:lpstr>
      <vt:lpstr>Impak op onderwys</vt:lpstr>
      <vt:lpstr>Rekenaarmisdadigers </vt:lpstr>
      <vt:lpstr>Rekenaarmisdadigers</vt:lpstr>
      <vt:lpstr>Rekenaarmisdadigers</vt:lpstr>
      <vt:lpstr>Rekenaarmisdadigers</vt:lpstr>
      <vt:lpstr>Rekenaarmisdadigers</vt:lpstr>
      <vt:lpstr>Toets en verbeter</vt:lpstr>
      <vt:lpstr>Skriftelike module-aktiwiteit</vt:lpstr>
    </vt:vector>
  </TitlesOfParts>
  <Company>Study Opportunities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2006-08-13T21:23:21Z</dcterms:created>
  <dcterms:modified xsi:type="dcterms:W3CDTF">2017-01-19T06:36:30Z</dcterms:modified>
</cp:coreProperties>
</file>