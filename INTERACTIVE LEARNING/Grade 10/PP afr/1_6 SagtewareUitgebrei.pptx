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5" r:id="rId1"/>
  </p:sldMasterIdLst>
  <p:notesMasterIdLst>
    <p:notesMasterId r:id="rId19"/>
  </p:notesMasterIdLst>
  <p:sldIdLst>
    <p:sldId id="257" r:id="rId2"/>
    <p:sldId id="296" r:id="rId3"/>
    <p:sldId id="288" r:id="rId4"/>
    <p:sldId id="347" r:id="rId5"/>
    <p:sldId id="350" r:id="rId6"/>
    <p:sldId id="348" r:id="rId7"/>
    <p:sldId id="349" r:id="rId8"/>
    <p:sldId id="351" r:id="rId9"/>
    <p:sldId id="352" r:id="rId10"/>
    <p:sldId id="353" r:id="rId11"/>
    <p:sldId id="354" r:id="rId12"/>
    <p:sldId id="334" r:id="rId13"/>
    <p:sldId id="335" r:id="rId14"/>
    <p:sldId id="355" r:id="rId15"/>
    <p:sldId id="356" r:id="rId16"/>
    <p:sldId id="313" r:id="rId17"/>
    <p:sldId id="346" r:id="rId18"/>
  </p:sldIdLst>
  <p:sldSz cx="9144000" cy="6858000" type="screen4x3"/>
  <p:notesSz cx="6858000" cy="9144000"/>
  <p:defaultTextStyle>
    <a:defPPr>
      <a:defRPr lang="en-US"/>
    </a:defPPr>
    <a:lvl1pPr algn="l" rtl="0" fontAlgn="base">
      <a:spcBef>
        <a:spcPct val="0"/>
      </a:spcBef>
      <a:spcAft>
        <a:spcPct val="0"/>
      </a:spcAft>
      <a:defRPr sz="2000" b="1" kern="1200">
        <a:solidFill>
          <a:schemeClr val="tx1"/>
        </a:solidFill>
        <a:latin typeface="Arial" charset="0"/>
        <a:ea typeface="+mn-ea"/>
        <a:cs typeface="+mn-cs"/>
      </a:defRPr>
    </a:lvl1pPr>
    <a:lvl2pPr marL="457200" algn="l" rtl="0" fontAlgn="base">
      <a:spcBef>
        <a:spcPct val="0"/>
      </a:spcBef>
      <a:spcAft>
        <a:spcPct val="0"/>
      </a:spcAft>
      <a:defRPr sz="2000" b="1" kern="1200">
        <a:solidFill>
          <a:schemeClr val="tx1"/>
        </a:solidFill>
        <a:latin typeface="Arial" charset="0"/>
        <a:ea typeface="+mn-ea"/>
        <a:cs typeface="+mn-cs"/>
      </a:defRPr>
    </a:lvl2pPr>
    <a:lvl3pPr marL="914400" algn="l" rtl="0" fontAlgn="base">
      <a:spcBef>
        <a:spcPct val="0"/>
      </a:spcBef>
      <a:spcAft>
        <a:spcPct val="0"/>
      </a:spcAft>
      <a:defRPr sz="2000" b="1" kern="1200">
        <a:solidFill>
          <a:schemeClr val="tx1"/>
        </a:solidFill>
        <a:latin typeface="Arial" charset="0"/>
        <a:ea typeface="+mn-ea"/>
        <a:cs typeface="+mn-cs"/>
      </a:defRPr>
    </a:lvl3pPr>
    <a:lvl4pPr marL="1371600" algn="l" rtl="0" fontAlgn="base">
      <a:spcBef>
        <a:spcPct val="0"/>
      </a:spcBef>
      <a:spcAft>
        <a:spcPct val="0"/>
      </a:spcAft>
      <a:defRPr sz="2000" b="1" kern="1200">
        <a:solidFill>
          <a:schemeClr val="tx1"/>
        </a:solidFill>
        <a:latin typeface="Arial" charset="0"/>
        <a:ea typeface="+mn-ea"/>
        <a:cs typeface="+mn-cs"/>
      </a:defRPr>
    </a:lvl4pPr>
    <a:lvl5pPr marL="1828800" algn="l" rtl="0" fontAlgn="base">
      <a:spcBef>
        <a:spcPct val="0"/>
      </a:spcBef>
      <a:spcAft>
        <a:spcPct val="0"/>
      </a:spcAft>
      <a:defRPr sz="2000" b="1" kern="1200">
        <a:solidFill>
          <a:schemeClr val="tx1"/>
        </a:solidFill>
        <a:latin typeface="Arial" charset="0"/>
        <a:ea typeface="+mn-ea"/>
        <a:cs typeface="+mn-cs"/>
      </a:defRPr>
    </a:lvl5pPr>
    <a:lvl6pPr marL="2286000" algn="l" defTabSz="914400" rtl="0" eaLnBrk="1" latinLnBrk="0" hangingPunct="1">
      <a:defRPr sz="2000" b="1" kern="1200">
        <a:solidFill>
          <a:schemeClr val="tx1"/>
        </a:solidFill>
        <a:latin typeface="Arial" charset="0"/>
        <a:ea typeface="+mn-ea"/>
        <a:cs typeface="+mn-cs"/>
      </a:defRPr>
    </a:lvl6pPr>
    <a:lvl7pPr marL="2743200" algn="l" defTabSz="914400" rtl="0" eaLnBrk="1" latinLnBrk="0" hangingPunct="1">
      <a:defRPr sz="2000" b="1" kern="1200">
        <a:solidFill>
          <a:schemeClr val="tx1"/>
        </a:solidFill>
        <a:latin typeface="Arial" charset="0"/>
        <a:ea typeface="+mn-ea"/>
        <a:cs typeface="+mn-cs"/>
      </a:defRPr>
    </a:lvl7pPr>
    <a:lvl8pPr marL="3200400" algn="l" defTabSz="914400" rtl="0" eaLnBrk="1" latinLnBrk="0" hangingPunct="1">
      <a:defRPr sz="2000" b="1" kern="1200">
        <a:solidFill>
          <a:schemeClr val="tx1"/>
        </a:solidFill>
        <a:latin typeface="Arial" charset="0"/>
        <a:ea typeface="+mn-ea"/>
        <a:cs typeface="+mn-cs"/>
      </a:defRPr>
    </a:lvl8pPr>
    <a:lvl9pPr marL="3657600" algn="l" defTabSz="914400" rtl="0" eaLnBrk="1" latinLnBrk="0" hangingPunct="1">
      <a:defRPr sz="2000"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99"/>
    <a:srgbClr val="FF0000"/>
    <a:srgbClr val="0066FF"/>
    <a:srgbClr val="000000"/>
    <a:srgbClr val="33CCFF"/>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00" autoAdjust="0"/>
    <p:restoredTop sz="92265" autoAdjust="0"/>
  </p:normalViewPr>
  <p:slideViewPr>
    <p:cSldViewPr>
      <p:cViewPr varScale="1">
        <p:scale>
          <a:sx n="102" d="100"/>
          <a:sy n="102" d="100"/>
        </p:scale>
        <p:origin x="1986"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image" Target="../media/image18.jpg"/><Relationship Id="rId4" Type="http://schemas.openxmlformats.org/officeDocument/2006/relationships/image" Target="../media/image21.png"/></Relationships>
</file>

<file path=ppt/diagrams/_rels/drawing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image" Target="../media/image18.jpg"/><Relationship Id="rId4" Type="http://schemas.openxmlformats.org/officeDocument/2006/relationships/image" Target="../media/image21.png"/></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F6BC67-416C-4AEE-AEC4-4E0F7462A70F}" type="doc">
      <dgm:prSet loTypeId="urn:microsoft.com/office/officeart/2005/8/layout/vList3" loCatId="list" qsTypeId="urn:microsoft.com/office/officeart/2005/8/quickstyle/simple1" qsCatId="simple" csTypeId="urn:microsoft.com/office/officeart/2005/8/colors/colorful1#1" csCatId="colorful" phldr="1"/>
      <dgm:spPr/>
      <dgm:t>
        <a:bodyPr/>
        <a:lstStyle/>
        <a:p>
          <a:endParaRPr lang="en-ZA"/>
        </a:p>
      </dgm:t>
    </dgm:pt>
    <dgm:pt modelId="{06347966-1A67-4506-B341-8BF14916C62F}">
      <dgm:prSet phldrT="[Text]" custT="1"/>
      <dgm:spPr>
        <a:xfrm>
          <a:off x="0" y="34215"/>
          <a:ext cx="1975104" cy="696451"/>
        </a:xfrm>
      </dgm:spPr>
      <dgm:t>
        <a:bodyPr/>
        <a:lstStyle/>
        <a:p>
          <a:r>
            <a:rPr lang="en-ZA" dirty="0" err="1">
              <a:latin typeface="+mn-lt"/>
              <a:ea typeface="+mn-ea"/>
              <a:cs typeface="+mn-cs"/>
            </a:rPr>
            <a:t>Geïntegreerde</a:t>
          </a:r>
          <a:r>
            <a:rPr lang="en-ZA" dirty="0">
              <a:latin typeface="+mn-lt"/>
              <a:ea typeface="+mn-ea"/>
              <a:cs typeface="+mn-cs"/>
            </a:rPr>
            <a:t> </a:t>
          </a:r>
          <a:r>
            <a:rPr lang="en-ZA" dirty="0" err="1">
              <a:latin typeface="+mn-lt"/>
              <a:ea typeface="+mn-ea"/>
              <a:cs typeface="+mn-cs"/>
            </a:rPr>
            <a:t>sagteware</a:t>
          </a:r>
          <a:endParaRPr lang="en-ZA" dirty="0">
            <a:latin typeface="+mn-lt"/>
            <a:ea typeface="+mn-ea"/>
            <a:cs typeface="+mn-cs"/>
          </a:endParaRPr>
        </a:p>
      </dgm:t>
    </dgm:pt>
    <dgm:pt modelId="{66572654-B098-46AF-B302-251354B0F2E0}" type="parTrans" cxnId="{2ABA8F09-7200-4DD5-AEE4-E4EDDAF1B60D}">
      <dgm:prSet/>
      <dgm:spPr/>
      <dgm:t>
        <a:bodyPr/>
        <a:lstStyle/>
        <a:p>
          <a:endParaRPr lang="en-ZA"/>
        </a:p>
      </dgm:t>
    </dgm:pt>
    <dgm:pt modelId="{B4BF484A-8595-40FD-895E-7139B90F3795}" type="sibTrans" cxnId="{2ABA8F09-7200-4DD5-AEE4-E4EDDAF1B60D}">
      <dgm:prSet/>
      <dgm:spPr/>
      <dgm:t>
        <a:bodyPr/>
        <a:lstStyle/>
        <a:p>
          <a:endParaRPr lang="en-ZA"/>
        </a:p>
      </dgm:t>
    </dgm:pt>
    <dgm:pt modelId="{2BDF80DD-5A9C-44F4-A6E2-2B709A0FDB55}">
      <dgm:prSet phldrT="[Text]" custT="1"/>
      <dgm:spPr>
        <a:xfrm>
          <a:off x="0" y="844462"/>
          <a:ext cx="1975104" cy="697519"/>
        </a:xfrm>
      </dgm:spPr>
      <dgm:t>
        <a:bodyPr/>
        <a:lstStyle/>
        <a:p>
          <a:r>
            <a:rPr lang="en-ZA" dirty="0" err="1">
              <a:latin typeface="+mn-lt"/>
              <a:ea typeface="+mn-ea"/>
              <a:cs typeface="+mn-cs"/>
            </a:rPr>
            <a:t>Lisensiëringsooreenkomste</a:t>
          </a:r>
          <a:endParaRPr lang="en-ZA" dirty="0">
            <a:latin typeface="+mn-lt"/>
            <a:ea typeface="+mn-ea"/>
            <a:cs typeface="+mn-cs"/>
          </a:endParaRPr>
        </a:p>
      </dgm:t>
    </dgm:pt>
    <dgm:pt modelId="{F179298F-BFB0-47D1-9EEE-B752CE20E5B0}" type="parTrans" cxnId="{C818F0AB-BA8B-4277-B81B-08803E5514AD}">
      <dgm:prSet/>
      <dgm:spPr/>
      <dgm:t>
        <a:bodyPr/>
        <a:lstStyle/>
        <a:p>
          <a:endParaRPr lang="en-ZA"/>
        </a:p>
      </dgm:t>
    </dgm:pt>
    <dgm:pt modelId="{6FFA19A0-147F-4423-AE19-2C3872AAF9E6}" type="sibTrans" cxnId="{C818F0AB-BA8B-4277-B81B-08803E5514AD}">
      <dgm:prSet/>
      <dgm:spPr/>
      <dgm:t>
        <a:bodyPr/>
        <a:lstStyle/>
        <a:p>
          <a:endParaRPr lang="en-ZA"/>
        </a:p>
      </dgm:t>
    </dgm:pt>
    <dgm:pt modelId="{E736F510-2120-4262-82EE-0C8EF4AB0E71}">
      <dgm:prSet phldrT="[Text]" custT="1"/>
      <dgm:spPr>
        <a:xfrm>
          <a:off x="0" y="1670786"/>
          <a:ext cx="1975104" cy="666433"/>
        </a:xfrm>
      </dgm:spPr>
      <dgm:t>
        <a:bodyPr/>
        <a:lstStyle/>
        <a:p>
          <a:r>
            <a:rPr lang="en-ZA" dirty="0">
              <a:latin typeface="+mn-lt"/>
              <a:ea typeface="+mn-ea"/>
              <a:cs typeface="+mn-cs"/>
            </a:rPr>
            <a:t>Gratis </a:t>
          </a:r>
          <a:r>
            <a:rPr lang="en-ZA" dirty="0" err="1">
              <a:latin typeface="+mn-lt"/>
              <a:ea typeface="+mn-ea"/>
              <a:cs typeface="+mn-cs"/>
            </a:rPr>
            <a:t>sagteware</a:t>
          </a:r>
          <a:endParaRPr lang="en-ZA" dirty="0">
            <a:latin typeface="+mn-lt"/>
            <a:ea typeface="+mn-ea"/>
            <a:cs typeface="+mn-cs"/>
          </a:endParaRPr>
        </a:p>
      </dgm:t>
    </dgm:pt>
    <dgm:pt modelId="{27D69086-CFAF-4DFB-A16C-F3082D1A2B8C}" type="parTrans" cxnId="{92ADA02D-1079-423E-A7C9-1E2BD950D0E7}">
      <dgm:prSet/>
      <dgm:spPr/>
      <dgm:t>
        <a:bodyPr/>
        <a:lstStyle/>
        <a:p>
          <a:endParaRPr lang="en-ZA"/>
        </a:p>
      </dgm:t>
    </dgm:pt>
    <dgm:pt modelId="{06D8B9CD-6BA8-40E4-9706-64C2A35386A8}" type="sibTrans" cxnId="{92ADA02D-1079-423E-A7C9-1E2BD950D0E7}">
      <dgm:prSet/>
      <dgm:spPr/>
      <dgm:t>
        <a:bodyPr/>
        <a:lstStyle/>
        <a:p>
          <a:endParaRPr lang="en-ZA"/>
        </a:p>
      </dgm:t>
    </dgm:pt>
    <dgm:pt modelId="{4ADEAE6A-D968-42F6-8F6A-F0D895B09293}">
      <dgm:prSet phldrT="[Text]" custT="1"/>
      <dgm:spPr>
        <a:xfrm>
          <a:off x="0" y="2495893"/>
          <a:ext cx="1975104" cy="637779"/>
        </a:xfrm>
      </dgm:spPr>
      <dgm:t>
        <a:bodyPr/>
        <a:lstStyle/>
        <a:p>
          <a:r>
            <a:rPr lang="en-ZA" dirty="0" err="1">
              <a:latin typeface="+mn-lt"/>
              <a:ea typeface="+mn-ea"/>
              <a:cs typeface="+mn-cs"/>
            </a:rPr>
            <a:t>Stelselsagteware</a:t>
          </a:r>
          <a:endParaRPr lang="en-ZA" dirty="0">
            <a:latin typeface="+mn-lt"/>
            <a:ea typeface="+mn-ea"/>
            <a:cs typeface="+mn-cs"/>
          </a:endParaRPr>
        </a:p>
      </dgm:t>
    </dgm:pt>
    <dgm:pt modelId="{90BC9681-E1E6-48D5-A1F8-FF1F54F1BADC}" type="parTrans" cxnId="{44498038-5B5E-4E45-9C32-04AA01BE6B62}">
      <dgm:prSet/>
      <dgm:spPr/>
      <dgm:t>
        <a:bodyPr/>
        <a:lstStyle/>
        <a:p>
          <a:endParaRPr lang="en-ZA"/>
        </a:p>
      </dgm:t>
    </dgm:pt>
    <dgm:pt modelId="{5B534EA5-9E05-48C4-93C2-A41137A091B9}" type="sibTrans" cxnId="{44498038-5B5E-4E45-9C32-04AA01BE6B62}">
      <dgm:prSet/>
      <dgm:spPr/>
      <dgm:t>
        <a:bodyPr/>
        <a:lstStyle/>
        <a:p>
          <a:endParaRPr lang="en-ZA"/>
        </a:p>
      </dgm:t>
    </dgm:pt>
    <dgm:pt modelId="{596F0349-4814-4CE8-A7DC-1ADA15961996}" type="pres">
      <dgm:prSet presAssocID="{00F6BC67-416C-4AEE-AEC4-4E0F7462A70F}" presName="linearFlow" presStyleCnt="0">
        <dgm:presLayoutVars>
          <dgm:dir/>
          <dgm:resizeHandles val="exact"/>
        </dgm:presLayoutVars>
      </dgm:prSet>
      <dgm:spPr/>
    </dgm:pt>
    <dgm:pt modelId="{EB5D5250-8825-4531-AF95-9AAD1140F814}" type="pres">
      <dgm:prSet presAssocID="{06347966-1A67-4506-B341-8BF14916C62F}" presName="composite" presStyleCnt="0"/>
      <dgm:spPr/>
    </dgm:pt>
    <dgm:pt modelId="{5E0DA04F-0108-44D5-A835-E19FA1F7B22A}" type="pres">
      <dgm:prSet presAssocID="{06347966-1A67-4506-B341-8BF14916C62F}" presName="imgShp" presStyleLbl="fgImgPlace1" presStyleIdx="0" presStyleCnt="4"/>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89C72EEA-C733-4A35-9219-731835659D91}" type="pres">
      <dgm:prSet presAssocID="{06347966-1A67-4506-B341-8BF14916C62F}" presName="txShp" presStyleLbl="node1" presStyleIdx="0" presStyleCnt="4">
        <dgm:presLayoutVars>
          <dgm:bulletEnabled val="1"/>
        </dgm:presLayoutVars>
      </dgm:prSet>
      <dgm:spPr/>
    </dgm:pt>
    <dgm:pt modelId="{944BF5A0-DD85-49BB-BAE1-A0F986F0839C}" type="pres">
      <dgm:prSet presAssocID="{B4BF484A-8595-40FD-895E-7139B90F3795}" presName="spacing" presStyleCnt="0"/>
      <dgm:spPr/>
    </dgm:pt>
    <dgm:pt modelId="{7F57805D-7F1E-4E91-BF56-F7B7CB1E65BA}" type="pres">
      <dgm:prSet presAssocID="{2BDF80DD-5A9C-44F4-A6E2-2B709A0FDB55}" presName="composite" presStyleCnt="0"/>
      <dgm:spPr/>
    </dgm:pt>
    <dgm:pt modelId="{0990A6B4-AF38-4F94-9718-DCBA36E22900}" type="pres">
      <dgm:prSet presAssocID="{2BDF80DD-5A9C-44F4-A6E2-2B709A0FDB55}" presName="imgShp" presStyleLbl="fgImgPlace1" presStyleIdx="1" presStyleCnt="4"/>
      <dgm:spPr>
        <a:blipFill>
          <a:blip xmlns:r="http://schemas.openxmlformats.org/officeDocument/2006/relationships" r:embed="rId2">
            <a:extLst>
              <a:ext uri="{28A0092B-C50C-407E-A947-70E740481C1C}">
                <a14:useLocalDpi xmlns:a14="http://schemas.microsoft.com/office/drawing/2010/main" val="0"/>
              </a:ext>
            </a:extLst>
          </a:blip>
          <a:srcRect/>
          <a:stretch>
            <a:fillRect l="-51000" r="-51000"/>
          </a:stretch>
        </a:blipFill>
      </dgm:spPr>
    </dgm:pt>
    <dgm:pt modelId="{0BFE073C-7B37-4886-A5E8-1ED388FB7C20}" type="pres">
      <dgm:prSet presAssocID="{2BDF80DD-5A9C-44F4-A6E2-2B709A0FDB55}" presName="txShp" presStyleLbl="node1" presStyleIdx="1" presStyleCnt="4" custScaleX="97343">
        <dgm:presLayoutVars>
          <dgm:bulletEnabled val="1"/>
        </dgm:presLayoutVars>
      </dgm:prSet>
      <dgm:spPr/>
    </dgm:pt>
    <dgm:pt modelId="{9AAE3640-EF6C-4C03-8D66-2ACBACD839EA}" type="pres">
      <dgm:prSet presAssocID="{6FFA19A0-147F-4423-AE19-2C3872AAF9E6}" presName="spacing" presStyleCnt="0"/>
      <dgm:spPr/>
    </dgm:pt>
    <dgm:pt modelId="{F43DC5AE-6EAA-407B-9B3C-20CBBFDB3A28}" type="pres">
      <dgm:prSet presAssocID="{E736F510-2120-4262-82EE-0C8EF4AB0E71}" presName="composite" presStyleCnt="0"/>
      <dgm:spPr/>
    </dgm:pt>
    <dgm:pt modelId="{EBD54EAA-FFB3-405C-987E-F95CC6F71B7C}" type="pres">
      <dgm:prSet presAssocID="{E736F510-2120-4262-82EE-0C8EF4AB0E71}" presName="imgShp" presStyleLbl="fgImgPlace1" presStyleIdx="2" presStyleCnt="4"/>
      <dgm:spPr>
        <a:blipFill>
          <a:blip xmlns:r="http://schemas.openxmlformats.org/officeDocument/2006/relationships" r:embed="rId3">
            <a:extLst>
              <a:ext uri="{28A0092B-C50C-407E-A947-70E740481C1C}">
                <a14:useLocalDpi xmlns:a14="http://schemas.microsoft.com/office/drawing/2010/main" val="0"/>
              </a:ext>
            </a:extLst>
          </a:blip>
          <a:srcRect/>
          <a:stretch>
            <a:fillRect l="-44000" r="-44000"/>
          </a:stretch>
        </a:blipFill>
      </dgm:spPr>
    </dgm:pt>
    <dgm:pt modelId="{156BB0F4-40CF-4C33-AAB0-2EC63760EFF6}" type="pres">
      <dgm:prSet presAssocID="{E736F510-2120-4262-82EE-0C8EF4AB0E71}" presName="txShp" presStyleLbl="node1" presStyleIdx="2" presStyleCnt="4">
        <dgm:presLayoutVars>
          <dgm:bulletEnabled val="1"/>
        </dgm:presLayoutVars>
      </dgm:prSet>
      <dgm:spPr/>
    </dgm:pt>
    <dgm:pt modelId="{A2D774DB-83D7-4763-B0F4-DEAFFC77E981}" type="pres">
      <dgm:prSet presAssocID="{06D8B9CD-6BA8-40E4-9706-64C2A35386A8}" presName="spacing" presStyleCnt="0"/>
      <dgm:spPr/>
    </dgm:pt>
    <dgm:pt modelId="{09BBBF70-8709-4D73-BA15-5D45250A9AD6}" type="pres">
      <dgm:prSet presAssocID="{4ADEAE6A-D968-42F6-8F6A-F0D895B09293}" presName="composite" presStyleCnt="0"/>
      <dgm:spPr/>
    </dgm:pt>
    <dgm:pt modelId="{39EADB68-77B1-407F-B422-D899AA7AFABC}" type="pres">
      <dgm:prSet presAssocID="{4ADEAE6A-D968-42F6-8F6A-F0D895B09293}" presName="imgShp" presStyleLbl="fgImgPlace1" presStyleIdx="3" presStyleCnt="4"/>
      <dgm:spPr>
        <a:blipFill>
          <a:blip xmlns:r="http://schemas.openxmlformats.org/officeDocument/2006/relationships" r:embed="rId4">
            <a:extLst>
              <a:ext uri="{28A0092B-C50C-407E-A947-70E740481C1C}">
                <a14:useLocalDpi xmlns:a14="http://schemas.microsoft.com/office/drawing/2010/main" val="0"/>
              </a:ext>
            </a:extLst>
          </a:blip>
          <a:srcRect/>
          <a:stretch>
            <a:fillRect/>
          </a:stretch>
        </a:blipFill>
      </dgm:spPr>
    </dgm:pt>
    <dgm:pt modelId="{B73F4248-C113-4F32-98AF-329B3506B71B}" type="pres">
      <dgm:prSet presAssocID="{4ADEAE6A-D968-42F6-8F6A-F0D895B09293}" presName="txShp" presStyleLbl="node1" presStyleIdx="3" presStyleCnt="4">
        <dgm:presLayoutVars>
          <dgm:bulletEnabled val="1"/>
        </dgm:presLayoutVars>
      </dgm:prSet>
      <dgm:spPr/>
    </dgm:pt>
  </dgm:ptLst>
  <dgm:cxnLst>
    <dgm:cxn modelId="{370283CD-12E6-4B96-A8F8-4B36B39A85F1}" type="presOf" srcId="{E736F510-2120-4262-82EE-0C8EF4AB0E71}" destId="{156BB0F4-40CF-4C33-AAB0-2EC63760EFF6}" srcOrd="0" destOrd="0" presId="urn:microsoft.com/office/officeart/2005/8/layout/vList3"/>
    <dgm:cxn modelId="{C818F0AB-BA8B-4277-B81B-08803E5514AD}" srcId="{00F6BC67-416C-4AEE-AEC4-4E0F7462A70F}" destId="{2BDF80DD-5A9C-44F4-A6E2-2B709A0FDB55}" srcOrd="1" destOrd="0" parTransId="{F179298F-BFB0-47D1-9EEE-B752CE20E5B0}" sibTransId="{6FFA19A0-147F-4423-AE19-2C3872AAF9E6}"/>
    <dgm:cxn modelId="{3A631442-F288-4F23-981F-50CF8825220D}" type="presOf" srcId="{4ADEAE6A-D968-42F6-8F6A-F0D895B09293}" destId="{B73F4248-C113-4F32-98AF-329B3506B71B}" srcOrd="0" destOrd="0" presId="urn:microsoft.com/office/officeart/2005/8/layout/vList3"/>
    <dgm:cxn modelId="{2ABA8F09-7200-4DD5-AEE4-E4EDDAF1B60D}" srcId="{00F6BC67-416C-4AEE-AEC4-4E0F7462A70F}" destId="{06347966-1A67-4506-B341-8BF14916C62F}" srcOrd="0" destOrd="0" parTransId="{66572654-B098-46AF-B302-251354B0F2E0}" sibTransId="{B4BF484A-8595-40FD-895E-7139B90F3795}"/>
    <dgm:cxn modelId="{44498038-5B5E-4E45-9C32-04AA01BE6B62}" srcId="{00F6BC67-416C-4AEE-AEC4-4E0F7462A70F}" destId="{4ADEAE6A-D968-42F6-8F6A-F0D895B09293}" srcOrd="3" destOrd="0" parTransId="{90BC9681-E1E6-48D5-A1F8-FF1F54F1BADC}" sibTransId="{5B534EA5-9E05-48C4-93C2-A41137A091B9}"/>
    <dgm:cxn modelId="{675AAEE5-EB83-4B41-A962-42693A70396B}" type="presOf" srcId="{06347966-1A67-4506-B341-8BF14916C62F}" destId="{89C72EEA-C733-4A35-9219-731835659D91}" srcOrd="0" destOrd="0" presId="urn:microsoft.com/office/officeart/2005/8/layout/vList3"/>
    <dgm:cxn modelId="{53A14CAB-FB4E-40F0-BEC8-41D96577C571}" type="presOf" srcId="{2BDF80DD-5A9C-44F4-A6E2-2B709A0FDB55}" destId="{0BFE073C-7B37-4886-A5E8-1ED388FB7C20}" srcOrd="0" destOrd="0" presId="urn:microsoft.com/office/officeart/2005/8/layout/vList3"/>
    <dgm:cxn modelId="{375B82E4-6232-47D3-9111-7D69FCCD6FA8}" type="presOf" srcId="{00F6BC67-416C-4AEE-AEC4-4E0F7462A70F}" destId="{596F0349-4814-4CE8-A7DC-1ADA15961996}" srcOrd="0" destOrd="0" presId="urn:microsoft.com/office/officeart/2005/8/layout/vList3"/>
    <dgm:cxn modelId="{92ADA02D-1079-423E-A7C9-1E2BD950D0E7}" srcId="{00F6BC67-416C-4AEE-AEC4-4E0F7462A70F}" destId="{E736F510-2120-4262-82EE-0C8EF4AB0E71}" srcOrd="2" destOrd="0" parTransId="{27D69086-CFAF-4DFB-A16C-F3082D1A2B8C}" sibTransId="{06D8B9CD-6BA8-40E4-9706-64C2A35386A8}"/>
    <dgm:cxn modelId="{A22718CA-37A5-4FF4-9609-2FE4BC6531EA}" type="presParOf" srcId="{596F0349-4814-4CE8-A7DC-1ADA15961996}" destId="{EB5D5250-8825-4531-AF95-9AAD1140F814}" srcOrd="0" destOrd="0" presId="urn:microsoft.com/office/officeart/2005/8/layout/vList3"/>
    <dgm:cxn modelId="{20BBDDA0-2B09-4DE5-A70B-C18F3ED37F8E}" type="presParOf" srcId="{EB5D5250-8825-4531-AF95-9AAD1140F814}" destId="{5E0DA04F-0108-44D5-A835-E19FA1F7B22A}" srcOrd="0" destOrd="0" presId="urn:microsoft.com/office/officeart/2005/8/layout/vList3"/>
    <dgm:cxn modelId="{8AA62D8C-2061-4627-B0EF-826409FE5164}" type="presParOf" srcId="{EB5D5250-8825-4531-AF95-9AAD1140F814}" destId="{89C72EEA-C733-4A35-9219-731835659D91}" srcOrd="1" destOrd="0" presId="urn:microsoft.com/office/officeart/2005/8/layout/vList3"/>
    <dgm:cxn modelId="{ADF6C073-978C-4382-8F19-A90DB18DED33}" type="presParOf" srcId="{596F0349-4814-4CE8-A7DC-1ADA15961996}" destId="{944BF5A0-DD85-49BB-BAE1-A0F986F0839C}" srcOrd="1" destOrd="0" presId="urn:microsoft.com/office/officeart/2005/8/layout/vList3"/>
    <dgm:cxn modelId="{0AE03D0F-0C21-418B-893C-FB167E89B16D}" type="presParOf" srcId="{596F0349-4814-4CE8-A7DC-1ADA15961996}" destId="{7F57805D-7F1E-4E91-BF56-F7B7CB1E65BA}" srcOrd="2" destOrd="0" presId="urn:microsoft.com/office/officeart/2005/8/layout/vList3"/>
    <dgm:cxn modelId="{B9D0E28C-2202-427A-B7F4-4509554263E6}" type="presParOf" srcId="{7F57805D-7F1E-4E91-BF56-F7B7CB1E65BA}" destId="{0990A6B4-AF38-4F94-9718-DCBA36E22900}" srcOrd="0" destOrd="0" presId="urn:microsoft.com/office/officeart/2005/8/layout/vList3"/>
    <dgm:cxn modelId="{5E635A2B-E1C8-49B1-9CD2-D9AC0B52A168}" type="presParOf" srcId="{7F57805D-7F1E-4E91-BF56-F7B7CB1E65BA}" destId="{0BFE073C-7B37-4886-A5E8-1ED388FB7C20}" srcOrd="1" destOrd="0" presId="urn:microsoft.com/office/officeart/2005/8/layout/vList3"/>
    <dgm:cxn modelId="{3350F800-9139-40EF-9F08-622D8452B37D}" type="presParOf" srcId="{596F0349-4814-4CE8-A7DC-1ADA15961996}" destId="{9AAE3640-EF6C-4C03-8D66-2ACBACD839EA}" srcOrd="3" destOrd="0" presId="urn:microsoft.com/office/officeart/2005/8/layout/vList3"/>
    <dgm:cxn modelId="{43CF2880-8DC8-4B7C-B36F-100C67622B2B}" type="presParOf" srcId="{596F0349-4814-4CE8-A7DC-1ADA15961996}" destId="{F43DC5AE-6EAA-407B-9B3C-20CBBFDB3A28}" srcOrd="4" destOrd="0" presId="urn:microsoft.com/office/officeart/2005/8/layout/vList3"/>
    <dgm:cxn modelId="{78A8A143-2F8C-49E9-BD7F-8610ACC0E663}" type="presParOf" srcId="{F43DC5AE-6EAA-407B-9B3C-20CBBFDB3A28}" destId="{EBD54EAA-FFB3-405C-987E-F95CC6F71B7C}" srcOrd="0" destOrd="0" presId="urn:microsoft.com/office/officeart/2005/8/layout/vList3"/>
    <dgm:cxn modelId="{1FCC4743-1EFB-4D97-BC8B-3020289B35FC}" type="presParOf" srcId="{F43DC5AE-6EAA-407B-9B3C-20CBBFDB3A28}" destId="{156BB0F4-40CF-4C33-AAB0-2EC63760EFF6}" srcOrd="1" destOrd="0" presId="urn:microsoft.com/office/officeart/2005/8/layout/vList3"/>
    <dgm:cxn modelId="{0A8776C5-A4F4-443B-A7BF-A6FD580FA95B}" type="presParOf" srcId="{596F0349-4814-4CE8-A7DC-1ADA15961996}" destId="{A2D774DB-83D7-4763-B0F4-DEAFFC77E981}" srcOrd="5" destOrd="0" presId="urn:microsoft.com/office/officeart/2005/8/layout/vList3"/>
    <dgm:cxn modelId="{ED262A50-D2AA-4DB6-962D-153F693E54CD}" type="presParOf" srcId="{596F0349-4814-4CE8-A7DC-1ADA15961996}" destId="{09BBBF70-8709-4D73-BA15-5D45250A9AD6}" srcOrd="6" destOrd="0" presId="urn:microsoft.com/office/officeart/2005/8/layout/vList3"/>
    <dgm:cxn modelId="{2B13525F-0505-4214-A610-39DE13AC256D}" type="presParOf" srcId="{09BBBF70-8709-4D73-BA15-5D45250A9AD6}" destId="{39EADB68-77B1-407F-B422-D899AA7AFABC}" srcOrd="0" destOrd="0" presId="urn:microsoft.com/office/officeart/2005/8/layout/vList3"/>
    <dgm:cxn modelId="{56188CD4-0C87-4080-8870-D8048534D8F1}" type="presParOf" srcId="{09BBBF70-8709-4D73-BA15-5D45250A9AD6}" destId="{B73F4248-C113-4F32-98AF-329B3506B71B}"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C72EEA-C733-4A35-9219-731835659D91}">
      <dsp:nvSpPr>
        <dsp:cNvPr id="0" name=""/>
        <dsp:cNvSpPr/>
      </dsp:nvSpPr>
      <dsp:spPr>
        <a:xfrm rot="10800000">
          <a:off x="1744631" y="1207"/>
          <a:ext cx="6058238" cy="874737"/>
        </a:xfrm>
        <a:prstGeom prst="homePlate">
          <a:avLst/>
        </a:prstGeom>
        <a:solidFill>
          <a:schemeClr val="accent2">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735" tIns="137160" rIns="256032" bIns="137160" numCol="1" spcCol="1270" anchor="ctr" anchorCtr="0">
          <a:noAutofit/>
        </a:bodyPr>
        <a:lstStyle/>
        <a:p>
          <a:pPr marL="0" lvl="0" indent="0" algn="ctr" defTabSz="1600200">
            <a:lnSpc>
              <a:spcPct val="90000"/>
            </a:lnSpc>
            <a:spcBef>
              <a:spcPct val="0"/>
            </a:spcBef>
            <a:spcAft>
              <a:spcPct val="35000"/>
            </a:spcAft>
            <a:buNone/>
          </a:pPr>
          <a:r>
            <a:rPr lang="en-ZA" sz="3600" kern="1200" dirty="0" err="1">
              <a:latin typeface="+mn-lt"/>
              <a:ea typeface="+mn-ea"/>
              <a:cs typeface="+mn-cs"/>
            </a:rPr>
            <a:t>Geïntegreerde</a:t>
          </a:r>
          <a:r>
            <a:rPr lang="en-ZA" sz="3600" kern="1200" dirty="0">
              <a:latin typeface="+mn-lt"/>
              <a:ea typeface="+mn-ea"/>
              <a:cs typeface="+mn-cs"/>
            </a:rPr>
            <a:t> </a:t>
          </a:r>
          <a:r>
            <a:rPr lang="en-ZA" sz="3600" kern="1200" dirty="0" err="1">
              <a:latin typeface="+mn-lt"/>
              <a:ea typeface="+mn-ea"/>
              <a:cs typeface="+mn-cs"/>
            </a:rPr>
            <a:t>sagteware</a:t>
          </a:r>
          <a:endParaRPr lang="en-ZA" sz="3600" kern="1200" dirty="0">
            <a:latin typeface="+mn-lt"/>
            <a:ea typeface="+mn-ea"/>
            <a:cs typeface="+mn-cs"/>
          </a:endParaRPr>
        </a:p>
      </dsp:txBody>
      <dsp:txXfrm rot="10800000">
        <a:off x="1963315" y="1207"/>
        <a:ext cx="5839554" cy="874737"/>
      </dsp:txXfrm>
    </dsp:sp>
    <dsp:sp modelId="{5E0DA04F-0108-44D5-A835-E19FA1F7B22A}">
      <dsp:nvSpPr>
        <dsp:cNvPr id="0" name=""/>
        <dsp:cNvSpPr/>
      </dsp:nvSpPr>
      <dsp:spPr>
        <a:xfrm>
          <a:off x="1307262" y="1207"/>
          <a:ext cx="874737" cy="874737"/>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BFE073C-7B37-4886-A5E8-1ED388FB7C20}">
      <dsp:nvSpPr>
        <dsp:cNvPr id="0" name=""/>
        <dsp:cNvSpPr/>
      </dsp:nvSpPr>
      <dsp:spPr>
        <a:xfrm rot="10800000">
          <a:off x="1865357" y="1137060"/>
          <a:ext cx="5897271" cy="874737"/>
        </a:xfrm>
        <a:prstGeom prst="homePlate">
          <a:avLst/>
        </a:prstGeom>
        <a:solidFill>
          <a:schemeClr val="accent3">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735" tIns="137160" rIns="256032" bIns="137160" numCol="1" spcCol="1270" anchor="ctr" anchorCtr="0">
          <a:noAutofit/>
        </a:bodyPr>
        <a:lstStyle/>
        <a:p>
          <a:pPr marL="0" lvl="0" indent="0" algn="ctr" defTabSz="1600200">
            <a:lnSpc>
              <a:spcPct val="90000"/>
            </a:lnSpc>
            <a:spcBef>
              <a:spcPct val="0"/>
            </a:spcBef>
            <a:spcAft>
              <a:spcPct val="35000"/>
            </a:spcAft>
            <a:buNone/>
          </a:pPr>
          <a:r>
            <a:rPr lang="en-ZA" sz="3600" kern="1200" dirty="0" err="1">
              <a:latin typeface="+mn-lt"/>
              <a:ea typeface="+mn-ea"/>
              <a:cs typeface="+mn-cs"/>
            </a:rPr>
            <a:t>Lisensiëringsooreenkomste</a:t>
          </a:r>
          <a:endParaRPr lang="en-ZA" sz="3600" kern="1200" dirty="0">
            <a:latin typeface="+mn-lt"/>
            <a:ea typeface="+mn-ea"/>
            <a:cs typeface="+mn-cs"/>
          </a:endParaRPr>
        </a:p>
      </dsp:txBody>
      <dsp:txXfrm rot="10800000">
        <a:off x="2084041" y="1137060"/>
        <a:ext cx="5678587" cy="874737"/>
      </dsp:txXfrm>
    </dsp:sp>
    <dsp:sp modelId="{0990A6B4-AF38-4F94-9718-DCBA36E22900}">
      <dsp:nvSpPr>
        <dsp:cNvPr id="0" name=""/>
        <dsp:cNvSpPr/>
      </dsp:nvSpPr>
      <dsp:spPr>
        <a:xfrm>
          <a:off x="1347504" y="1137060"/>
          <a:ext cx="874737" cy="874737"/>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51000" r="-51000"/>
          </a:stretch>
        </a:blip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56BB0F4-40CF-4C33-AAB0-2EC63760EFF6}">
      <dsp:nvSpPr>
        <dsp:cNvPr id="0" name=""/>
        <dsp:cNvSpPr/>
      </dsp:nvSpPr>
      <dsp:spPr>
        <a:xfrm rot="10800000">
          <a:off x="1744631" y="2272913"/>
          <a:ext cx="6058238" cy="874737"/>
        </a:xfrm>
        <a:prstGeom prst="homePlate">
          <a:avLst/>
        </a:prstGeom>
        <a:solidFill>
          <a:schemeClr val="accent4">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735" tIns="137160" rIns="256032" bIns="137160" numCol="1" spcCol="1270" anchor="ctr" anchorCtr="0">
          <a:noAutofit/>
        </a:bodyPr>
        <a:lstStyle/>
        <a:p>
          <a:pPr marL="0" lvl="0" indent="0" algn="ctr" defTabSz="1600200">
            <a:lnSpc>
              <a:spcPct val="90000"/>
            </a:lnSpc>
            <a:spcBef>
              <a:spcPct val="0"/>
            </a:spcBef>
            <a:spcAft>
              <a:spcPct val="35000"/>
            </a:spcAft>
            <a:buNone/>
          </a:pPr>
          <a:r>
            <a:rPr lang="en-ZA" sz="3600" kern="1200" dirty="0">
              <a:latin typeface="+mn-lt"/>
              <a:ea typeface="+mn-ea"/>
              <a:cs typeface="+mn-cs"/>
            </a:rPr>
            <a:t>Gratis </a:t>
          </a:r>
          <a:r>
            <a:rPr lang="en-ZA" sz="3600" kern="1200" dirty="0" err="1">
              <a:latin typeface="+mn-lt"/>
              <a:ea typeface="+mn-ea"/>
              <a:cs typeface="+mn-cs"/>
            </a:rPr>
            <a:t>sagteware</a:t>
          </a:r>
          <a:endParaRPr lang="en-ZA" sz="3600" kern="1200" dirty="0">
            <a:latin typeface="+mn-lt"/>
            <a:ea typeface="+mn-ea"/>
            <a:cs typeface="+mn-cs"/>
          </a:endParaRPr>
        </a:p>
      </dsp:txBody>
      <dsp:txXfrm rot="10800000">
        <a:off x="1963315" y="2272913"/>
        <a:ext cx="5839554" cy="874737"/>
      </dsp:txXfrm>
    </dsp:sp>
    <dsp:sp modelId="{EBD54EAA-FFB3-405C-987E-F95CC6F71B7C}">
      <dsp:nvSpPr>
        <dsp:cNvPr id="0" name=""/>
        <dsp:cNvSpPr/>
      </dsp:nvSpPr>
      <dsp:spPr>
        <a:xfrm>
          <a:off x="1307262" y="2272913"/>
          <a:ext cx="874737" cy="874737"/>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44000" r="-44000"/>
          </a:stretch>
        </a:blip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73F4248-C113-4F32-98AF-329B3506B71B}">
      <dsp:nvSpPr>
        <dsp:cNvPr id="0" name=""/>
        <dsp:cNvSpPr/>
      </dsp:nvSpPr>
      <dsp:spPr>
        <a:xfrm rot="10800000">
          <a:off x="1744631" y="3408766"/>
          <a:ext cx="6058238" cy="874737"/>
        </a:xfrm>
        <a:prstGeom prst="homePlate">
          <a:avLst/>
        </a:prstGeom>
        <a:solidFill>
          <a:schemeClr val="accent5">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735" tIns="137160" rIns="256032" bIns="137160" numCol="1" spcCol="1270" anchor="ctr" anchorCtr="0">
          <a:noAutofit/>
        </a:bodyPr>
        <a:lstStyle/>
        <a:p>
          <a:pPr marL="0" lvl="0" indent="0" algn="ctr" defTabSz="1600200">
            <a:lnSpc>
              <a:spcPct val="90000"/>
            </a:lnSpc>
            <a:spcBef>
              <a:spcPct val="0"/>
            </a:spcBef>
            <a:spcAft>
              <a:spcPct val="35000"/>
            </a:spcAft>
            <a:buNone/>
          </a:pPr>
          <a:r>
            <a:rPr lang="en-ZA" sz="3600" kern="1200" dirty="0" err="1">
              <a:latin typeface="+mn-lt"/>
              <a:ea typeface="+mn-ea"/>
              <a:cs typeface="+mn-cs"/>
            </a:rPr>
            <a:t>Stelselsagteware</a:t>
          </a:r>
          <a:endParaRPr lang="en-ZA" sz="3600" kern="1200" dirty="0">
            <a:latin typeface="+mn-lt"/>
            <a:ea typeface="+mn-ea"/>
            <a:cs typeface="+mn-cs"/>
          </a:endParaRPr>
        </a:p>
      </dsp:txBody>
      <dsp:txXfrm rot="10800000">
        <a:off x="1963315" y="3408766"/>
        <a:ext cx="5839554" cy="874737"/>
      </dsp:txXfrm>
    </dsp:sp>
    <dsp:sp modelId="{39EADB68-77B1-407F-B422-D899AA7AFABC}">
      <dsp:nvSpPr>
        <dsp:cNvPr id="0" name=""/>
        <dsp:cNvSpPr/>
      </dsp:nvSpPr>
      <dsp:spPr>
        <a:xfrm>
          <a:off x="1307262" y="3408766"/>
          <a:ext cx="874737" cy="874737"/>
        </a:xfrm>
        <a:prstGeom prst="ellipse">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a:stretch>
        </a:blip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ZA"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3A0F2C-42CD-4E94-8BCC-A4D9C9F6BEB5}" type="datetimeFigureOut">
              <a:rPr lang="en-ZA" smtClean="0"/>
              <a:pPr/>
              <a:t>2017/01/21</a:t>
            </a:fld>
            <a:endParaRPr lang="en-ZA"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ZA"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ZA"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2C8C45E-8F79-4D4D-BBF2-45A81020F4F1}" type="slidenum">
              <a:rPr lang="en-ZA" smtClean="0"/>
              <a:pPr/>
              <a:t>‹#›</a:t>
            </a:fld>
            <a:endParaRPr lang="en-ZA" dirty="0"/>
          </a:p>
        </p:txBody>
      </p:sp>
    </p:spTree>
    <p:extLst>
      <p:ext uri="{BB962C8B-B14F-4D97-AF65-F5344CB8AC3E}">
        <p14:creationId xmlns:p14="http://schemas.microsoft.com/office/powerpoint/2010/main" val="214432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2C8C45E-8F79-4D4D-BBF2-45A81020F4F1}" type="slidenum">
              <a:rPr lang="en-ZA" smtClean="0"/>
              <a:pPr/>
              <a:t>1</a:t>
            </a:fld>
            <a:endParaRPr lang="en-ZA" dirty="0"/>
          </a:p>
        </p:txBody>
      </p:sp>
    </p:spTree>
    <p:extLst>
      <p:ext uri="{BB962C8B-B14F-4D97-AF65-F5344CB8AC3E}">
        <p14:creationId xmlns:p14="http://schemas.microsoft.com/office/powerpoint/2010/main" val="2051532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af-ZA" sz="1200" kern="1200" baseline="0" noProof="0">
                <a:solidFill>
                  <a:schemeClr val="tx1"/>
                </a:solidFill>
                <a:latin typeface="+mn-lt"/>
                <a:ea typeface="+mn-ea"/>
                <a:cs typeface="+mn-cs"/>
              </a:rPr>
              <a:t>Voordat die grafiese gebruikerskoppelvlak (GUI) ontwikkel is, het programme baie anders gelyk (hulle het verskillende soorte koppelvlakke gehad). Dit was daarom nogal moeilik om te leer hoe om ’n nuwe program te gebruik. Dit was ook baie moeilik om data tussen programme uit te ruil.</a:t>
            </a:r>
            <a:endParaRPr lang="af-ZA" noProof="0"/>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ZA" sz="1200" kern="1200" dirty="0">
              <a:solidFill>
                <a:schemeClr val="tx1"/>
              </a:solidFill>
              <a:latin typeface="+mn-lt"/>
              <a:ea typeface="+mn-ea"/>
              <a:cs typeface="+mn-cs"/>
            </a:endParaRPr>
          </a:p>
          <a:p>
            <a:pPr lvl="0">
              <a:buFont typeface="Arial" pitchFamily="34" charset="0"/>
              <a:buNone/>
            </a:pPr>
            <a:endParaRPr lang="en-ZA" dirty="0"/>
          </a:p>
        </p:txBody>
      </p:sp>
      <p:sp>
        <p:nvSpPr>
          <p:cNvPr id="4" name="Slide Number Placeholder 3"/>
          <p:cNvSpPr>
            <a:spLocks noGrp="1"/>
          </p:cNvSpPr>
          <p:nvPr>
            <p:ph type="sldNum" sz="quarter" idx="10"/>
          </p:nvPr>
        </p:nvSpPr>
        <p:spPr/>
        <p:txBody>
          <a:bodyPr/>
          <a:lstStyle/>
          <a:p>
            <a:fld id="{B2C8C45E-8F79-4D4D-BBF2-45A81020F4F1}" type="slidenum">
              <a:rPr lang="en-ZA" smtClean="0"/>
              <a:pPr/>
              <a:t>3</a:t>
            </a:fld>
            <a:endParaRPr lang="en-ZA" dirty="0"/>
          </a:p>
        </p:txBody>
      </p:sp>
    </p:spTree>
    <p:extLst>
      <p:ext uri="{BB962C8B-B14F-4D97-AF65-F5344CB8AC3E}">
        <p14:creationId xmlns:p14="http://schemas.microsoft.com/office/powerpoint/2010/main" val="4083647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None/>
            </a:pPr>
            <a:r>
              <a:rPr lang="af-ZA" noProof="0"/>
              <a:t>Interessante feit: Jy</a:t>
            </a:r>
            <a:r>
              <a:rPr lang="af-ZA" baseline="0" noProof="0"/>
              <a:t> word toegelaat om jou programmatuur op jou rekenaar en nog ‘n draagbare toestel installeer. Dit is belangrik dat jy jou lisensie voorwaardes versigtig deurlees.</a:t>
            </a:r>
            <a:endParaRPr lang="af-ZA" noProof="0" dirty="0"/>
          </a:p>
        </p:txBody>
      </p:sp>
      <p:sp>
        <p:nvSpPr>
          <p:cNvPr id="4" name="Slide Number Placeholder 3"/>
          <p:cNvSpPr>
            <a:spLocks noGrp="1"/>
          </p:cNvSpPr>
          <p:nvPr>
            <p:ph type="sldNum" sz="quarter" idx="10"/>
          </p:nvPr>
        </p:nvSpPr>
        <p:spPr/>
        <p:txBody>
          <a:bodyPr/>
          <a:lstStyle/>
          <a:p>
            <a:fld id="{B2C8C45E-8F79-4D4D-BBF2-45A81020F4F1}" type="slidenum">
              <a:rPr lang="en-ZA" smtClean="0"/>
              <a:pPr/>
              <a:t>4</a:t>
            </a:fld>
            <a:endParaRPr lang="en-ZA" dirty="0"/>
          </a:p>
        </p:txBody>
      </p:sp>
    </p:spTree>
    <p:extLst>
      <p:ext uri="{BB962C8B-B14F-4D97-AF65-F5344CB8AC3E}">
        <p14:creationId xmlns:p14="http://schemas.microsoft.com/office/powerpoint/2010/main" val="30465293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None/>
            </a:pPr>
            <a:endParaRPr lang="en-ZA" dirty="0"/>
          </a:p>
        </p:txBody>
      </p:sp>
      <p:sp>
        <p:nvSpPr>
          <p:cNvPr id="4" name="Slide Number Placeholder 3"/>
          <p:cNvSpPr>
            <a:spLocks noGrp="1"/>
          </p:cNvSpPr>
          <p:nvPr>
            <p:ph type="sldNum" sz="quarter" idx="10"/>
          </p:nvPr>
        </p:nvSpPr>
        <p:spPr/>
        <p:txBody>
          <a:bodyPr/>
          <a:lstStyle/>
          <a:p>
            <a:fld id="{B2C8C45E-8F79-4D4D-BBF2-45A81020F4F1}" type="slidenum">
              <a:rPr lang="en-ZA" smtClean="0"/>
              <a:pPr/>
              <a:t>5</a:t>
            </a:fld>
            <a:endParaRPr lang="en-ZA" dirty="0"/>
          </a:p>
        </p:txBody>
      </p:sp>
    </p:spTree>
    <p:extLst>
      <p:ext uri="{BB962C8B-B14F-4D97-AF65-F5344CB8AC3E}">
        <p14:creationId xmlns:p14="http://schemas.microsoft.com/office/powerpoint/2010/main" val="20034655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None/>
            </a:pPr>
            <a:endParaRPr lang="en-ZA" dirty="0"/>
          </a:p>
        </p:txBody>
      </p:sp>
      <p:sp>
        <p:nvSpPr>
          <p:cNvPr id="4" name="Slide Number Placeholder 3"/>
          <p:cNvSpPr>
            <a:spLocks noGrp="1"/>
          </p:cNvSpPr>
          <p:nvPr>
            <p:ph type="sldNum" sz="quarter" idx="10"/>
          </p:nvPr>
        </p:nvSpPr>
        <p:spPr/>
        <p:txBody>
          <a:bodyPr/>
          <a:lstStyle/>
          <a:p>
            <a:fld id="{B2C8C45E-8F79-4D4D-BBF2-45A81020F4F1}" type="slidenum">
              <a:rPr lang="en-ZA" smtClean="0"/>
              <a:pPr/>
              <a:t>6</a:t>
            </a:fld>
            <a:endParaRPr lang="en-ZA" dirty="0"/>
          </a:p>
        </p:txBody>
      </p:sp>
    </p:spTree>
    <p:extLst>
      <p:ext uri="{BB962C8B-B14F-4D97-AF65-F5344CB8AC3E}">
        <p14:creationId xmlns:p14="http://schemas.microsoft.com/office/powerpoint/2010/main" val="10617713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None/>
            </a:pPr>
            <a:endParaRPr lang="en-ZA" dirty="0"/>
          </a:p>
        </p:txBody>
      </p:sp>
      <p:sp>
        <p:nvSpPr>
          <p:cNvPr id="4" name="Slide Number Placeholder 3"/>
          <p:cNvSpPr>
            <a:spLocks noGrp="1"/>
          </p:cNvSpPr>
          <p:nvPr>
            <p:ph type="sldNum" sz="quarter" idx="10"/>
          </p:nvPr>
        </p:nvSpPr>
        <p:spPr/>
        <p:txBody>
          <a:bodyPr/>
          <a:lstStyle/>
          <a:p>
            <a:fld id="{B2C8C45E-8F79-4D4D-BBF2-45A81020F4F1}" type="slidenum">
              <a:rPr lang="en-ZA" smtClean="0"/>
              <a:pPr/>
              <a:t>7</a:t>
            </a:fld>
            <a:endParaRPr lang="en-ZA" dirty="0"/>
          </a:p>
        </p:txBody>
      </p:sp>
    </p:spTree>
    <p:extLst>
      <p:ext uri="{BB962C8B-B14F-4D97-AF65-F5344CB8AC3E}">
        <p14:creationId xmlns:p14="http://schemas.microsoft.com/office/powerpoint/2010/main" val="37310034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None/>
            </a:pPr>
            <a:endParaRPr lang="en-ZA" dirty="0"/>
          </a:p>
        </p:txBody>
      </p:sp>
      <p:sp>
        <p:nvSpPr>
          <p:cNvPr id="4" name="Slide Number Placeholder 3"/>
          <p:cNvSpPr>
            <a:spLocks noGrp="1"/>
          </p:cNvSpPr>
          <p:nvPr>
            <p:ph type="sldNum" sz="quarter" idx="10"/>
          </p:nvPr>
        </p:nvSpPr>
        <p:spPr/>
        <p:txBody>
          <a:bodyPr/>
          <a:lstStyle/>
          <a:p>
            <a:fld id="{B2C8C45E-8F79-4D4D-BBF2-45A81020F4F1}" type="slidenum">
              <a:rPr lang="en-ZA" smtClean="0"/>
              <a:pPr/>
              <a:t>8</a:t>
            </a:fld>
            <a:endParaRPr lang="en-ZA" dirty="0"/>
          </a:p>
        </p:txBody>
      </p:sp>
    </p:spTree>
    <p:extLst>
      <p:ext uri="{BB962C8B-B14F-4D97-AF65-F5344CB8AC3E}">
        <p14:creationId xmlns:p14="http://schemas.microsoft.com/office/powerpoint/2010/main" val="34924519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af-ZA" sz="1200" kern="1200" baseline="0" noProof="0">
                <a:solidFill>
                  <a:schemeClr val="tx1"/>
                </a:solidFill>
                <a:latin typeface="+mn-lt"/>
                <a:ea typeface="+mn-ea"/>
                <a:cs typeface="+mn-cs"/>
              </a:rPr>
              <a:t>Oopbronprogrammatuur mag aangepas word, maar nie verkoop word nie. Daar kan vir die ondersteunende materiaal en dokumentasie geld gevra word (dis net die programkode wat gratis is).</a:t>
            </a:r>
            <a:endParaRPr lang="af-ZA" noProof="0" dirty="0"/>
          </a:p>
        </p:txBody>
      </p:sp>
      <p:sp>
        <p:nvSpPr>
          <p:cNvPr id="4" name="Slide Number Placeholder 3"/>
          <p:cNvSpPr>
            <a:spLocks noGrp="1"/>
          </p:cNvSpPr>
          <p:nvPr>
            <p:ph type="sldNum" sz="quarter" idx="10"/>
          </p:nvPr>
        </p:nvSpPr>
        <p:spPr/>
        <p:txBody>
          <a:bodyPr/>
          <a:lstStyle/>
          <a:p>
            <a:fld id="{B2C8C45E-8F79-4D4D-BBF2-45A81020F4F1}" type="slidenum">
              <a:rPr lang="en-ZA" smtClean="0"/>
              <a:pPr/>
              <a:t>9</a:t>
            </a:fld>
            <a:endParaRPr lang="en-ZA" dirty="0"/>
          </a:p>
        </p:txBody>
      </p:sp>
    </p:spTree>
    <p:extLst>
      <p:ext uri="{BB962C8B-B14F-4D97-AF65-F5344CB8AC3E}">
        <p14:creationId xmlns:p14="http://schemas.microsoft.com/office/powerpoint/2010/main" val="29840146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None/>
            </a:pPr>
            <a:endParaRPr lang="en-ZA" dirty="0"/>
          </a:p>
        </p:txBody>
      </p:sp>
      <p:sp>
        <p:nvSpPr>
          <p:cNvPr id="4" name="Slide Number Placeholder 3"/>
          <p:cNvSpPr>
            <a:spLocks noGrp="1"/>
          </p:cNvSpPr>
          <p:nvPr>
            <p:ph type="sldNum" sz="quarter" idx="10"/>
          </p:nvPr>
        </p:nvSpPr>
        <p:spPr/>
        <p:txBody>
          <a:bodyPr/>
          <a:lstStyle/>
          <a:p>
            <a:fld id="{B2C8C45E-8F79-4D4D-BBF2-45A81020F4F1}" type="slidenum">
              <a:rPr lang="en-ZA" smtClean="0"/>
              <a:pPr/>
              <a:t>10</a:t>
            </a:fld>
            <a:endParaRPr lang="en-ZA" dirty="0"/>
          </a:p>
        </p:txBody>
      </p:sp>
    </p:spTree>
    <p:extLst>
      <p:ext uri="{BB962C8B-B14F-4D97-AF65-F5344CB8AC3E}">
        <p14:creationId xmlns:p14="http://schemas.microsoft.com/office/powerpoint/2010/main" val="2221913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None/>
            </a:pPr>
            <a:endParaRPr lang="en-ZA" dirty="0"/>
          </a:p>
        </p:txBody>
      </p:sp>
      <p:sp>
        <p:nvSpPr>
          <p:cNvPr id="4" name="Slide Number Placeholder 3"/>
          <p:cNvSpPr>
            <a:spLocks noGrp="1"/>
          </p:cNvSpPr>
          <p:nvPr>
            <p:ph type="sldNum" sz="quarter" idx="10"/>
          </p:nvPr>
        </p:nvSpPr>
        <p:spPr/>
        <p:txBody>
          <a:bodyPr/>
          <a:lstStyle/>
          <a:p>
            <a:fld id="{B2C8C45E-8F79-4D4D-BBF2-45A81020F4F1}" type="slidenum">
              <a:rPr lang="en-ZA" smtClean="0"/>
              <a:pPr/>
              <a:t>11</a:t>
            </a:fld>
            <a:endParaRPr lang="en-ZA" dirty="0"/>
          </a:p>
        </p:txBody>
      </p:sp>
    </p:spTree>
    <p:extLst>
      <p:ext uri="{BB962C8B-B14F-4D97-AF65-F5344CB8AC3E}">
        <p14:creationId xmlns:p14="http://schemas.microsoft.com/office/powerpoint/2010/main" val="1207933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ZA" dirty="0"/>
          </a:p>
        </p:txBody>
      </p:sp>
      <p:sp>
        <p:nvSpPr>
          <p:cNvPr id="4" name="Slide Number Placeholder 3"/>
          <p:cNvSpPr>
            <a:spLocks noGrp="1"/>
          </p:cNvSpPr>
          <p:nvPr>
            <p:ph type="sldNum" sz="quarter" idx="10"/>
          </p:nvPr>
        </p:nvSpPr>
        <p:spPr/>
        <p:txBody>
          <a:bodyPr/>
          <a:lstStyle/>
          <a:p>
            <a:fld id="{B2C8C45E-8F79-4D4D-BBF2-45A81020F4F1}" type="slidenum">
              <a:rPr lang="en-ZA" smtClean="0"/>
              <a:pPr/>
              <a:t>12</a:t>
            </a:fld>
            <a:endParaRPr lang="en-ZA" dirty="0"/>
          </a:p>
        </p:txBody>
      </p:sp>
    </p:spTree>
    <p:extLst>
      <p:ext uri="{BB962C8B-B14F-4D97-AF65-F5344CB8AC3E}">
        <p14:creationId xmlns:p14="http://schemas.microsoft.com/office/powerpoint/2010/main" val="23279540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2C8C45E-8F79-4D4D-BBF2-45A81020F4F1}" type="slidenum">
              <a:rPr lang="en-ZA" smtClean="0"/>
              <a:pPr/>
              <a:t>13</a:t>
            </a:fld>
            <a:endParaRPr lang="en-ZA" dirty="0"/>
          </a:p>
        </p:txBody>
      </p:sp>
    </p:spTree>
    <p:extLst>
      <p:ext uri="{BB962C8B-B14F-4D97-AF65-F5344CB8AC3E}">
        <p14:creationId xmlns:p14="http://schemas.microsoft.com/office/powerpoint/2010/main" val="37205525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ZA" dirty="0"/>
          </a:p>
        </p:txBody>
      </p:sp>
      <p:sp>
        <p:nvSpPr>
          <p:cNvPr id="4" name="Slide Number Placeholder 3"/>
          <p:cNvSpPr>
            <a:spLocks noGrp="1"/>
          </p:cNvSpPr>
          <p:nvPr>
            <p:ph type="sldNum" sz="quarter" idx="10"/>
          </p:nvPr>
        </p:nvSpPr>
        <p:spPr/>
        <p:txBody>
          <a:bodyPr/>
          <a:lstStyle/>
          <a:p>
            <a:fld id="{B2C8C45E-8F79-4D4D-BBF2-45A81020F4F1}" type="slidenum">
              <a:rPr lang="en-ZA" smtClean="0"/>
              <a:pPr/>
              <a:t>14</a:t>
            </a:fld>
            <a:endParaRPr lang="en-ZA" dirty="0"/>
          </a:p>
        </p:txBody>
      </p:sp>
    </p:spTree>
    <p:extLst>
      <p:ext uri="{BB962C8B-B14F-4D97-AF65-F5344CB8AC3E}">
        <p14:creationId xmlns:p14="http://schemas.microsoft.com/office/powerpoint/2010/main" val="4813733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ZA" dirty="0"/>
          </a:p>
        </p:txBody>
      </p:sp>
      <p:sp>
        <p:nvSpPr>
          <p:cNvPr id="4" name="Slide Number Placeholder 3"/>
          <p:cNvSpPr>
            <a:spLocks noGrp="1"/>
          </p:cNvSpPr>
          <p:nvPr>
            <p:ph type="sldNum" sz="quarter" idx="10"/>
          </p:nvPr>
        </p:nvSpPr>
        <p:spPr/>
        <p:txBody>
          <a:bodyPr/>
          <a:lstStyle/>
          <a:p>
            <a:fld id="{B2C8C45E-8F79-4D4D-BBF2-45A81020F4F1}" type="slidenum">
              <a:rPr lang="en-ZA" smtClean="0"/>
              <a:pPr/>
              <a:t>15</a:t>
            </a:fld>
            <a:endParaRPr lang="en-ZA" dirty="0"/>
          </a:p>
        </p:txBody>
      </p:sp>
    </p:spTree>
    <p:extLst>
      <p:ext uri="{BB962C8B-B14F-4D97-AF65-F5344CB8AC3E}">
        <p14:creationId xmlns:p14="http://schemas.microsoft.com/office/powerpoint/2010/main" val="15064605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B2C8C45E-8F79-4D4D-BBF2-45A81020F4F1}" type="slidenum">
              <a:rPr lang="en-ZA" smtClean="0"/>
              <a:pPr/>
              <a:t>16</a:t>
            </a:fld>
            <a:endParaRPr lang="en-ZA" dirty="0"/>
          </a:p>
        </p:txBody>
      </p:sp>
    </p:spTree>
    <p:extLst>
      <p:ext uri="{BB962C8B-B14F-4D97-AF65-F5344CB8AC3E}">
        <p14:creationId xmlns:p14="http://schemas.microsoft.com/office/powerpoint/2010/main" val="27220304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B2C8C45E-8F79-4D4D-BBF2-45A81020F4F1}" type="slidenum">
              <a:rPr lang="en-ZA" smtClean="0"/>
              <a:pPr/>
              <a:t>17</a:t>
            </a:fld>
            <a:endParaRPr lang="en-ZA" dirty="0"/>
          </a:p>
        </p:txBody>
      </p:sp>
    </p:spTree>
    <p:extLst>
      <p:ext uri="{BB962C8B-B14F-4D97-AF65-F5344CB8AC3E}">
        <p14:creationId xmlns:p14="http://schemas.microsoft.com/office/powerpoint/2010/main" val="3061965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2063115" y="630937"/>
            <a:ext cx="5230368"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808892" y="1098388"/>
            <a:ext cx="7738814" cy="4394988"/>
          </a:xfrm>
        </p:spPr>
        <p:txBody>
          <a:bodyPr anchor="ctr">
            <a:noAutofit/>
          </a:bodyPr>
          <a:lstStyle>
            <a:lvl1pPr algn="ctr">
              <a:defRPr sz="7500" spc="600" baseline="0"/>
            </a:lvl1pPr>
          </a:lstStyle>
          <a:p>
            <a:r>
              <a:rPr lang="en-US"/>
              <a:t>Click to edit Master title style</a:t>
            </a:r>
            <a:endParaRPr lang="en-US" dirty="0"/>
          </a:p>
        </p:txBody>
      </p:sp>
      <p:sp>
        <p:nvSpPr>
          <p:cNvPr id="3" name="Subtitle 2"/>
          <p:cNvSpPr>
            <a:spLocks noGrp="1"/>
          </p:cNvSpPr>
          <p:nvPr>
            <p:ph type="subTitle" idx="1"/>
          </p:nvPr>
        </p:nvSpPr>
        <p:spPr>
          <a:xfrm>
            <a:off x="1661284" y="5979197"/>
            <a:ext cx="6034030" cy="742279"/>
          </a:xfrm>
        </p:spPr>
        <p:txBody>
          <a:bodyPr anchor="t">
            <a:normAutofit/>
          </a:bodyPr>
          <a:lstStyle>
            <a:lvl1pPr marL="0" indent="0" algn="ctr">
              <a:lnSpc>
                <a:spcPct val="100000"/>
              </a:lnSpc>
              <a:buNone/>
              <a:defRPr sz="1500" b="1" i="0" cap="all" spc="300" baseline="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a:xfrm>
            <a:off x="808892" y="6375679"/>
            <a:ext cx="1747292" cy="348462"/>
          </a:xfrm>
        </p:spPr>
        <p:txBody>
          <a:bodyPr/>
          <a:lstStyle>
            <a:lvl1pPr>
              <a:defRPr baseline="0">
                <a:solidFill>
                  <a:schemeClr val="accent1">
                    <a:lumMod val="50000"/>
                  </a:schemeClr>
                </a:solidFill>
              </a:defRPr>
            </a:lvl1pPr>
          </a:lstStyle>
          <a:p>
            <a:endParaRPr lang="en-US" dirty="0"/>
          </a:p>
        </p:txBody>
      </p:sp>
      <p:sp>
        <p:nvSpPr>
          <p:cNvPr id="5" name="Footer Placeholder 4"/>
          <p:cNvSpPr>
            <a:spLocks noGrp="1"/>
          </p:cNvSpPr>
          <p:nvPr>
            <p:ph type="ftr" sz="quarter" idx="11"/>
          </p:nvPr>
        </p:nvSpPr>
        <p:spPr>
          <a:xfrm>
            <a:off x="3135249" y="6375679"/>
            <a:ext cx="30861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6800414" y="6375679"/>
            <a:ext cx="1747292" cy="345796"/>
          </a:xfrm>
        </p:spPr>
        <p:txBody>
          <a:bodyPr/>
          <a:lstStyle>
            <a:lvl1pPr>
              <a:defRPr baseline="0">
                <a:solidFill>
                  <a:schemeClr val="accent1">
                    <a:lumMod val="50000"/>
                  </a:schemeClr>
                </a:solidFill>
              </a:defRPr>
            </a:lvl1pPr>
          </a:lstStyle>
          <a:p>
            <a:fld id="{292F32F6-A925-4FBE-955E-56727EE66E2D}" type="slidenum">
              <a:rPr lang="en-US" smtClean="0"/>
              <a:pPr/>
              <a:t>‹#›</a:t>
            </a:fld>
            <a:endParaRPr lang="en-US" dirty="0"/>
          </a:p>
        </p:txBody>
      </p:sp>
      <p:sp>
        <p:nvSpPr>
          <p:cNvPr id="13" name="Rectangle 12"/>
          <p:cNvSpPr/>
          <p:nvPr/>
        </p:nvSpPr>
        <p:spPr>
          <a:xfrm>
            <a:off x="0" y="0"/>
            <a:ext cx="21259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title="left edge border"/>
          <p:cNvSpPr/>
          <p:nvPr/>
        </p:nvSpPr>
        <p:spPr>
          <a:xfrm>
            <a:off x="0" y="0"/>
            <a:ext cx="21259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68155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C117EE6-F155-4D1A-806D-E2972AE1E919}" type="slidenum">
              <a:rPr lang="en-US" smtClean="0"/>
              <a:pPr/>
              <a:t>‹#›</a:t>
            </a:fld>
            <a:endParaRPr lang="en-US" dirty="0"/>
          </a:p>
        </p:txBody>
      </p:sp>
    </p:spTree>
    <p:extLst>
      <p:ext uri="{BB962C8B-B14F-4D97-AF65-F5344CB8AC3E}">
        <p14:creationId xmlns:p14="http://schemas.microsoft.com/office/powerpoint/2010/main" val="807842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11" name="Freeform 6"/>
          <p:cNvSpPr/>
          <p:nvPr/>
        </p:nvSpPr>
        <p:spPr bwMode="auto">
          <a:xfrm>
            <a:off x="0" y="0"/>
            <a:ext cx="2110979"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bg2"/>
          </a:solidFill>
          <a:ln w="0">
            <a:noFill/>
            <a:prstDash val="solid"/>
            <a:round/>
            <a:headEnd/>
            <a:tailEnd/>
          </a:ln>
        </p:spPr>
      </p:sp>
      <p:sp>
        <p:nvSpPr>
          <p:cNvPr id="2" name="Title 1"/>
          <p:cNvSpPr>
            <a:spLocks noGrp="1"/>
          </p:cNvSpPr>
          <p:nvPr>
            <p:ph type="title"/>
          </p:nvPr>
        </p:nvSpPr>
        <p:spPr>
          <a:xfrm>
            <a:off x="2432197" y="1073889"/>
            <a:ext cx="6140303" cy="4064627"/>
          </a:xfrm>
        </p:spPr>
        <p:txBody>
          <a:bodyPr anchor="b">
            <a:normAutofit/>
          </a:bodyPr>
          <a:lstStyle>
            <a:lvl1pPr>
              <a:defRPr sz="6300" spc="6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2432198" y="5159782"/>
            <a:ext cx="5263116" cy="951135"/>
          </a:xfrm>
        </p:spPr>
        <p:txBody>
          <a:bodyPr>
            <a:normAutofit/>
          </a:bodyPr>
          <a:lstStyle>
            <a:lvl1pPr marL="0" indent="0">
              <a:lnSpc>
                <a:spcPct val="100000"/>
              </a:lnSpc>
              <a:buNone/>
              <a:defRPr sz="1500" b="1" i="0" cap="all" spc="300" baseline="0">
                <a:solidFill>
                  <a:schemeClr val="accent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2427410" y="6375679"/>
            <a:ext cx="1120460" cy="348462"/>
          </a:xfrm>
        </p:spPr>
        <p:txBody>
          <a:bodyPr/>
          <a:lstStyle>
            <a:lvl1pPr>
              <a:defRPr baseline="0">
                <a:solidFill>
                  <a:schemeClr val="tx2"/>
                </a:solidFill>
              </a:defRPr>
            </a:lvl1pPr>
          </a:lstStyle>
          <a:p>
            <a:endParaRPr lang="en-US" dirty="0"/>
          </a:p>
        </p:txBody>
      </p:sp>
      <p:sp>
        <p:nvSpPr>
          <p:cNvPr id="5" name="Footer Placeholder 4"/>
          <p:cNvSpPr>
            <a:spLocks noGrp="1"/>
          </p:cNvSpPr>
          <p:nvPr>
            <p:ph type="ftr" sz="quarter" idx="11"/>
          </p:nvPr>
        </p:nvSpPr>
        <p:spPr>
          <a:xfrm>
            <a:off x="3959298" y="6375679"/>
            <a:ext cx="30861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7456825" y="6375679"/>
            <a:ext cx="1115675" cy="345796"/>
          </a:xfrm>
        </p:spPr>
        <p:txBody>
          <a:bodyPr/>
          <a:lstStyle>
            <a:lvl1pPr>
              <a:defRPr baseline="0">
                <a:solidFill>
                  <a:schemeClr val="tx2"/>
                </a:solidFill>
              </a:defRPr>
            </a:lvl1pPr>
          </a:lstStyle>
          <a:p>
            <a:fld id="{59DA856B-5D0F-40E0-906E-B87E535B8E93}" type="slidenum">
              <a:rPr lang="en-US" smtClean="0"/>
              <a:pPr/>
              <a:t>‹#›</a:t>
            </a:fld>
            <a:endParaRPr lang="en-US" dirty="0"/>
          </a:p>
        </p:txBody>
      </p:sp>
      <p:sp>
        <p:nvSpPr>
          <p:cNvPr id="16" name="Freeform 11"/>
          <p:cNvSpPr/>
          <p:nvPr/>
        </p:nvSpPr>
        <p:spPr bwMode="auto">
          <a:xfrm>
            <a:off x="655786" y="0"/>
            <a:ext cx="1234679"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nvGrpSpPr>
          <p:cNvPr id="7" name="Group 6" title="left scallop shape"/>
          <p:cNvGrpSpPr/>
          <p:nvPr/>
        </p:nvGrpSpPr>
        <p:grpSpPr>
          <a:xfrm>
            <a:off x="0" y="0"/>
            <a:ext cx="2110979" cy="6858000"/>
            <a:chOff x="0" y="0"/>
            <a:chExt cx="2110979" cy="6858000"/>
          </a:xfrm>
        </p:grpSpPr>
        <p:sp>
          <p:nvSpPr>
            <p:cNvPr id="9" name="Freeform 8" title="left scallop shape"/>
            <p:cNvSpPr/>
            <p:nvPr/>
          </p:nvSpPr>
          <p:spPr bwMode="auto">
            <a:xfrm>
              <a:off x="0" y="0"/>
              <a:ext cx="2110979"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0" name="Freeform 11" title="left scallop inline"/>
            <p:cNvSpPr/>
            <p:nvPr/>
          </p:nvSpPr>
          <p:spPr bwMode="auto">
            <a:xfrm>
              <a:off x="655786" y="0"/>
              <a:ext cx="1234679"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124914294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42975" y="2286000"/>
            <a:ext cx="3593592" cy="36195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85846" y="2286000"/>
            <a:ext cx="3593592" cy="36195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A4B9B2A-EE62-4229-B728-02B5670C2AF2}" type="slidenum">
              <a:rPr lang="en-US" smtClean="0"/>
              <a:pPr/>
              <a:t>‹#›</a:t>
            </a:fld>
            <a:endParaRPr lang="en-US" dirty="0"/>
          </a:p>
        </p:txBody>
      </p:sp>
    </p:spTree>
    <p:extLst>
      <p:ext uri="{BB962C8B-B14F-4D97-AF65-F5344CB8AC3E}">
        <p14:creationId xmlns:p14="http://schemas.microsoft.com/office/powerpoint/2010/main" val="330203518"/>
      </p:ext>
    </p:extLst>
  </p:cSld>
  <p:clrMapOvr>
    <a:masterClrMapping/>
  </p:clrMapOvr>
  <p:extLst mod="1">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42975" y="381001"/>
            <a:ext cx="7629525"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41832" y="2199634"/>
            <a:ext cx="3611880" cy="632529"/>
          </a:xfrm>
        </p:spPr>
        <p:txBody>
          <a:bodyPr anchor="b">
            <a:noAutofit/>
          </a:bodyPr>
          <a:lstStyle>
            <a:lvl1pPr marL="0" indent="0">
              <a:lnSpc>
                <a:spcPct val="100000"/>
              </a:lnSpc>
              <a:buNone/>
              <a:defRPr sz="1800" b="1" cap="all" spc="15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941832" y="2909102"/>
            <a:ext cx="3611880" cy="299639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75398" y="2199634"/>
            <a:ext cx="3611880" cy="632529"/>
          </a:xfrm>
        </p:spPr>
        <p:txBody>
          <a:bodyPr anchor="b">
            <a:noAutofit/>
          </a:bodyPr>
          <a:lstStyle>
            <a:lvl1pPr marL="0" indent="0">
              <a:lnSpc>
                <a:spcPct val="100000"/>
              </a:lnSpc>
              <a:buNone/>
              <a:defRPr sz="1800" b="1" cap="all" spc="15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975398" y="2909102"/>
            <a:ext cx="3611880" cy="299639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9A8B7A4-0678-4B9E-B961-B27E465E9352}" type="slidenum">
              <a:rPr lang="en-US" smtClean="0"/>
              <a:pPr/>
              <a:t>‹#›</a:t>
            </a:fld>
            <a:endParaRPr lang="en-US" dirty="0"/>
          </a:p>
        </p:txBody>
      </p:sp>
    </p:spTree>
    <p:extLst>
      <p:ext uri="{BB962C8B-B14F-4D97-AF65-F5344CB8AC3E}">
        <p14:creationId xmlns:p14="http://schemas.microsoft.com/office/powerpoint/2010/main" val="3848835004"/>
      </p:ext>
    </p:extLst>
  </p:cSld>
  <p:clrMapOvr>
    <a:masterClrMapping/>
  </p:clrMapOvr>
  <p:extLst mod="1">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D2EEDEB-2BAD-4BB0-8D36-95A0FDEF7AAF}" type="slidenum">
              <a:rPr lang="en-US" smtClean="0"/>
              <a:pPr/>
              <a:t>‹#›</a:t>
            </a:fld>
            <a:endParaRPr lang="en-US" dirty="0"/>
          </a:p>
        </p:txBody>
      </p:sp>
    </p:spTree>
    <p:extLst>
      <p:ext uri="{BB962C8B-B14F-4D97-AF65-F5344CB8AC3E}">
        <p14:creationId xmlns:p14="http://schemas.microsoft.com/office/powerpoint/2010/main" val="11826618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2878F17-7D68-4484-876E-9660F07E60D0}" type="slidenum">
              <a:rPr lang="en-US" smtClean="0"/>
              <a:pPr/>
              <a:t>‹#›</a:t>
            </a:fld>
            <a:endParaRPr lang="en-US" dirty="0"/>
          </a:p>
        </p:txBody>
      </p:sp>
    </p:spTree>
    <p:extLst>
      <p:ext uri="{BB962C8B-B14F-4D97-AF65-F5344CB8AC3E}">
        <p14:creationId xmlns:p14="http://schemas.microsoft.com/office/powerpoint/2010/main" val="2981975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5542359" y="0"/>
            <a:ext cx="3601641"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6253414" y="457200"/>
            <a:ext cx="2319086" cy="1196671"/>
          </a:xfrm>
        </p:spPr>
        <p:txBody>
          <a:bodyPr anchor="b">
            <a:normAutofit/>
          </a:bodyPr>
          <a:lstStyle>
            <a:lvl1pPr>
              <a:lnSpc>
                <a:spcPct val="100000"/>
              </a:lnSpc>
              <a:defRPr sz="1800" b="1" i="0" cap="all" spc="225"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573788" y="920377"/>
            <a:ext cx="4618814" cy="498512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53414" y="1741336"/>
            <a:ext cx="2319086" cy="4164164"/>
          </a:xfrm>
        </p:spPr>
        <p:txBody>
          <a:bodyPr>
            <a:normAutofit/>
          </a:bodyPr>
          <a:lstStyle>
            <a:lvl1pPr marL="0" indent="0">
              <a:lnSpc>
                <a:spcPct val="110000"/>
              </a:lnSpc>
              <a:spcBef>
                <a:spcPts val="1200"/>
              </a:spcBef>
              <a:buNone/>
              <a:defRPr sz="1400" baseline="0">
                <a:solidFill>
                  <a:schemeClr val="bg2"/>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a:xfrm>
            <a:off x="573789" y="6375679"/>
            <a:ext cx="925016" cy="348462"/>
          </a:xfrm>
        </p:spPr>
        <p:txBody>
          <a:bodyPr/>
          <a:lstStyle/>
          <a:p>
            <a:endParaRPr lang="en-US" dirty="0"/>
          </a:p>
        </p:txBody>
      </p:sp>
      <p:sp>
        <p:nvSpPr>
          <p:cNvPr id="6" name="Footer Placeholder 5"/>
          <p:cNvSpPr>
            <a:spLocks noGrp="1"/>
          </p:cNvSpPr>
          <p:nvPr>
            <p:ph type="ftr" sz="quarter" idx="11"/>
          </p:nvPr>
        </p:nvSpPr>
        <p:spPr>
          <a:xfrm>
            <a:off x="1577716" y="6375679"/>
            <a:ext cx="2611634" cy="345796"/>
          </a:xfrm>
        </p:spPr>
        <p:txBody>
          <a:bodyPr/>
          <a:lstStyle/>
          <a:p>
            <a:endParaRPr lang="en-US" dirty="0"/>
          </a:p>
        </p:txBody>
      </p:sp>
      <p:sp>
        <p:nvSpPr>
          <p:cNvPr id="7" name="Slide Number Placeholder 6"/>
          <p:cNvSpPr>
            <a:spLocks noGrp="1"/>
          </p:cNvSpPr>
          <p:nvPr>
            <p:ph type="sldNum" sz="quarter" idx="12"/>
          </p:nvPr>
        </p:nvSpPr>
        <p:spPr>
          <a:xfrm>
            <a:off x="4268261" y="6375679"/>
            <a:ext cx="924342" cy="345796"/>
          </a:xfrm>
        </p:spPr>
        <p:txBody>
          <a:bodyPr/>
          <a:lstStyle/>
          <a:p>
            <a:fld id="{46853E88-DB3D-4BD5-B3E0-4359320A1A49}" type="slidenum">
              <a:rPr lang="en-US" smtClean="0"/>
              <a:pPr/>
              <a:t>‹#›</a:t>
            </a:fld>
            <a:endParaRPr lang="en-US" dirty="0"/>
          </a:p>
        </p:txBody>
      </p:sp>
      <p:sp>
        <p:nvSpPr>
          <p:cNvPr id="8" name="Rectangle 7"/>
          <p:cNvSpPr/>
          <p:nvPr/>
        </p:nvSpPr>
        <p:spPr>
          <a:xfrm>
            <a:off x="0" y="0"/>
            <a:ext cx="21259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title="left edge border"/>
          <p:cNvSpPr/>
          <p:nvPr/>
        </p:nvSpPr>
        <p:spPr>
          <a:xfrm>
            <a:off x="0" y="0"/>
            <a:ext cx="21259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629103450"/>
      </p:ext>
    </p:extLst>
  </p:cSld>
  <p:clrMapOvr>
    <a:masterClrMapping/>
  </p:clrMapOvr>
  <p:extLst mod="1">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12598" y="1"/>
            <a:ext cx="5516689" cy="685799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11" name="Freeform 11" title="right scallop background shape"/>
          <p:cNvSpPr/>
          <p:nvPr/>
        </p:nvSpPr>
        <p:spPr bwMode="auto">
          <a:xfrm>
            <a:off x="5542359" y="0"/>
            <a:ext cx="3601641"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p:cNvSpPr/>
          <p:nvPr/>
        </p:nvSpPr>
        <p:spPr>
          <a:xfrm>
            <a:off x="0" y="0"/>
            <a:ext cx="21259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253413" y="457200"/>
            <a:ext cx="2319088" cy="1196670"/>
          </a:xfrm>
        </p:spPr>
        <p:txBody>
          <a:bodyPr anchor="b">
            <a:normAutofit/>
          </a:bodyPr>
          <a:lstStyle>
            <a:lvl1pPr>
              <a:lnSpc>
                <a:spcPct val="100000"/>
              </a:lnSpc>
              <a:defRPr sz="1800" b="1" i="0" spc="225"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6253413" y="1741336"/>
            <a:ext cx="2319088" cy="4164164"/>
          </a:xfrm>
        </p:spPr>
        <p:txBody>
          <a:bodyPr>
            <a:normAutofit/>
          </a:bodyPr>
          <a:lstStyle>
            <a:lvl1pPr marL="0" indent="0">
              <a:lnSpc>
                <a:spcPct val="110000"/>
              </a:lnSpc>
              <a:spcBef>
                <a:spcPts val="1200"/>
              </a:spcBef>
              <a:buNone/>
              <a:defRPr sz="1400" baseline="0">
                <a:solidFill>
                  <a:schemeClr val="bg2"/>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a:xfrm>
            <a:off x="574463" y="6375679"/>
            <a:ext cx="924342" cy="348462"/>
          </a:xfrm>
        </p:spPr>
        <p:txBody>
          <a:bodyPr/>
          <a:lstStyle/>
          <a:p>
            <a:endParaRPr lang="en-US" dirty="0"/>
          </a:p>
        </p:txBody>
      </p:sp>
      <p:sp>
        <p:nvSpPr>
          <p:cNvPr id="6" name="Footer Placeholder 5"/>
          <p:cNvSpPr>
            <a:spLocks noGrp="1"/>
          </p:cNvSpPr>
          <p:nvPr>
            <p:ph type="ftr" sz="quarter" idx="11"/>
          </p:nvPr>
        </p:nvSpPr>
        <p:spPr>
          <a:xfrm>
            <a:off x="1577716" y="6375679"/>
            <a:ext cx="2611634" cy="345796"/>
          </a:xfrm>
        </p:spPr>
        <p:txBody>
          <a:bodyPr/>
          <a:lstStyle/>
          <a:p>
            <a:endParaRPr lang="en-US" dirty="0"/>
          </a:p>
        </p:txBody>
      </p:sp>
      <p:sp>
        <p:nvSpPr>
          <p:cNvPr id="7" name="Slide Number Placeholder 6"/>
          <p:cNvSpPr>
            <a:spLocks noGrp="1"/>
          </p:cNvSpPr>
          <p:nvPr>
            <p:ph type="sldNum" sz="quarter" idx="12"/>
          </p:nvPr>
        </p:nvSpPr>
        <p:spPr>
          <a:xfrm>
            <a:off x="4256153" y="6375679"/>
            <a:ext cx="947460" cy="345796"/>
          </a:xfrm>
        </p:spPr>
        <p:txBody>
          <a:bodyPr/>
          <a:lstStyle/>
          <a:p>
            <a:fld id="{5D53B46A-E307-4291-8AFC-1FB7985F8F89}" type="slidenum">
              <a:rPr lang="en-US" smtClean="0"/>
              <a:pPr/>
              <a:t>‹#›</a:t>
            </a:fld>
            <a:endParaRPr lang="en-US" dirty="0"/>
          </a:p>
        </p:txBody>
      </p:sp>
      <p:sp>
        <p:nvSpPr>
          <p:cNvPr id="13" name="Rectangle 12" title="left edge border"/>
          <p:cNvSpPr/>
          <p:nvPr/>
        </p:nvSpPr>
        <p:spPr>
          <a:xfrm>
            <a:off x="0" y="0"/>
            <a:ext cx="21259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86664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E6601FB-0FEE-4A4D-9ADD-9D8710ACB617}" type="slidenum">
              <a:rPr lang="en-US" smtClean="0"/>
              <a:pPr/>
              <a:t>‹#›</a:t>
            </a:fld>
            <a:endParaRPr lang="en-US" dirty="0"/>
          </a:p>
        </p:txBody>
      </p:sp>
    </p:spTree>
    <p:extLst>
      <p:ext uri="{BB962C8B-B14F-4D97-AF65-F5344CB8AC3E}">
        <p14:creationId xmlns:p14="http://schemas.microsoft.com/office/powerpoint/2010/main" val="3425792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6911" y="382386"/>
            <a:ext cx="1771930"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942974" y="382386"/>
            <a:ext cx="5809517" cy="560040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2D476D9-B36A-4BF3-9ED4-7BAB3744909F}" type="slidenum">
              <a:rPr lang="en-US" smtClean="0"/>
              <a:pPr/>
              <a:t>‹#›</a:t>
            </a:fld>
            <a:endParaRPr lang="en-US" dirty="0"/>
          </a:p>
        </p:txBody>
      </p:sp>
    </p:spTree>
    <p:extLst>
      <p:ext uri="{BB962C8B-B14F-4D97-AF65-F5344CB8AC3E}">
        <p14:creationId xmlns:p14="http://schemas.microsoft.com/office/powerpoint/2010/main" val="20247188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38758" y="382385"/>
            <a:ext cx="763374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938758" y="2286002"/>
            <a:ext cx="7633742" cy="359359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38758" y="6375679"/>
            <a:ext cx="1747292" cy="348462"/>
          </a:xfrm>
          <a:prstGeom prst="rect">
            <a:avLst/>
          </a:prstGeom>
        </p:spPr>
        <p:txBody>
          <a:bodyPr vert="horz" lIns="91440" tIns="45720" rIns="91440" bIns="45720" rtlCol="0" anchor="ctr"/>
          <a:lstStyle>
            <a:lvl1pPr algn="l">
              <a:defRPr sz="1000">
                <a:solidFill>
                  <a:schemeClr val="tx1">
                    <a:lumMod val="65000"/>
                    <a:lumOff val="35000"/>
                  </a:schemeClr>
                </a:solidFill>
              </a:defRPr>
            </a:lvl1pPr>
          </a:lstStyle>
          <a:p>
            <a:endParaRPr lang="en-US" dirty="0"/>
          </a:p>
        </p:txBody>
      </p:sp>
      <p:sp>
        <p:nvSpPr>
          <p:cNvPr id="5" name="Footer Placeholder 4"/>
          <p:cNvSpPr>
            <a:spLocks noGrp="1"/>
          </p:cNvSpPr>
          <p:nvPr>
            <p:ph type="ftr" sz="quarter" idx="3"/>
          </p:nvPr>
        </p:nvSpPr>
        <p:spPr>
          <a:xfrm>
            <a:off x="3028950" y="6375679"/>
            <a:ext cx="3086100" cy="345796"/>
          </a:xfrm>
          <a:prstGeom prst="rect">
            <a:avLst/>
          </a:prstGeom>
        </p:spPr>
        <p:txBody>
          <a:bodyPr vert="horz" lIns="91440" tIns="45720" rIns="91440" bIns="45720" rtlCol="0" anchor="ctr"/>
          <a:lstStyle>
            <a:lvl1pPr algn="ctr">
              <a:defRPr sz="10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6457951" y="6375679"/>
            <a:ext cx="2114549" cy="345796"/>
          </a:xfrm>
          <a:prstGeom prst="rect">
            <a:avLst/>
          </a:prstGeom>
        </p:spPr>
        <p:txBody>
          <a:bodyPr vert="horz" lIns="91440" tIns="45720" rIns="91440" bIns="45720" rtlCol="0" anchor="ctr"/>
          <a:lstStyle>
            <a:lvl1pPr algn="r">
              <a:defRPr sz="1000">
                <a:solidFill>
                  <a:schemeClr val="tx1">
                    <a:lumMod val="65000"/>
                    <a:lumOff val="35000"/>
                  </a:schemeClr>
                </a:solidFill>
              </a:defRPr>
            </a:lvl1pPr>
          </a:lstStyle>
          <a:p>
            <a:fld id="{C286CDC9-7134-4453-8ADC-7A69A043EFC0}" type="slidenum">
              <a:rPr lang="en-US" smtClean="0"/>
              <a:pPr/>
              <a:t>‹#›</a:t>
            </a:fld>
            <a:endParaRPr lang="en-US" dirty="0"/>
          </a:p>
        </p:txBody>
      </p:sp>
      <p:sp>
        <p:nvSpPr>
          <p:cNvPr id="12" name="Rectangle 11"/>
          <p:cNvSpPr/>
          <p:nvPr/>
        </p:nvSpPr>
        <p:spPr>
          <a:xfrm>
            <a:off x="8931402" y="0"/>
            <a:ext cx="21259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title="right edge border"/>
          <p:cNvSpPr/>
          <p:nvPr/>
        </p:nvSpPr>
        <p:spPr>
          <a:xfrm>
            <a:off x="8931402" y="0"/>
            <a:ext cx="21259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Freeform 5"/>
          <p:cNvSpPr/>
          <p:nvPr/>
        </p:nvSpPr>
        <p:spPr bwMode="auto">
          <a:xfrm>
            <a:off x="1" y="0"/>
            <a:ext cx="679090" cy="6858000"/>
          </a:xfrm>
          <a:custGeom>
            <a:avLst/>
            <a:gdLst/>
            <a:ahLst/>
            <a:cxnLst/>
            <a:rect l="0" t="0" r="r" b="b"/>
            <a:pathLst>
              <a:path w="211" h="2160">
                <a:moveTo>
                  <a:pt x="155" y="1728"/>
                </a:moveTo>
                <a:cubicBezTo>
                  <a:pt x="155" y="1620"/>
                  <a:pt x="211" y="1620"/>
                  <a:pt x="211" y="1512"/>
                </a:cubicBezTo>
                <a:cubicBezTo>
                  <a:pt x="211" y="1404"/>
                  <a:pt x="155" y="1404"/>
                  <a:pt x="155" y="1296"/>
                </a:cubicBezTo>
                <a:cubicBezTo>
                  <a:pt x="155" y="1188"/>
                  <a:pt x="211" y="1188"/>
                  <a:pt x="211" y="1080"/>
                </a:cubicBezTo>
                <a:cubicBezTo>
                  <a:pt x="211" y="972"/>
                  <a:pt x="155" y="972"/>
                  <a:pt x="155" y="864"/>
                </a:cubicBezTo>
                <a:cubicBezTo>
                  <a:pt x="155" y="756"/>
                  <a:pt x="211" y="756"/>
                  <a:pt x="211" y="648"/>
                </a:cubicBezTo>
                <a:cubicBezTo>
                  <a:pt x="211" y="540"/>
                  <a:pt x="155" y="540"/>
                  <a:pt x="155" y="432"/>
                </a:cubicBezTo>
                <a:cubicBezTo>
                  <a:pt x="155" y="324"/>
                  <a:pt x="211" y="324"/>
                  <a:pt x="211" y="216"/>
                </a:cubicBezTo>
                <a:cubicBezTo>
                  <a:pt x="211" y="108"/>
                  <a:pt x="155" y="108"/>
                  <a:pt x="155" y="0"/>
                </a:cubicBezTo>
                <a:cubicBezTo>
                  <a:pt x="0" y="0"/>
                  <a:pt x="0" y="0"/>
                  <a:pt x="0" y="0"/>
                </a:cubicBezTo>
                <a:cubicBezTo>
                  <a:pt x="0" y="2160"/>
                  <a:pt x="0" y="2160"/>
                  <a:pt x="0" y="2160"/>
                </a:cubicBezTo>
                <a:cubicBezTo>
                  <a:pt x="155" y="2160"/>
                  <a:pt x="155" y="2160"/>
                  <a:pt x="155" y="2160"/>
                </a:cubicBezTo>
                <a:cubicBezTo>
                  <a:pt x="155" y="2052"/>
                  <a:pt x="211" y="2052"/>
                  <a:pt x="211" y="1944"/>
                </a:cubicBezTo>
                <a:cubicBezTo>
                  <a:pt x="211" y="1836"/>
                  <a:pt x="155" y="1836"/>
                  <a:pt x="155" y="1728"/>
                </a:cubicBezTo>
                <a:close/>
              </a:path>
            </a:pathLst>
          </a:custGeom>
          <a:solidFill>
            <a:schemeClr val="tx2"/>
          </a:solidFill>
          <a:ln>
            <a:noFill/>
          </a:ln>
        </p:spPr>
      </p:sp>
    </p:spTree>
    <p:extLst>
      <p:ext uri="{BB962C8B-B14F-4D97-AF65-F5344CB8AC3E}">
        <p14:creationId xmlns:p14="http://schemas.microsoft.com/office/powerpoint/2010/main" val="455804119"/>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hdr="0" ftr="0" dt="0"/>
  <p:txStyles>
    <p:titleStyle>
      <a:lvl1pPr algn="l" defTabSz="685800" rtl="0" eaLnBrk="1" latinLnBrk="0" hangingPunct="1">
        <a:lnSpc>
          <a:spcPct val="90000"/>
        </a:lnSpc>
        <a:spcBef>
          <a:spcPct val="0"/>
        </a:spcBef>
        <a:buNone/>
        <a:defRPr sz="5100" kern="1200" cap="all" spc="150" baseline="0">
          <a:solidFill>
            <a:schemeClr val="tx2"/>
          </a:solidFill>
          <a:latin typeface="+mj-lt"/>
          <a:ea typeface="+mj-ea"/>
          <a:cs typeface="+mj-cs"/>
        </a:defRPr>
      </a:lvl1pPr>
    </p:titleStyle>
    <p:bodyStyle>
      <a:lvl1pPr marL="228600" indent="-228600" algn="l" defTabSz="6858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6858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6858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6858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6858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6858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6858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6858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6858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792">
          <p15:clr>
            <a:srgbClr val="F26B43"/>
          </p15:clr>
        </p15:guide>
        <p15:guide id="2" pos="7200">
          <p15:clr>
            <a:srgbClr val="F26B43"/>
          </p15:clr>
        </p15:guide>
        <p15:guide id="0" pos="594">
          <p15:clr>
            <a:srgbClr val="F26B43"/>
          </p15:clr>
        </p15:guide>
        <p15:guide id="3" pos="5400">
          <p15:clr>
            <a:srgbClr val="F26B43"/>
          </p15:clr>
        </p15:guide>
        <p15:guide id="4" orient="horz" pos="4008">
          <p15:clr>
            <a:srgbClr val="F26B43"/>
          </p15:clr>
        </p15:guide>
        <p15:guide id="5" orient="horz" pos="1440">
          <p15:clr>
            <a:srgbClr val="F26B43"/>
          </p15:clr>
        </p15:guide>
        <p15:guide id="6" orient="horz" pos="3720">
          <p15:clr>
            <a:srgbClr val="F26B43"/>
          </p15:clr>
        </p15:guide>
        <p15:guide id="7" orient="horz" pos="2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16.xml"/><Relationship Id="rId5" Type="http://schemas.openxmlformats.org/officeDocument/2006/relationships/slide" Target="slide12.xml"/><Relationship Id="rId4" Type="http://schemas.openxmlformats.org/officeDocument/2006/relationships/slide" Target="slide8.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slide" Target="slide2.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slide" Target="slide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slide" Target="slide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slide" Target="slide2.xml"/></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slide" Target="slide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image" Target="../media/image17.jpeg"/></Relationships>
</file>

<file path=ppt/slides/_rels/slide16.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8000" cap="none"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Module 1.6 </a:t>
            </a:r>
            <a:br>
              <a:rPr lang="en-US" sz="8000" cap="none"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ZA" sz="8000" cap="none"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Uitgebreide</a:t>
            </a:r>
            <a:r>
              <a:rPr lang="en-ZA" sz="8000" cap="none"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a:t>
            </a:r>
            <a:r>
              <a:rPr lang="en-ZA" sz="8000" cap="none"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konsepte</a:t>
            </a:r>
            <a:r>
              <a:rPr lang="en-ZA" sz="8000" cap="none"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van </a:t>
            </a:r>
            <a:r>
              <a:rPr lang="en-ZA" sz="8000" cap="none"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sagteware</a:t>
            </a:r>
            <a:endParaRPr lang="en-ZA"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24328" y="4581128"/>
            <a:ext cx="1519888" cy="2160000"/>
          </a:xfrm>
          <a:prstGeom prst="rect">
            <a:avLst/>
          </a:prstGeom>
          <a:ln w="19050">
            <a:solidFill>
              <a:schemeClr val="accent6">
                <a:lumMod val="50000"/>
              </a:schemeClr>
            </a:solidFill>
          </a:ln>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38758" y="1916832"/>
            <a:ext cx="7175648" cy="3960440"/>
          </a:xfrm>
        </p:spPr>
        <p:txBody>
          <a:bodyPr>
            <a:normAutofit/>
          </a:bodyPr>
          <a:lstStyle/>
          <a:p>
            <a:r>
              <a:rPr lang="en-ZA" sz="3200" dirty="0">
                <a:hlinkClick r:id="rId2" action="ppaction://hlinksldjump"/>
              </a:rPr>
              <a:t>Geïntegreerde sagteware</a:t>
            </a:r>
            <a:endParaRPr lang="en-ZA" sz="3200" dirty="0"/>
          </a:p>
          <a:p>
            <a:r>
              <a:rPr lang="en-ZA" sz="3200" dirty="0">
                <a:hlinkClick r:id="rId3" action="ppaction://hlinksldjump"/>
              </a:rPr>
              <a:t>Lisensiëringsooreenkomste</a:t>
            </a:r>
            <a:endParaRPr lang="en-ZA" sz="3200" dirty="0"/>
          </a:p>
          <a:p>
            <a:r>
              <a:rPr lang="en-ZA" sz="3200" dirty="0">
                <a:hlinkClick r:id="rId4" action="ppaction://hlinksldjump"/>
              </a:rPr>
              <a:t>Gratis sagteware!</a:t>
            </a:r>
            <a:endParaRPr lang="en-ZA" sz="3200" dirty="0"/>
          </a:p>
          <a:p>
            <a:r>
              <a:rPr lang="en-ZA" sz="3200" dirty="0">
                <a:hlinkClick r:id="rId5" action="ppaction://hlinksldjump"/>
              </a:rPr>
              <a:t>Stelselsagteware</a:t>
            </a:r>
            <a:endParaRPr lang="en-ZA" sz="3200" dirty="0"/>
          </a:p>
          <a:p>
            <a:r>
              <a:rPr lang="en-ZA" sz="3200" dirty="0">
                <a:hlinkClick r:id="rId6" action="ppaction://hlinksldjump"/>
              </a:rPr>
              <a:t>Toets en verbeter</a:t>
            </a:r>
            <a:endParaRPr lang="en-ZA" sz="3200" dirty="0"/>
          </a:p>
          <a:p>
            <a:r>
              <a:rPr lang="en-ZA" sz="3200" dirty="0">
                <a:hlinkClick r:id="" action="ppaction://hlinkshowjump?jump=lastslide"/>
              </a:rPr>
              <a:t>Skriftelike module-aktiwiteit</a:t>
            </a:r>
            <a:endParaRPr lang="en-ZA" sz="3200" dirty="0"/>
          </a:p>
        </p:txBody>
      </p:sp>
      <p:sp>
        <p:nvSpPr>
          <p:cNvPr id="4" name="Slide Number Placeholder 3"/>
          <p:cNvSpPr>
            <a:spLocks noGrp="1"/>
          </p:cNvSpPr>
          <p:nvPr>
            <p:ph type="sldNum" sz="quarter" idx="12"/>
          </p:nvPr>
        </p:nvSpPr>
        <p:spPr/>
        <p:txBody>
          <a:bodyPr/>
          <a:lstStyle/>
          <a:p>
            <a:fld id="{8C117EE6-F155-4D1A-806D-E2972AE1E919}" type="slidenum">
              <a:rPr lang="en-US" smtClean="0"/>
              <a:pPr/>
              <a:t>2</a:t>
            </a:fld>
            <a:endParaRPr lang="en-US" dirty="0"/>
          </a:p>
        </p:txBody>
      </p:sp>
      <p:sp>
        <p:nvSpPr>
          <p:cNvPr id="5" name="Title 4"/>
          <p:cNvSpPr>
            <a:spLocks noGrp="1"/>
          </p:cNvSpPr>
          <p:nvPr>
            <p:ph type="title"/>
          </p:nvPr>
        </p:nvSpPr>
        <p:spPr>
          <a:xfrm>
            <a:off x="938758" y="382385"/>
            <a:ext cx="3705250" cy="958383"/>
          </a:xfrm>
        </p:spPr>
        <p:txBody>
          <a:bodyPr/>
          <a:lstStyle/>
          <a:p>
            <a:r>
              <a:rPr lang="en-ZA" dirty="0"/>
              <a:t>INHOUD</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ZA" dirty="0"/>
          </a:p>
        </p:txBody>
      </p:sp>
      <p:sp>
        <p:nvSpPr>
          <p:cNvPr id="8" name="Action Button: Home 7">
            <a:hlinkClick r:id="rId3" action="ppaction://hlinksldjump" highlightClick="1"/>
          </p:cNvPr>
          <p:cNvSpPr/>
          <p:nvPr/>
        </p:nvSpPr>
        <p:spPr bwMode="auto">
          <a:xfrm>
            <a:off x="9427" y="6438377"/>
            <a:ext cx="467544" cy="426399"/>
          </a:xfrm>
          <a:prstGeom prst="actionButtonHome">
            <a:avLst/>
          </a:prstGeom>
          <a:ln>
            <a:headEnd type="none" w="med" len="med"/>
            <a:tailEnd type="triangle" w="med" len="med"/>
          </a:ln>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Arial" charset="0"/>
            </a:endParaRPr>
          </a:p>
        </p:txBody>
      </p:sp>
      <p:sp>
        <p:nvSpPr>
          <p:cNvPr id="23" name="Rectangle 22"/>
          <p:cNvSpPr/>
          <p:nvPr/>
        </p:nvSpPr>
        <p:spPr>
          <a:xfrm>
            <a:off x="4755007" y="1789360"/>
            <a:ext cx="4065465" cy="1200329"/>
          </a:xfrm>
          <a:prstGeom prst="rect">
            <a:avLst/>
          </a:prstGeom>
        </p:spPr>
        <p:txBody>
          <a:bodyPr wrap="square">
            <a:spAutoFit/>
          </a:bodyPr>
          <a:lstStyle/>
          <a:p>
            <a:r>
              <a:rPr lang="en-ZA" sz="2400" b="0" dirty="0" err="1">
                <a:latin typeface="+mn-lt"/>
              </a:rPr>
              <a:t>Voorbeeld</a:t>
            </a:r>
            <a:r>
              <a:rPr lang="en-ZA" sz="2400" b="0" dirty="0">
                <a:latin typeface="+mn-lt"/>
              </a:rPr>
              <a:t> van </a:t>
            </a:r>
            <a:r>
              <a:rPr lang="en-ZA" sz="2400" b="0" dirty="0" err="1">
                <a:latin typeface="+mn-lt"/>
              </a:rPr>
              <a:t>geïntegreerde</a:t>
            </a:r>
            <a:r>
              <a:rPr lang="en-ZA" sz="2400" b="0" dirty="0">
                <a:latin typeface="+mn-lt"/>
              </a:rPr>
              <a:t> </a:t>
            </a:r>
            <a:r>
              <a:rPr lang="en-ZA" sz="2400" b="0" dirty="0" err="1">
                <a:latin typeface="+mn-lt"/>
              </a:rPr>
              <a:t>sagteware</a:t>
            </a:r>
            <a:endParaRPr lang="en-ZA" sz="2400" b="0" dirty="0">
              <a:latin typeface="+mn-lt"/>
            </a:endParaRPr>
          </a:p>
          <a:p>
            <a:r>
              <a:rPr lang="en-ZA" sz="2400" dirty="0">
                <a:latin typeface="+mn-lt"/>
              </a:rPr>
              <a:t>Microsoft Office</a:t>
            </a:r>
            <a:r>
              <a:rPr lang="en-ZA" sz="2400" b="0" dirty="0">
                <a:latin typeface="+mn-lt"/>
              </a:rPr>
              <a:t>:</a:t>
            </a:r>
          </a:p>
        </p:txBody>
      </p:sp>
      <p:sp>
        <p:nvSpPr>
          <p:cNvPr id="26" name="Rectangle 25"/>
          <p:cNvSpPr/>
          <p:nvPr/>
        </p:nvSpPr>
        <p:spPr>
          <a:xfrm>
            <a:off x="943974" y="1789360"/>
            <a:ext cx="3811033" cy="5339923"/>
          </a:xfrm>
          <a:prstGeom prst="rect">
            <a:avLst/>
          </a:prstGeom>
        </p:spPr>
        <p:txBody>
          <a:bodyPr wrap="square">
            <a:spAutoFit/>
          </a:bodyPr>
          <a:lstStyle/>
          <a:p>
            <a:pPr lvl="0">
              <a:spcAft>
                <a:spcPts val="600"/>
              </a:spcAft>
            </a:pPr>
            <a:r>
              <a:rPr lang="en-ZA" sz="2400" dirty="0" err="1">
                <a:latin typeface="+mn-lt"/>
              </a:rPr>
              <a:t>Voordele</a:t>
            </a:r>
            <a:r>
              <a:rPr lang="en-ZA" sz="2400" dirty="0">
                <a:latin typeface="+mn-lt"/>
              </a:rPr>
              <a:t>:</a:t>
            </a:r>
          </a:p>
          <a:p>
            <a:pPr marL="342900" lvl="0" indent="-342900">
              <a:buFont typeface="Arial" panose="020B0604020202020204" pitchFamily="34" charset="0"/>
              <a:buChar char="•"/>
            </a:pPr>
            <a:r>
              <a:rPr lang="en-ZA" sz="2400" b="0" dirty="0" err="1">
                <a:latin typeface="+mn-lt"/>
              </a:rPr>
              <a:t>Verskillende</a:t>
            </a:r>
            <a:r>
              <a:rPr lang="en-ZA" sz="2400" b="0" dirty="0">
                <a:latin typeface="+mn-lt"/>
              </a:rPr>
              <a:t> </a:t>
            </a:r>
            <a:r>
              <a:rPr lang="en-ZA" sz="2400" b="0" dirty="0" err="1">
                <a:latin typeface="+mn-lt"/>
              </a:rPr>
              <a:t>pakkette</a:t>
            </a:r>
            <a:r>
              <a:rPr lang="en-ZA" sz="2400" b="0" dirty="0">
                <a:latin typeface="+mn-lt"/>
              </a:rPr>
              <a:t> het </a:t>
            </a:r>
            <a:r>
              <a:rPr lang="en-ZA" sz="2400" b="0" dirty="0" err="1">
                <a:latin typeface="+mn-lt"/>
              </a:rPr>
              <a:t>soortgelyke</a:t>
            </a:r>
            <a:r>
              <a:rPr lang="en-ZA" sz="2400" b="0" dirty="0">
                <a:latin typeface="+mn-lt"/>
              </a:rPr>
              <a:t> </a:t>
            </a:r>
            <a:r>
              <a:rPr lang="en-ZA" sz="2400" b="0" dirty="0" err="1">
                <a:latin typeface="+mn-lt"/>
              </a:rPr>
              <a:t>koppelvlakte</a:t>
            </a:r>
            <a:r>
              <a:rPr lang="en-ZA" sz="2400" b="0" dirty="0">
                <a:latin typeface="+mn-lt"/>
              </a:rPr>
              <a:t> </a:t>
            </a:r>
          </a:p>
          <a:p>
            <a:pPr marL="342900" lvl="0" indent="-342900">
              <a:buFont typeface="Arial" panose="020B0604020202020204" pitchFamily="34" charset="0"/>
              <a:buChar char="•"/>
            </a:pPr>
            <a:endParaRPr lang="en-ZA" sz="2400" b="0" dirty="0">
              <a:latin typeface="+mn-lt"/>
            </a:endParaRPr>
          </a:p>
          <a:p>
            <a:pPr marL="342900" lvl="0" indent="-342900">
              <a:buFont typeface="Arial" panose="020B0604020202020204" pitchFamily="34" charset="0"/>
              <a:buChar char="•"/>
            </a:pPr>
            <a:r>
              <a:rPr lang="en-ZA" sz="2400" b="0" dirty="0" err="1">
                <a:latin typeface="+mn-lt"/>
              </a:rPr>
              <a:t>Verskillende</a:t>
            </a:r>
            <a:r>
              <a:rPr lang="en-ZA" sz="2400" b="0" dirty="0">
                <a:latin typeface="+mn-lt"/>
              </a:rPr>
              <a:t> </a:t>
            </a:r>
            <a:r>
              <a:rPr lang="en-ZA" sz="2400" b="0" dirty="0" err="1">
                <a:latin typeface="+mn-lt"/>
              </a:rPr>
              <a:t>pakkete</a:t>
            </a:r>
            <a:r>
              <a:rPr lang="en-ZA" sz="2400" b="0" dirty="0">
                <a:latin typeface="+mn-lt"/>
              </a:rPr>
              <a:t> is </a:t>
            </a:r>
            <a:r>
              <a:rPr lang="en-ZA" sz="2400" b="0" dirty="0" err="1">
                <a:latin typeface="+mn-lt"/>
              </a:rPr>
              <a:t>ontwerp</a:t>
            </a:r>
            <a:r>
              <a:rPr lang="en-ZA" sz="2400" b="0" dirty="0">
                <a:latin typeface="+mn-lt"/>
              </a:rPr>
              <a:t> om data met </a:t>
            </a:r>
            <a:r>
              <a:rPr lang="en-ZA" sz="2400" b="0" dirty="0" err="1">
                <a:latin typeface="+mn-lt"/>
              </a:rPr>
              <a:t>mekaar</a:t>
            </a:r>
            <a:r>
              <a:rPr lang="en-ZA" sz="2400" b="0" dirty="0">
                <a:latin typeface="+mn-lt"/>
              </a:rPr>
              <a:t> </a:t>
            </a:r>
            <a:r>
              <a:rPr lang="en-ZA" sz="2400" b="0" dirty="0" err="1">
                <a:latin typeface="+mn-lt"/>
              </a:rPr>
              <a:t>te</a:t>
            </a:r>
            <a:r>
              <a:rPr lang="en-ZA" sz="2400" b="0" dirty="0">
                <a:latin typeface="+mn-lt"/>
              </a:rPr>
              <a:t> </a:t>
            </a:r>
            <a:r>
              <a:rPr lang="en-ZA" sz="2400" b="0" dirty="0" err="1">
                <a:latin typeface="+mn-lt"/>
              </a:rPr>
              <a:t>kan</a:t>
            </a:r>
            <a:r>
              <a:rPr lang="en-ZA" sz="2400" b="0" dirty="0">
                <a:latin typeface="+mn-lt"/>
              </a:rPr>
              <a:t> </a:t>
            </a:r>
            <a:r>
              <a:rPr lang="en-ZA" sz="2400" b="0" dirty="0" err="1">
                <a:latin typeface="+mn-lt"/>
              </a:rPr>
              <a:t>uitruil</a:t>
            </a:r>
            <a:r>
              <a:rPr lang="en-ZA" sz="2400" b="0" dirty="0">
                <a:latin typeface="+mn-lt"/>
              </a:rPr>
              <a:t> </a:t>
            </a:r>
            <a:r>
              <a:rPr lang="en-ZA" sz="2400" b="0" dirty="0" err="1">
                <a:latin typeface="+mn-lt"/>
              </a:rPr>
              <a:t>en</a:t>
            </a:r>
            <a:r>
              <a:rPr lang="en-ZA" sz="2400" b="0" dirty="0">
                <a:latin typeface="+mn-lt"/>
              </a:rPr>
              <a:t> </a:t>
            </a:r>
            <a:r>
              <a:rPr lang="en-ZA" sz="2400" b="0" dirty="0" err="1">
                <a:latin typeface="+mn-lt"/>
              </a:rPr>
              <a:t>deel</a:t>
            </a:r>
            <a:endParaRPr lang="en-ZA" sz="2400" b="0" dirty="0">
              <a:latin typeface="+mn-lt"/>
            </a:endParaRPr>
          </a:p>
          <a:p>
            <a:pPr marL="342900" lvl="0" indent="-342900">
              <a:buFont typeface="Arial" panose="020B0604020202020204" pitchFamily="34" charset="0"/>
              <a:buChar char="•"/>
            </a:pPr>
            <a:endParaRPr lang="en-ZA" sz="2400" b="0" dirty="0">
              <a:latin typeface="+mn-lt"/>
            </a:endParaRPr>
          </a:p>
          <a:p>
            <a:pPr marL="342900" lvl="0" indent="-342900">
              <a:buFont typeface="Arial" panose="020B0604020202020204" pitchFamily="34" charset="0"/>
              <a:buChar char="•"/>
            </a:pPr>
            <a:r>
              <a:rPr lang="en-ZA" sz="2400" b="0" dirty="0">
                <a:latin typeface="+mn-lt"/>
              </a:rPr>
              <a:t>Word </a:t>
            </a:r>
            <a:r>
              <a:rPr lang="en-ZA" sz="2400" b="0" dirty="0" err="1">
                <a:latin typeface="+mn-lt"/>
              </a:rPr>
              <a:t>verkoop</a:t>
            </a:r>
            <a:r>
              <a:rPr lang="en-ZA" sz="2400" b="0" dirty="0">
                <a:latin typeface="+mn-lt"/>
              </a:rPr>
              <a:t> as ’n </a:t>
            </a:r>
            <a:r>
              <a:rPr lang="en-ZA" sz="2400" b="0" dirty="0" err="1">
                <a:latin typeface="+mn-lt"/>
              </a:rPr>
              <a:t>pakket</a:t>
            </a:r>
            <a:r>
              <a:rPr lang="en-ZA" sz="2400" b="0" dirty="0">
                <a:latin typeface="+mn-lt"/>
              </a:rPr>
              <a:t> </a:t>
            </a:r>
            <a:r>
              <a:rPr lang="en-ZA" sz="2400" b="0">
                <a:latin typeface="+mn-lt"/>
              </a:rPr>
              <a:t>(‘suite’) </a:t>
            </a:r>
            <a:r>
              <a:rPr lang="en-ZA" sz="2400" b="0" dirty="0">
                <a:latin typeface="+mn-lt"/>
              </a:rPr>
              <a:t>van programme – </a:t>
            </a:r>
            <a:r>
              <a:rPr lang="en-ZA" sz="2400" b="0" dirty="0" err="1">
                <a:latin typeface="+mn-lt"/>
              </a:rPr>
              <a:t>een</a:t>
            </a:r>
            <a:r>
              <a:rPr lang="en-ZA" sz="2400" b="0" dirty="0">
                <a:latin typeface="+mn-lt"/>
              </a:rPr>
              <a:t> </a:t>
            </a:r>
            <a:r>
              <a:rPr lang="en-ZA" sz="2400" b="0" dirty="0" err="1">
                <a:latin typeface="+mn-lt"/>
              </a:rPr>
              <a:t>aankope</a:t>
            </a:r>
            <a:endParaRPr lang="en-ZA" sz="2400" b="0" dirty="0">
              <a:latin typeface="+mn-lt"/>
            </a:endParaRPr>
          </a:p>
          <a:p>
            <a:pPr lvl="0"/>
            <a:r>
              <a:rPr lang="en-ZA" sz="2400" b="0" dirty="0">
                <a:latin typeface="+mn-lt"/>
              </a:rPr>
              <a:t> </a:t>
            </a:r>
          </a:p>
        </p:txBody>
      </p:sp>
      <p:sp>
        <p:nvSpPr>
          <p:cNvPr id="2" name="Slide Number Placeholder 1"/>
          <p:cNvSpPr>
            <a:spLocks noGrp="1"/>
          </p:cNvSpPr>
          <p:nvPr>
            <p:ph type="sldNum" sz="quarter" idx="12"/>
          </p:nvPr>
        </p:nvSpPr>
        <p:spPr/>
        <p:txBody>
          <a:bodyPr/>
          <a:lstStyle/>
          <a:p>
            <a:fld id="{8C117EE6-F155-4D1A-806D-E2972AE1E919}" type="slidenum">
              <a:rPr lang="en-US" smtClean="0"/>
              <a:pPr/>
              <a:t>3</a:t>
            </a:fld>
            <a:endParaRPr lang="en-US" dirty="0"/>
          </a:p>
        </p:txBody>
      </p:sp>
      <p:sp>
        <p:nvSpPr>
          <p:cNvPr id="3" name="Title 2"/>
          <p:cNvSpPr>
            <a:spLocks noGrp="1"/>
          </p:cNvSpPr>
          <p:nvPr>
            <p:ph type="title"/>
          </p:nvPr>
        </p:nvSpPr>
        <p:spPr>
          <a:xfrm>
            <a:off x="755576" y="382385"/>
            <a:ext cx="8064896" cy="1492132"/>
          </a:xfrm>
        </p:spPr>
        <p:txBody>
          <a:bodyPr>
            <a:normAutofit fontScale="90000"/>
          </a:bodyPr>
          <a:lstStyle/>
          <a:p>
            <a:r>
              <a:rPr lang="en-ZA" sz="5400" dirty="0" err="1"/>
              <a:t>Geïntegreerde</a:t>
            </a:r>
            <a:r>
              <a:rPr lang="en-ZA" sz="5400" dirty="0"/>
              <a:t> </a:t>
            </a:r>
            <a:r>
              <a:rPr lang="en-ZA" sz="5400" dirty="0" err="1"/>
              <a:t>sagteware</a:t>
            </a:r>
            <a:endParaRPr lang="en-ZA" dirty="0"/>
          </a:p>
        </p:txBody>
      </p:sp>
      <p:pic>
        <p:nvPicPr>
          <p:cNvPr id="13" name="Picture 12"/>
          <p:cNvPicPr/>
          <p:nvPr/>
        </p:nvPicPr>
        <p:blipFill>
          <a:blip r:embed="rId4">
            <a:extLst>
              <a:ext uri="{28A0092B-C50C-407E-A947-70E740481C1C}">
                <a14:useLocalDpi xmlns:a14="http://schemas.microsoft.com/office/drawing/2010/main" val="0"/>
              </a:ext>
            </a:extLst>
          </a:blip>
          <a:stretch>
            <a:fillRect/>
          </a:stretch>
        </p:blipFill>
        <p:spPr>
          <a:xfrm>
            <a:off x="4823619" y="3001060"/>
            <a:ext cx="3556368" cy="2058426"/>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22" presetClass="entr" presetSubtype="1"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up)">
                                      <p:cBhvr>
                                        <p:cTn id="2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EUL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9731" y="1225865"/>
            <a:ext cx="3143272" cy="2571768"/>
          </a:xfrm>
          <a:prstGeom prst="rect">
            <a:avLst/>
          </a:prstGeom>
          <a:noFill/>
        </p:spPr>
      </p:pic>
      <p:sp>
        <p:nvSpPr>
          <p:cNvPr id="19" name="Rectangle 18"/>
          <p:cNvSpPr/>
          <p:nvPr/>
        </p:nvSpPr>
        <p:spPr>
          <a:xfrm>
            <a:off x="785818" y="1977163"/>
            <a:ext cx="4572000" cy="4770537"/>
          </a:xfrm>
          <a:prstGeom prst="rect">
            <a:avLst/>
          </a:prstGeom>
          <a:solidFill>
            <a:schemeClr val="bg2">
              <a:lumMod val="20000"/>
              <a:lumOff val="80000"/>
            </a:schemeClr>
          </a:solidFill>
          <a:ln w="19050">
            <a:solidFill>
              <a:schemeClr val="tx1"/>
            </a:solidFill>
          </a:ln>
        </p:spPr>
        <p:txBody>
          <a:bodyPr>
            <a:spAutoFit/>
          </a:bodyPr>
          <a:lstStyle/>
          <a:p>
            <a:r>
              <a:rPr lang="en-ZA" sz="1600" b="0" dirty="0"/>
              <a:t>1. OVERVIEW.  These license terms permit installation and use of one copy of the software on one device, along with other rights, all as described below.</a:t>
            </a:r>
          </a:p>
          <a:p>
            <a:r>
              <a:rPr lang="en-ZA" sz="1600" b="0" dirty="0"/>
              <a:t>2. INSTALLATION AND USE RIGHTS.  Before you use the software under a license, you must assign that license to one device.  That device is the “licensed device.”  A hardware partition or blade is considered to be a separate device.  </a:t>
            </a:r>
          </a:p>
          <a:p>
            <a:r>
              <a:rPr lang="en-ZA" sz="1600" dirty="0"/>
              <a:t>a. Licensed Device.  You may install and use one copy of the software on the licensed device.</a:t>
            </a:r>
          </a:p>
          <a:p>
            <a:r>
              <a:rPr lang="en-ZA" sz="1600" dirty="0"/>
              <a:t>b. Portable Device.  You may install another copy on a portable device for use by the single primary user of the licensed device.</a:t>
            </a:r>
          </a:p>
          <a:p>
            <a:r>
              <a:rPr lang="en-ZA" sz="1600" b="0" dirty="0"/>
              <a:t>c. Separation of Components.  The components of the software are licensed as a single unit.  You may not separate the components and install them on different devices.</a:t>
            </a:r>
          </a:p>
        </p:txBody>
      </p:sp>
      <p:sp>
        <p:nvSpPr>
          <p:cNvPr id="21" name="Cloud 20"/>
          <p:cNvSpPr/>
          <p:nvPr/>
        </p:nvSpPr>
        <p:spPr bwMode="auto">
          <a:xfrm>
            <a:off x="5460068" y="1731924"/>
            <a:ext cx="3406994" cy="5225468"/>
          </a:xfrm>
          <a:prstGeom prst="cloud">
            <a:avLst/>
          </a:prstGeom>
          <a:solidFill>
            <a:srgbClr val="FF0000">
              <a:alpha val="32941"/>
            </a:srgbClr>
          </a:solidFill>
          <a:ln w="76200" cap="flat" cmpd="sng" algn="ctr">
            <a:solidFill>
              <a:srgbClr val="FF000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algn="ctr"/>
            <a:r>
              <a:rPr lang="en-ZA" b="0" dirty="0" err="1">
                <a:latin typeface="+mn-lt"/>
              </a:rPr>
              <a:t>Hierdie</a:t>
            </a:r>
            <a:r>
              <a:rPr lang="en-ZA" b="0" dirty="0">
                <a:latin typeface="+mn-lt"/>
              </a:rPr>
              <a:t> is </a:t>
            </a:r>
            <a:r>
              <a:rPr lang="en-ZA" b="0" dirty="0" err="1">
                <a:latin typeface="+mn-lt"/>
              </a:rPr>
              <a:t>eintlik</a:t>
            </a:r>
            <a:r>
              <a:rPr lang="en-ZA" b="0" dirty="0">
                <a:latin typeface="+mn-lt"/>
              </a:rPr>
              <a:t> ’n </a:t>
            </a:r>
            <a:r>
              <a:rPr lang="en-ZA" b="0" dirty="0" err="1">
                <a:latin typeface="+mn-lt"/>
              </a:rPr>
              <a:t>wettige</a:t>
            </a:r>
            <a:r>
              <a:rPr lang="en-ZA" b="0" dirty="0">
                <a:latin typeface="+mn-lt"/>
              </a:rPr>
              <a:t> </a:t>
            </a:r>
            <a:r>
              <a:rPr lang="en-ZA" b="0" dirty="0" err="1">
                <a:latin typeface="+mn-lt"/>
              </a:rPr>
              <a:t>kontrak</a:t>
            </a:r>
            <a:r>
              <a:rPr lang="en-ZA" b="0" dirty="0">
                <a:latin typeface="+mn-lt"/>
              </a:rPr>
              <a:t> </a:t>
            </a:r>
            <a:r>
              <a:rPr lang="en-ZA" b="0" dirty="0" err="1">
                <a:latin typeface="+mn-lt"/>
              </a:rPr>
              <a:t>tussen</a:t>
            </a:r>
            <a:r>
              <a:rPr lang="en-ZA" b="0" dirty="0">
                <a:latin typeface="+mn-lt"/>
              </a:rPr>
              <a:t> </a:t>
            </a:r>
            <a:r>
              <a:rPr lang="en-ZA" b="0" dirty="0" err="1">
                <a:latin typeface="+mn-lt"/>
              </a:rPr>
              <a:t>jou</a:t>
            </a:r>
            <a:r>
              <a:rPr lang="en-ZA" b="0" dirty="0">
                <a:latin typeface="+mn-lt"/>
              </a:rPr>
              <a:t> as </a:t>
            </a:r>
            <a:r>
              <a:rPr lang="en-ZA" b="0" dirty="0" err="1">
                <a:latin typeface="+mn-lt"/>
              </a:rPr>
              <a:t>gebruiker</a:t>
            </a:r>
            <a:r>
              <a:rPr lang="en-ZA" b="0" dirty="0">
                <a:latin typeface="+mn-lt"/>
              </a:rPr>
              <a:t> </a:t>
            </a:r>
            <a:r>
              <a:rPr lang="en-ZA" b="0" dirty="0" err="1">
                <a:latin typeface="+mn-lt"/>
              </a:rPr>
              <a:t>en</a:t>
            </a:r>
            <a:r>
              <a:rPr lang="en-ZA" b="0" dirty="0">
                <a:latin typeface="+mn-lt"/>
              </a:rPr>
              <a:t> die </a:t>
            </a:r>
            <a:r>
              <a:rPr lang="en-ZA" b="0" dirty="0" err="1">
                <a:latin typeface="+mn-lt"/>
              </a:rPr>
              <a:t>maatskappy</a:t>
            </a:r>
            <a:r>
              <a:rPr lang="en-ZA" b="0" dirty="0">
                <a:latin typeface="+mn-lt"/>
              </a:rPr>
              <a:t> wat die </a:t>
            </a:r>
            <a:r>
              <a:rPr lang="en-ZA" b="0" dirty="0" err="1">
                <a:latin typeface="+mn-lt"/>
              </a:rPr>
              <a:t>sagteware</a:t>
            </a:r>
            <a:r>
              <a:rPr lang="en-ZA" b="0" dirty="0">
                <a:latin typeface="+mn-lt"/>
              </a:rPr>
              <a:t> </a:t>
            </a:r>
            <a:r>
              <a:rPr lang="en-ZA" b="0" dirty="0" err="1">
                <a:latin typeface="+mn-lt"/>
              </a:rPr>
              <a:t>verskaf</a:t>
            </a:r>
            <a:r>
              <a:rPr lang="en-ZA" b="0" dirty="0">
                <a:latin typeface="+mn-lt"/>
              </a:rPr>
              <a:t>.   </a:t>
            </a:r>
            <a:r>
              <a:rPr lang="en-ZA" b="0" dirty="0" err="1">
                <a:latin typeface="+mn-lt"/>
              </a:rPr>
              <a:t>Hierdie</a:t>
            </a:r>
            <a:r>
              <a:rPr lang="en-ZA" b="0" dirty="0">
                <a:latin typeface="+mn-lt"/>
              </a:rPr>
              <a:t> </a:t>
            </a:r>
            <a:r>
              <a:rPr lang="en-ZA" b="0" dirty="0" err="1">
                <a:latin typeface="+mn-lt"/>
              </a:rPr>
              <a:t>ooreenkomste</a:t>
            </a:r>
            <a:r>
              <a:rPr lang="en-ZA" b="0" dirty="0">
                <a:latin typeface="+mn-lt"/>
              </a:rPr>
              <a:t> word </a:t>
            </a:r>
            <a:r>
              <a:rPr lang="en-ZA" b="0" i="1" dirty="0">
                <a:latin typeface="+mn-lt"/>
              </a:rPr>
              <a:t>EULAs</a:t>
            </a:r>
            <a:r>
              <a:rPr lang="en-ZA" b="0" dirty="0">
                <a:latin typeface="+mn-lt"/>
              </a:rPr>
              <a:t> of </a:t>
            </a:r>
            <a:br>
              <a:rPr lang="en-ZA" b="0" dirty="0">
                <a:latin typeface="+mn-lt"/>
              </a:rPr>
            </a:br>
            <a:r>
              <a:rPr lang="en-ZA" b="0" i="1" u="sng" dirty="0">
                <a:latin typeface="+mn-lt"/>
              </a:rPr>
              <a:t>E</a:t>
            </a:r>
            <a:r>
              <a:rPr lang="en-ZA" b="0" i="1" dirty="0">
                <a:latin typeface="+mn-lt"/>
              </a:rPr>
              <a:t>nd-</a:t>
            </a:r>
            <a:r>
              <a:rPr lang="en-ZA" b="0" i="1" u="sng" dirty="0">
                <a:latin typeface="+mn-lt"/>
              </a:rPr>
              <a:t>U</a:t>
            </a:r>
            <a:r>
              <a:rPr lang="en-ZA" b="0" i="1" dirty="0">
                <a:latin typeface="+mn-lt"/>
              </a:rPr>
              <a:t>ser </a:t>
            </a:r>
            <a:r>
              <a:rPr lang="en-ZA" b="0" i="1" u="sng" dirty="0">
                <a:latin typeface="+mn-lt"/>
              </a:rPr>
              <a:t>L</a:t>
            </a:r>
            <a:r>
              <a:rPr lang="en-ZA" b="0" i="1" dirty="0">
                <a:latin typeface="+mn-lt"/>
              </a:rPr>
              <a:t>icence </a:t>
            </a:r>
            <a:r>
              <a:rPr lang="en-ZA" b="0" i="1" u="sng" dirty="0">
                <a:latin typeface="+mn-lt"/>
              </a:rPr>
              <a:t>A</a:t>
            </a:r>
            <a:r>
              <a:rPr lang="en-ZA" b="0" i="1" dirty="0">
                <a:latin typeface="+mn-lt"/>
              </a:rPr>
              <a:t>greements </a:t>
            </a:r>
            <a:r>
              <a:rPr lang="en-ZA" b="0" dirty="0" err="1">
                <a:latin typeface="+mn-lt"/>
              </a:rPr>
              <a:t>genoem</a:t>
            </a:r>
            <a:r>
              <a:rPr lang="en-ZA" b="0" dirty="0">
                <a:latin typeface="+mn-lt"/>
              </a:rPr>
              <a:t>.</a:t>
            </a:r>
          </a:p>
          <a:p>
            <a:pPr marL="0" marR="0" indent="0" algn="ctr" defTabSz="914400" rtl="0" eaLnBrk="1" fontAlgn="base" latinLnBrk="0" hangingPunct="1">
              <a:lnSpc>
                <a:spcPct val="100000"/>
              </a:lnSpc>
              <a:spcBef>
                <a:spcPct val="0"/>
              </a:spcBef>
              <a:spcAft>
                <a:spcPct val="0"/>
              </a:spcAft>
              <a:buClrTx/>
              <a:buSzTx/>
              <a:buFontTx/>
              <a:buNone/>
              <a:tabLst/>
            </a:pPr>
            <a:endParaRPr kumimoji="0" lang="en-ZA" sz="2000" b="1" i="0" u="none" strike="noStrike" cap="none" normalizeH="0" baseline="0" dirty="0">
              <a:ln>
                <a:noFill/>
              </a:ln>
              <a:solidFill>
                <a:schemeClr val="tx1"/>
              </a:solidFill>
              <a:effectLst/>
              <a:latin typeface="+mn-lt"/>
            </a:endParaRPr>
          </a:p>
        </p:txBody>
      </p:sp>
      <p:sp>
        <p:nvSpPr>
          <p:cNvPr id="22" name="Rectangle 21"/>
          <p:cNvSpPr/>
          <p:nvPr/>
        </p:nvSpPr>
        <p:spPr bwMode="auto">
          <a:xfrm>
            <a:off x="683568" y="4221088"/>
            <a:ext cx="4769950" cy="1512168"/>
          </a:xfrm>
          <a:prstGeom prst="rect">
            <a:avLst/>
          </a:prstGeom>
          <a:noFill/>
          <a:ln w="28575" cap="flat" cmpd="sng" algn="ctr">
            <a:solidFill>
              <a:srgbClr val="FF000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ZA" sz="2000" b="1" i="0" u="none" strike="noStrike" cap="none" normalizeH="0" baseline="0" dirty="0">
              <a:ln>
                <a:noFill/>
              </a:ln>
              <a:solidFill>
                <a:schemeClr val="tx1"/>
              </a:solidFill>
              <a:effectLst/>
              <a:latin typeface="Arial" charset="0"/>
            </a:endParaRPr>
          </a:p>
        </p:txBody>
      </p:sp>
      <p:sp>
        <p:nvSpPr>
          <p:cNvPr id="2" name="Slide Number Placeholder 1"/>
          <p:cNvSpPr>
            <a:spLocks noGrp="1"/>
          </p:cNvSpPr>
          <p:nvPr>
            <p:ph type="sldNum" sz="quarter" idx="12"/>
          </p:nvPr>
        </p:nvSpPr>
        <p:spPr/>
        <p:txBody>
          <a:bodyPr/>
          <a:lstStyle/>
          <a:p>
            <a:fld id="{8C117EE6-F155-4D1A-806D-E2972AE1E919}" type="slidenum">
              <a:rPr lang="en-US" smtClean="0"/>
              <a:pPr/>
              <a:t>4</a:t>
            </a:fld>
            <a:endParaRPr lang="en-US" dirty="0"/>
          </a:p>
        </p:txBody>
      </p:sp>
      <p:sp>
        <p:nvSpPr>
          <p:cNvPr id="3" name="Title 2"/>
          <p:cNvSpPr>
            <a:spLocks noGrp="1"/>
          </p:cNvSpPr>
          <p:nvPr>
            <p:ph type="title"/>
          </p:nvPr>
        </p:nvSpPr>
        <p:spPr>
          <a:xfrm>
            <a:off x="785818" y="382385"/>
            <a:ext cx="8358182" cy="1492132"/>
          </a:xfrm>
        </p:spPr>
        <p:txBody>
          <a:bodyPr>
            <a:normAutofit fontScale="90000"/>
          </a:bodyPr>
          <a:lstStyle/>
          <a:p>
            <a:r>
              <a:rPr lang="en-ZA" sz="5400" dirty="0" err="1"/>
              <a:t>Lisensiëringsooreenkomste</a:t>
            </a:r>
            <a:endParaRPr lang="en-ZA" dirty="0"/>
          </a:p>
        </p:txBody>
      </p:sp>
      <p:sp>
        <p:nvSpPr>
          <p:cNvPr id="9" name="Action Button: Home 7">
            <a:hlinkClick r:id="rId4" action="ppaction://hlinksldjump" highlightClick="1"/>
          </p:cNvPr>
          <p:cNvSpPr/>
          <p:nvPr/>
        </p:nvSpPr>
        <p:spPr bwMode="auto">
          <a:xfrm>
            <a:off x="9427" y="6438377"/>
            <a:ext cx="467544" cy="426399"/>
          </a:xfrm>
          <a:prstGeom prst="actionButtonHome">
            <a:avLst/>
          </a:prstGeom>
          <a:ln>
            <a:headEnd type="none" w="med" len="med"/>
            <a:tailEnd type="triangle" w="med" len="med"/>
          </a:ln>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900" decel="100000" fill="hold"/>
                                        <p:tgtEl>
                                          <p:spTgt spid="21"/>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21"/>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53"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p:cTn id="15" dur="500" fill="hold"/>
                                        <p:tgtEl>
                                          <p:spTgt spid="19"/>
                                        </p:tgtEl>
                                        <p:attrNameLst>
                                          <p:attrName>ppt_w</p:attrName>
                                        </p:attrNameLst>
                                      </p:cBhvr>
                                      <p:tavLst>
                                        <p:tav tm="0">
                                          <p:val>
                                            <p:fltVal val="0"/>
                                          </p:val>
                                        </p:tav>
                                        <p:tav tm="100000">
                                          <p:val>
                                            <p:strVal val="#ppt_w"/>
                                          </p:val>
                                        </p:tav>
                                      </p:tavLst>
                                    </p:anim>
                                    <p:anim calcmode="lin" valueType="num">
                                      <p:cBhvr>
                                        <p:cTn id="16" dur="500" fill="hold"/>
                                        <p:tgtEl>
                                          <p:spTgt spid="19"/>
                                        </p:tgtEl>
                                        <p:attrNameLst>
                                          <p:attrName>ppt_h</p:attrName>
                                        </p:attrNameLst>
                                      </p:cBhvr>
                                      <p:tavLst>
                                        <p:tav tm="0">
                                          <p:val>
                                            <p:fltVal val="0"/>
                                          </p:val>
                                        </p:tav>
                                        <p:tav tm="100000">
                                          <p:val>
                                            <p:strVal val="#ppt_h"/>
                                          </p:val>
                                        </p:tav>
                                      </p:tavLst>
                                    </p:anim>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ZA" dirty="0"/>
          </a:p>
        </p:txBody>
      </p:sp>
      <p:sp>
        <p:nvSpPr>
          <p:cNvPr id="9" name="TextBox 8"/>
          <p:cNvSpPr txBox="1"/>
          <p:nvPr/>
        </p:nvSpPr>
        <p:spPr>
          <a:xfrm>
            <a:off x="990654" y="1719234"/>
            <a:ext cx="7429552" cy="523220"/>
          </a:xfrm>
          <a:prstGeom prst="rect">
            <a:avLst/>
          </a:prstGeom>
          <a:solidFill>
            <a:schemeClr val="bg1"/>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ZA" sz="2800" b="0" dirty="0"/>
              <a:t>Roof van </a:t>
            </a:r>
            <a:r>
              <a:rPr lang="en-ZA" sz="2800" b="0" dirty="0" err="1"/>
              <a:t>sagteware</a:t>
            </a:r>
            <a:endParaRPr lang="en-ZA" sz="2800" b="0" dirty="0"/>
          </a:p>
        </p:txBody>
      </p:sp>
      <p:sp>
        <p:nvSpPr>
          <p:cNvPr id="10" name="Rectangle 9"/>
          <p:cNvSpPr/>
          <p:nvPr/>
        </p:nvSpPr>
        <p:spPr>
          <a:xfrm>
            <a:off x="3857620" y="2557754"/>
            <a:ext cx="4818836" cy="1200329"/>
          </a:xfrm>
          <a:prstGeom prst="rect">
            <a:avLst/>
          </a:prstGeom>
        </p:spPr>
        <p:txBody>
          <a:bodyPr wrap="square">
            <a:spAutoFit/>
          </a:bodyPr>
          <a:lstStyle/>
          <a:p>
            <a:r>
              <a:rPr lang="en-ZA" sz="2400" b="0" dirty="0" err="1">
                <a:latin typeface="+mn-lt"/>
              </a:rPr>
              <a:t>Onwettige</a:t>
            </a:r>
            <a:r>
              <a:rPr lang="en-ZA" sz="2400" b="0" dirty="0">
                <a:latin typeface="+mn-lt"/>
              </a:rPr>
              <a:t> </a:t>
            </a:r>
            <a:r>
              <a:rPr lang="en-ZA" sz="2400" b="0" dirty="0" err="1">
                <a:latin typeface="+mn-lt"/>
              </a:rPr>
              <a:t>installering</a:t>
            </a:r>
            <a:r>
              <a:rPr lang="en-ZA" sz="2400" b="0" dirty="0">
                <a:latin typeface="+mn-lt"/>
              </a:rPr>
              <a:t>, </a:t>
            </a:r>
            <a:r>
              <a:rPr lang="en-ZA" sz="2400" b="0" dirty="0" err="1">
                <a:latin typeface="+mn-lt"/>
              </a:rPr>
              <a:t>kopiëring</a:t>
            </a:r>
            <a:r>
              <a:rPr lang="en-ZA" sz="2400" b="0" dirty="0">
                <a:latin typeface="+mn-lt"/>
              </a:rPr>
              <a:t> </a:t>
            </a:r>
            <a:r>
              <a:rPr lang="en-ZA" sz="2400" b="0" dirty="0" err="1">
                <a:latin typeface="+mn-lt"/>
              </a:rPr>
              <a:t>en</a:t>
            </a:r>
            <a:r>
              <a:rPr lang="en-ZA" sz="2400" b="0" dirty="0">
                <a:latin typeface="+mn-lt"/>
              </a:rPr>
              <a:t> </a:t>
            </a:r>
            <a:r>
              <a:rPr lang="en-ZA" sz="2400" b="0" dirty="0" err="1">
                <a:latin typeface="+mn-lt"/>
              </a:rPr>
              <a:t>verspreiding</a:t>
            </a:r>
            <a:r>
              <a:rPr lang="en-ZA" sz="2400" b="0" dirty="0">
                <a:latin typeface="+mn-lt"/>
              </a:rPr>
              <a:t> van </a:t>
            </a:r>
            <a:r>
              <a:rPr lang="en-ZA" sz="2400" b="0" dirty="0" err="1">
                <a:latin typeface="+mn-lt"/>
              </a:rPr>
              <a:t>eiendomsregtelike</a:t>
            </a:r>
            <a:r>
              <a:rPr lang="en-ZA" sz="2400" b="0" dirty="0">
                <a:latin typeface="+mn-lt"/>
              </a:rPr>
              <a:t> </a:t>
            </a:r>
            <a:r>
              <a:rPr lang="en-ZA" sz="2400" b="0" dirty="0" err="1">
                <a:latin typeface="+mn-lt"/>
              </a:rPr>
              <a:t>sagteware</a:t>
            </a:r>
            <a:endParaRPr lang="en-ZA" sz="2400" b="0" dirty="0">
              <a:latin typeface="+mn-lt"/>
            </a:endParaRPr>
          </a:p>
        </p:txBody>
      </p:sp>
      <p:sp>
        <p:nvSpPr>
          <p:cNvPr id="12" name="Rectangle 11"/>
          <p:cNvSpPr/>
          <p:nvPr/>
        </p:nvSpPr>
        <p:spPr>
          <a:xfrm>
            <a:off x="3857620" y="3775319"/>
            <a:ext cx="5034828" cy="1569660"/>
          </a:xfrm>
          <a:prstGeom prst="rect">
            <a:avLst/>
          </a:prstGeom>
        </p:spPr>
        <p:txBody>
          <a:bodyPr wrap="square">
            <a:spAutoFit/>
          </a:bodyPr>
          <a:lstStyle/>
          <a:p>
            <a:r>
              <a:rPr lang="en-ZA" sz="2400" b="0" dirty="0" err="1">
                <a:latin typeface="+mn-lt"/>
              </a:rPr>
              <a:t>Meeste</a:t>
            </a:r>
            <a:r>
              <a:rPr lang="en-ZA" sz="2400" b="0" dirty="0">
                <a:latin typeface="+mn-lt"/>
              </a:rPr>
              <a:t> </a:t>
            </a:r>
            <a:r>
              <a:rPr lang="en-ZA" sz="2400" b="0" dirty="0" err="1">
                <a:latin typeface="+mn-lt"/>
              </a:rPr>
              <a:t>sagteware</a:t>
            </a:r>
            <a:r>
              <a:rPr lang="en-ZA" sz="2400" b="0" dirty="0">
                <a:latin typeface="+mn-lt"/>
              </a:rPr>
              <a:t> </a:t>
            </a:r>
            <a:r>
              <a:rPr lang="en-ZA" sz="2400" b="0" dirty="0" err="1">
                <a:latin typeface="+mn-lt"/>
              </a:rPr>
              <a:t>moet</a:t>
            </a:r>
            <a:r>
              <a:rPr lang="en-ZA" sz="2400" b="0" dirty="0">
                <a:latin typeface="+mn-lt"/>
              </a:rPr>
              <a:t> </a:t>
            </a:r>
            <a:r>
              <a:rPr lang="en-ZA" sz="2400" b="0" dirty="0" err="1">
                <a:latin typeface="+mn-lt"/>
              </a:rPr>
              <a:t>nou</a:t>
            </a:r>
            <a:r>
              <a:rPr lang="en-ZA" sz="2400" b="0" dirty="0">
                <a:latin typeface="+mn-lt"/>
              </a:rPr>
              <a:t> </a:t>
            </a:r>
            <a:r>
              <a:rPr lang="en-ZA" sz="2400" b="0" dirty="0" err="1">
                <a:latin typeface="+mn-lt"/>
              </a:rPr>
              <a:t>aanlyn</a:t>
            </a:r>
            <a:r>
              <a:rPr lang="en-ZA" sz="2400" b="0" dirty="0">
                <a:latin typeface="+mn-lt"/>
              </a:rPr>
              <a:t> </a:t>
            </a:r>
            <a:r>
              <a:rPr lang="en-ZA" sz="2400" b="0" dirty="0" err="1">
                <a:latin typeface="+mn-lt"/>
              </a:rPr>
              <a:t>geregistreer</a:t>
            </a:r>
            <a:r>
              <a:rPr lang="en-ZA" sz="2400" b="0" dirty="0">
                <a:latin typeface="+mn-lt"/>
              </a:rPr>
              <a:t> of </a:t>
            </a:r>
            <a:r>
              <a:rPr lang="en-ZA" sz="2400" b="0" dirty="0" err="1">
                <a:latin typeface="+mn-lt"/>
              </a:rPr>
              <a:t>geaktiveer</a:t>
            </a:r>
            <a:r>
              <a:rPr lang="en-ZA" sz="2400" b="0" dirty="0">
                <a:latin typeface="+mn-lt"/>
              </a:rPr>
              <a:t> word. In ’n </a:t>
            </a:r>
            <a:r>
              <a:rPr lang="en-ZA" sz="2400" b="0" dirty="0" err="1">
                <a:latin typeface="+mn-lt"/>
              </a:rPr>
              <a:t>poging</a:t>
            </a:r>
            <a:r>
              <a:rPr lang="en-ZA" sz="2400" b="0" dirty="0">
                <a:latin typeface="+mn-lt"/>
              </a:rPr>
              <a:t> om roof van </a:t>
            </a:r>
            <a:r>
              <a:rPr lang="en-ZA" sz="2400" b="0" dirty="0" err="1">
                <a:latin typeface="+mn-lt"/>
              </a:rPr>
              <a:t>sagteware</a:t>
            </a:r>
            <a:r>
              <a:rPr lang="en-ZA" sz="2400" b="0" dirty="0">
                <a:latin typeface="+mn-lt"/>
              </a:rPr>
              <a:t> </a:t>
            </a:r>
            <a:r>
              <a:rPr lang="en-ZA" sz="2400" b="0" dirty="0" err="1">
                <a:latin typeface="+mn-lt"/>
              </a:rPr>
              <a:t>te</a:t>
            </a:r>
            <a:r>
              <a:rPr lang="en-ZA" sz="2400" b="0" dirty="0">
                <a:latin typeface="+mn-lt"/>
              </a:rPr>
              <a:t> </a:t>
            </a:r>
            <a:r>
              <a:rPr lang="en-ZA" sz="2400" b="0" dirty="0" err="1">
                <a:latin typeface="+mn-lt"/>
              </a:rPr>
              <a:t>verminder</a:t>
            </a:r>
            <a:endParaRPr lang="en-ZA" sz="2400" b="0" dirty="0">
              <a:latin typeface="+mn-lt"/>
            </a:endParaRPr>
          </a:p>
        </p:txBody>
      </p:sp>
      <p:sp>
        <p:nvSpPr>
          <p:cNvPr id="14" name="Rectangle 13"/>
          <p:cNvSpPr/>
          <p:nvPr/>
        </p:nvSpPr>
        <p:spPr>
          <a:xfrm>
            <a:off x="3857620" y="5325015"/>
            <a:ext cx="5034828" cy="1200329"/>
          </a:xfrm>
          <a:prstGeom prst="rect">
            <a:avLst/>
          </a:prstGeom>
        </p:spPr>
        <p:txBody>
          <a:bodyPr wrap="square">
            <a:spAutoFit/>
          </a:bodyPr>
          <a:lstStyle/>
          <a:p>
            <a:r>
              <a:rPr lang="en-ZA" sz="2400" b="0" dirty="0">
                <a:latin typeface="+mn-lt"/>
              </a:rPr>
              <a:t>Roof van </a:t>
            </a:r>
            <a:r>
              <a:rPr lang="en-ZA" sz="2400" b="0" dirty="0" err="1">
                <a:latin typeface="+mn-lt"/>
              </a:rPr>
              <a:t>sagteware</a:t>
            </a:r>
            <a:r>
              <a:rPr lang="en-ZA" sz="2400" b="0" dirty="0">
                <a:latin typeface="+mn-lt"/>
              </a:rPr>
              <a:t> is ’n </a:t>
            </a:r>
            <a:r>
              <a:rPr lang="en-ZA" sz="2400" b="0" dirty="0" err="1">
                <a:latin typeface="+mn-lt"/>
              </a:rPr>
              <a:t>misdaad</a:t>
            </a:r>
            <a:r>
              <a:rPr lang="en-ZA" sz="2400" b="0" dirty="0">
                <a:latin typeface="+mn-lt"/>
              </a:rPr>
              <a:t> </a:t>
            </a:r>
            <a:r>
              <a:rPr lang="en-ZA" sz="2400" b="0" dirty="0" err="1">
                <a:latin typeface="+mn-lt"/>
              </a:rPr>
              <a:t>en</a:t>
            </a:r>
            <a:r>
              <a:rPr lang="en-ZA" sz="2400" b="0" dirty="0">
                <a:latin typeface="+mn-lt"/>
              </a:rPr>
              <a:t> </a:t>
            </a:r>
            <a:r>
              <a:rPr lang="en-ZA" sz="2400" b="0" dirty="0" err="1">
                <a:latin typeface="+mn-lt"/>
              </a:rPr>
              <a:t>kan</a:t>
            </a:r>
            <a:r>
              <a:rPr lang="en-ZA" sz="2400" b="0" dirty="0">
                <a:latin typeface="+mn-lt"/>
              </a:rPr>
              <a:t> in </a:t>
            </a:r>
            <a:r>
              <a:rPr lang="en-ZA" sz="2400" b="0" dirty="0" err="1">
                <a:latin typeface="+mn-lt"/>
              </a:rPr>
              <a:t>swaar</a:t>
            </a:r>
            <a:r>
              <a:rPr lang="en-ZA" sz="2400" b="0" dirty="0">
                <a:latin typeface="+mn-lt"/>
              </a:rPr>
              <a:t> </a:t>
            </a:r>
            <a:r>
              <a:rPr lang="en-ZA" sz="2400" b="0" dirty="0" err="1">
                <a:latin typeface="+mn-lt"/>
              </a:rPr>
              <a:t>boetes</a:t>
            </a:r>
            <a:r>
              <a:rPr lang="en-ZA" sz="2400" b="0" dirty="0">
                <a:latin typeface="+mn-lt"/>
              </a:rPr>
              <a:t> of </a:t>
            </a:r>
            <a:r>
              <a:rPr lang="en-ZA" sz="2400" b="0" dirty="0" err="1">
                <a:latin typeface="+mn-lt"/>
              </a:rPr>
              <a:t>selfs</a:t>
            </a:r>
            <a:r>
              <a:rPr lang="en-ZA" sz="2400" b="0" dirty="0">
                <a:latin typeface="+mn-lt"/>
              </a:rPr>
              <a:t> </a:t>
            </a:r>
            <a:r>
              <a:rPr lang="en-ZA" sz="2400" b="0" dirty="0" err="1">
                <a:latin typeface="+mn-lt"/>
              </a:rPr>
              <a:t>tronkstraf</a:t>
            </a:r>
            <a:r>
              <a:rPr lang="en-ZA" sz="2400" b="0" dirty="0">
                <a:latin typeface="+mn-lt"/>
              </a:rPr>
              <a:t> </a:t>
            </a:r>
            <a:r>
              <a:rPr lang="en-ZA" sz="2400" b="0" dirty="0" err="1">
                <a:latin typeface="+mn-lt"/>
              </a:rPr>
              <a:t>uitloop</a:t>
            </a:r>
            <a:r>
              <a:rPr lang="en-ZA" sz="2400" b="0" dirty="0">
                <a:latin typeface="+mn-lt"/>
              </a:rPr>
              <a:t>!</a:t>
            </a:r>
          </a:p>
        </p:txBody>
      </p:sp>
      <p:pic>
        <p:nvPicPr>
          <p:cNvPr id="2" name="Picture 2"/>
          <p:cNvPicPr>
            <a:picLocks noChangeAspect="1" noChangeArrowheads="1"/>
          </p:cNvPicPr>
          <p:nvPr/>
        </p:nvPicPr>
        <p:blipFill>
          <a:blip r:embed="rId3" cstate="print"/>
          <a:srcRect/>
          <a:stretch>
            <a:fillRect/>
          </a:stretch>
        </p:blipFill>
        <p:spPr bwMode="auto">
          <a:xfrm>
            <a:off x="848674" y="2857496"/>
            <a:ext cx="2643206" cy="2611334"/>
          </a:xfrm>
          <a:prstGeom prst="rect">
            <a:avLst/>
          </a:prstGeom>
          <a:noFill/>
          <a:ln w="9525">
            <a:noFill/>
            <a:miter lim="800000"/>
            <a:headEnd/>
            <a:tailEnd/>
          </a:ln>
          <a:effectLst/>
        </p:spPr>
      </p:pic>
      <p:sp>
        <p:nvSpPr>
          <p:cNvPr id="16" name="TextBox 15"/>
          <p:cNvSpPr txBox="1"/>
          <p:nvPr/>
        </p:nvSpPr>
        <p:spPr>
          <a:xfrm>
            <a:off x="1699660" y="2928934"/>
            <a:ext cx="1000132" cy="1446550"/>
          </a:xfrm>
          <a:prstGeom prst="rect">
            <a:avLst/>
          </a:prstGeom>
          <a:noFill/>
        </p:spPr>
        <p:txBody>
          <a:bodyPr wrap="square" rtlCol="0">
            <a:spAutoFit/>
          </a:bodyPr>
          <a:lstStyle/>
          <a:p>
            <a:r>
              <a:rPr lang="en-ZA" sz="8800" dirty="0">
                <a:solidFill>
                  <a:srgbClr val="FF0000"/>
                </a:solidFill>
                <a:latin typeface="+mn-lt"/>
                <a:sym typeface="Wingdings"/>
              </a:rPr>
              <a:t></a:t>
            </a:r>
            <a:endParaRPr lang="en-ZA" sz="8800" dirty="0">
              <a:solidFill>
                <a:srgbClr val="FF0000"/>
              </a:solidFill>
              <a:latin typeface="+mn-lt"/>
            </a:endParaRPr>
          </a:p>
        </p:txBody>
      </p:sp>
      <p:sp>
        <p:nvSpPr>
          <p:cNvPr id="3" name="Slide Number Placeholder 2"/>
          <p:cNvSpPr>
            <a:spLocks noGrp="1"/>
          </p:cNvSpPr>
          <p:nvPr>
            <p:ph type="sldNum" sz="quarter" idx="12"/>
          </p:nvPr>
        </p:nvSpPr>
        <p:spPr/>
        <p:txBody>
          <a:bodyPr/>
          <a:lstStyle/>
          <a:p>
            <a:fld id="{8C117EE6-F155-4D1A-806D-E2972AE1E919}" type="slidenum">
              <a:rPr lang="en-US" smtClean="0"/>
              <a:pPr/>
              <a:t>5</a:t>
            </a:fld>
            <a:endParaRPr lang="en-US" dirty="0"/>
          </a:p>
        </p:txBody>
      </p:sp>
      <p:sp>
        <p:nvSpPr>
          <p:cNvPr id="4" name="Title 3"/>
          <p:cNvSpPr>
            <a:spLocks noGrp="1"/>
          </p:cNvSpPr>
          <p:nvPr>
            <p:ph type="title"/>
          </p:nvPr>
        </p:nvSpPr>
        <p:spPr>
          <a:xfrm>
            <a:off x="683568" y="382385"/>
            <a:ext cx="8208880" cy="1492132"/>
          </a:xfrm>
        </p:spPr>
        <p:txBody>
          <a:bodyPr>
            <a:normAutofit fontScale="90000"/>
          </a:bodyPr>
          <a:lstStyle/>
          <a:p>
            <a:r>
              <a:rPr lang="en-ZA" sz="5400"/>
              <a:t>Lisensiëringsooreenkomste</a:t>
            </a:r>
            <a:endParaRPr lang="en-ZA" dirty="0"/>
          </a:p>
        </p:txBody>
      </p:sp>
      <p:sp>
        <p:nvSpPr>
          <p:cNvPr id="11" name="Action Button: Home 7">
            <a:hlinkClick r:id="rId4" action="ppaction://hlinksldjump" highlightClick="1"/>
          </p:cNvPr>
          <p:cNvSpPr/>
          <p:nvPr/>
        </p:nvSpPr>
        <p:spPr bwMode="auto">
          <a:xfrm>
            <a:off x="9427" y="6438377"/>
            <a:ext cx="467544" cy="426399"/>
          </a:xfrm>
          <a:prstGeom prst="actionButtonHome">
            <a:avLst/>
          </a:prstGeom>
          <a:ln>
            <a:headEnd type="none" w="med" len="med"/>
            <a:tailEnd type="triangle" w="med" len="med"/>
          </a:ln>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ZA" dirty="0"/>
          </a:p>
        </p:txBody>
      </p:sp>
      <p:sp>
        <p:nvSpPr>
          <p:cNvPr id="9" name="TextBox 8"/>
          <p:cNvSpPr txBox="1"/>
          <p:nvPr/>
        </p:nvSpPr>
        <p:spPr>
          <a:xfrm>
            <a:off x="964454" y="1733682"/>
            <a:ext cx="7429552" cy="523220"/>
          </a:xfrm>
          <a:prstGeom prst="rect">
            <a:avLst/>
          </a:prstGeom>
          <a:solidFill>
            <a:schemeClr val="bg1"/>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ZA" sz="2800" b="0" dirty="0" err="1"/>
              <a:t>Enkelgebruikerlisensie</a:t>
            </a:r>
            <a:endParaRPr lang="en-ZA" sz="2800" b="0" dirty="0"/>
          </a:p>
        </p:txBody>
      </p:sp>
      <p:sp>
        <p:nvSpPr>
          <p:cNvPr id="10" name="Rectangle 9"/>
          <p:cNvSpPr/>
          <p:nvPr/>
        </p:nvSpPr>
        <p:spPr>
          <a:xfrm>
            <a:off x="4354477" y="3132682"/>
            <a:ext cx="4020181" cy="1200329"/>
          </a:xfrm>
          <a:prstGeom prst="rect">
            <a:avLst/>
          </a:prstGeom>
        </p:spPr>
        <p:txBody>
          <a:bodyPr wrap="square">
            <a:spAutoFit/>
          </a:bodyPr>
          <a:lstStyle/>
          <a:p>
            <a:r>
              <a:rPr lang="en-ZA" sz="2400" b="0" dirty="0" err="1">
                <a:latin typeface="+mn-lt"/>
              </a:rPr>
              <a:t>Dit</a:t>
            </a:r>
            <a:r>
              <a:rPr lang="en-ZA" sz="2400" b="0" dirty="0">
                <a:latin typeface="+mn-lt"/>
              </a:rPr>
              <a:t> </a:t>
            </a:r>
            <a:r>
              <a:rPr lang="en-ZA" sz="2400" b="0" dirty="0" err="1">
                <a:latin typeface="+mn-lt"/>
              </a:rPr>
              <a:t>beteken</a:t>
            </a:r>
            <a:r>
              <a:rPr lang="en-ZA" sz="2400" b="0" dirty="0">
                <a:latin typeface="+mn-lt"/>
              </a:rPr>
              <a:t> </a:t>
            </a:r>
            <a:r>
              <a:rPr lang="en-ZA" sz="2400" b="0" dirty="0" err="1">
                <a:latin typeface="+mn-lt"/>
              </a:rPr>
              <a:t>gewoonlik</a:t>
            </a:r>
            <a:r>
              <a:rPr lang="en-ZA" sz="2400" b="0" dirty="0">
                <a:latin typeface="+mn-lt"/>
              </a:rPr>
              <a:t> </a:t>
            </a:r>
            <a:r>
              <a:rPr lang="en-ZA" sz="2400" b="0" dirty="0" err="1">
                <a:latin typeface="+mn-lt"/>
              </a:rPr>
              <a:t>dat</a:t>
            </a:r>
            <a:r>
              <a:rPr lang="en-ZA" sz="2400" b="0" dirty="0">
                <a:latin typeface="+mn-lt"/>
              </a:rPr>
              <a:t> </a:t>
            </a:r>
            <a:r>
              <a:rPr lang="en-ZA" sz="2400" b="0" dirty="0" err="1">
                <a:latin typeface="+mn-lt"/>
              </a:rPr>
              <a:t>jy</a:t>
            </a:r>
            <a:r>
              <a:rPr lang="en-ZA" sz="2400" b="0" dirty="0">
                <a:latin typeface="+mn-lt"/>
              </a:rPr>
              <a:t> </a:t>
            </a:r>
            <a:r>
              <a:rPr lang="en-ZA" sz="2400" b="0" dirty="0" err="1">
                <a:latin typeface="+mn-lt"/>
              </a:rPr>
              <a:t>slegs</a:t>
            </a:r>
            <a:r>
              <a:rPr lang="en-ZA" sz="2400" b="0" dirty="0">
                <a:latin typeface="+mn-lt"/>
              </a:rPr>
              <a:t> </a:t>
            </a:r>
            <a:r>
              <a:rPr lang="en-ZA" sz="2400" b="0" dirty="0">
                <a:solidFill>
                  <a:srgbClr val="FF0000"/>
                </a:solidFill>
                <a:latin typeface="+mn-lt"/>
              </a:rPr>
              <a:t>EEN</a:t>
            </a:r>
            <a:r>
              <a:rPr lang="en-ZA" sz="2400" b="0" dirty="0">
                <a:latin typeface="+mn-lt"/>
              </a:rPr>
              <a:t> </a:t>
            </a:r>
            <a:r>
              <a:rPr lang="en-ZA" sz="2400" b="0" dirty="0" err="1">
                <a:latin typeface="+mn-lt"/>
              </a:rPr>
              <a:t>kopie</a:t>
            </a:r>
            <a:r>
              <a:rPr lang="en-ZA" sz="2400" b="0" dirty="0">
                <a:latin typeface="+mn-lt"/>
              </a:rPr>
              <a:t> van die </a:t>
            </a:r>
            <a:r>
              <a:rPr lang="en-ZA" sz="2400" b="0" dirty="0" err="1">
                <a:latin typeface="+mn-lt"/>
              </a:rPr>
              <a:t>sagteware</a:t>
            </a:r>
            <a:r>
              <a:rPr lang="en-ZA" sz="2400" b="0" dirty="0">
                <a:latin typeface="+mn-lt"/>
              </a:rPr>
              <a:t> </a:t>
            </a:r>
            <a:r>
              <a:rPr lang="en-ZA" sz="2400" b="0" dirty="0" err="1">
                <a:latin typeface="+mn-lt"/>
              </a:rPr>
              <a:t>kan</a:t>
            </a:r>
            <a:r>
              <a:rPr lang="en-ZA" sz="2400" b="0" dirty="0">
                <a:latin typeface="+mn-lt"/>
              </a:rPr>
              <a:t> </a:t>
            </a:r>
            <a:r>
              <a:rPr lang="en-ZA" sz="2400" b="0" dirty="0" err="1">
                <a:latin typeface="+mn-lt"/>
              </a:rPr>
              <a:t>installeer</a:t>
            </a:r>
            <a:r>
              <a:rPr lang="en-ZA" sz="2400" b="0" dirty="0">
                <a:latin typeface="+mn-lt"/>
              </a:rPr>
              <a:t>. </a:t>
            </a:r>
          </a:p>
        </p:txBody>
      </p:sp>
      <p:sp>
        <p:nvSpPr>
          <p:cNvPr id="11" name="Rectangle 10"/>
          <p:cNvSpPr/>
          <p:nvPr/>
        </p:nvSpPr>
        <p:spPr>
          <a:xfrm>
            <a:off x="1624162" y="5225270"/>
            <a:ext cx="6750496" cy="830997"/>
          </a:xfrm>
          <a:prstGeom prst="rect">
            <a:avLst/>
          </a:prstGeom>
        </p:spPr>
        <p:txBody>
          <a:bodyPr wrap="square">
            <a:spAutoFit/>
          </a:bodyPr>
          <a:lstStyle/>
          <a:p>
            <a:r>
              <a:rPr lang="en-ZA" sz="2400" b="0" dirty="0" err="1">
                <a:latin typeface="+mn-lt"/>
              </a:rPr>
              <a:t>Jy</a:t>
            </a:r>
            <a:r>
              <a:rPr lang="en-ZA" sz="2400" b="0" dirty="0">
                <a:latin typeface="+mn-lt"/>
              </a:rPr>
              <a:t> </a:t>
            </a:r>
            <a:r>
              <a:rPr lang="en-ZA" sz="2400" b="0" dirty="0" err="1">
                <a:latin typeface="+mn-lt"/>
              </a:rPr>
              <a:t>kan</a:t>
            </a:r>
            <a:r>
              <a:rPr lang="en-ZA" sz="2400" b="0" dirty="0">
                <a:latin typeface="+mn-lt"/>
              </a:rPr>
              <a:t> </a:t>
            </a:r>
            <a:r>
              <a:rPr lang="en-ZA" sz="2400" b="0" dirty="0" err="1">
                <a:latin typeface="+mn-lt"/>
              </a:rPr>
              <a:t>ook</a:t>
            </a:r>
            <a:r>
              <a:rPr lang="en-ZA" sz="2400" b="0" dirty="0">
                <a:latin typeface="+mn-lt"/>
              </a:rPr>
              <a:t> </a:t>
            </a:r>
            <a:r>
              <a:rPr lang="en-ZA" sz="2400" b="0" dirty="0" err="1">
                <a:latin typeface="+mn-lt"/>
              </a:rPr>
              <a:t>een</a:t>
            </a:r>
            <a:r>
              <a:rPr lang="en-ZA" sz="2400" b="0" dirty="0">
                <a:latin typeface="+mn-lt"/>
              </a:rPr>
              <a:t> </a:t>
            </a:r>
            <a:r>
              <a:rPr lang="en-ZA" sz="2400" b="0" dirty="0" err="1">
                <a:solidFill>
                  <a:srgbClr val="FF0000"/>
                </a:solidFill>
                <a:latin typeface="+mn-lt"/>
              </a:rPr>
              <a:t>rugsteunkopie</a:t>
            </a:r>
            <a:r>
              <a:rPr lang="en-ZA" sz="2400" b="0" dirty="0">
                <a:solidFill>
                  <a:srgbClr val="FF0000"/>
                </a:solidFill>
                <a:latin typeface="+mn-lt"/>
              </a:rPr>
              <a:t> </a:t>
            </a:r>
            <a:r>
              <a:rPr lang="en-ZA" sz="2400" b="0" dirty="0">
                <a:latin typeface="+mn-lt"/>
              </a:rPr>
              <a:t>van die media (CD of DVD) wat die </a:t>
            </a:r>
            <a:r>
              <a:rPr lang="en-ZA" sz="2400" b="0" dirty="0" err="1">
                <a:latin typeface="+mn-lt"/>
              </a:rPr>
              <a:t>sagteware</a:t>
            </a:r>
            <a:r>
              <a:rPr lang="en-ZA" sz="2400" b="0" dirty="0">
                <a:latin typeface="+mn-lt"/>
              </a:rPr>
              <a:t> </a:t>
            </a:r>
            <a:r>
              <a:rPr lang="en-ZA" sz="2400" b="0" dirty="0" err="1">
                <a:latin typeface="+mn-lt"/>
              </a:rPr>
              <a:t>bevat</a:t>
            </a:r>
            <a:r>
              <a:rPr lang="en-ZA" sz="2400" b="0" dirty="0">
                <a:latin typeface="+mn-lt"/>
              </a:rPr>
              <a:t>, </a:t>
            </a:r>
            <a:r>
              <a:rPr lang="en-ZA" sz="2400" b="0" dirty="0" err="1">
                <a:latin typeface="+mn-lt"/>
              </a:rPr>
              <a:t>maak</a:t>
            </a:r>
            <a:r>
              <a:rPr lang="en-ZA" sz="2400" b="0" dirty="0">
                <a:latin typeface="+mn-lt"/>
              </a:rPr>
              <a:t>.</a:t>
            </a:r>
          </a:p>
        </p:txBody>
      </p:sp>
      <p:pic>
        <p:nvPicPr>
          <p:cNvPr id="12" name="Picture 11" descr="library comp.JPG"/>
          <p:cNvPicPr>
            <a:picLocks noChangeAspect="1"/>
          </p:cNvPicPr>
          <p:nvPr/>
        </p:nvPicPr>
        <p:blipFill>
          <a:blip r:embed="rId3" cstate="print"/>
          <a:srcRect/>
          <a:stretch>
            <a:fillRect/>
          </a:stretch>
        </p:blipFill>
        <p:spPr>
          <a:xfrm>
            <a:off x="1331640" y="2763330"/>
            <a:ext cx="2714644" cy="193903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 name="Slide Number Placeholder 1"/>
          <p:cNvSpPr>
            <a:spLocks noGrp="1"/>
          </p:cNvSpPr>
          <p:nvPr>
            <p:ph type="sldNum" sz="quarter" idx="12"/>
          </p:nvPr>
        </p:nvSpPr>
        <p:spPr/>
        <p:txBody>
          <a:bodyPr/>
          <a:lstStyle/>
          <a:p>
            <a:fld id="{8C117EE6-F155-4D1A-806D-E2972AE1E919}" type="slidenum">
              <a:rPr lang="en-US" smtClean="0"/>
              <a:pPr/>
              <a:t>6</a:t>
            </a:fld>
            <a:endParaRPr lang="en-US" dirty="0"/>
          </a:p>
        </p:txBody>
      </p:sp>
      <p:sp>
        <p:nvSpPr>
          <p:cNvPr id="3" name="Title 2"/>
          <p:cNvSpPr>
            <a:spLocks noGrp="1"/>
          </p:cNvSpPr>
          <p:nvPr>
            <p:ph type="title"/>
          </p:nvPr>
        </p:nvSpPr>
        <p:spPr>
          <a:xfrm>
            <a:off x="755576" y="378939"/>
            <a:ext cx="8205242" cy="1492132"/>
          </a:xfrm>
        </p:spPr>
        <p:txBody>
          <a:bodyPr>
            <a:normAutofit fontScale="90000"/>
          </a:bodyPr>
          <a:lstStyle/>
          <a:p>
            <a:r>
              <a:rPr lang="en-ZA" sz="5400"/>
              <a:t>Lisensiëringsooreenkomste</a:t>
            </a:r>
            <a:endParaRPr lang="en-ZA" dirty="0"/>
          </a:p>
        </p:txBody>
      </p:sp>
      <p:sp>
        <p:nvSpPr>
          <p:cNvPr id="13" name="Action Button: Home 7">
            <a:hlinkClick r:id="rId4" action="ppaction://hlinksldjump" highlightClick="1"/>
          </p:cNvPr>
          <p:cNvSpPr/>
          <p:nvPr/>
        </p:nvSpPr>
        <p:spPr bwMode="auto">
          <a:xfrm>
            <a:off x="9427" y="6438377"/>
            <a:ext cx="467544" cy="426399"/>
          </a:xfrm>
          <a:prstGeom prst="actionButtonHome">
            <a:avLst/>
          </a:prstGeom>
          <a:ln>
            <a:headEnd type="none" w="med" len="med"/>
            <a:tailEnd type="triangle" w="med" len="med"/>
          </a:ln>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938758" y="1733682"/>
            <a:ext cx="7429552" cy="523220"/>
          </a:xfrm>
          <a:prstGeom prst="rect">
            <a:avLst/>
          </a:prstGeom>
          <a:solidFill>
            <a:schemeClr val="bg1"/>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ZA" sz="2800" b="0" dirty="0" err="1"/>
              <a:t>Terreinlisensie</a:t>
            </a:r>
            <a:endParaRPr lang="en-ZA" sz="2800" b="0" dirty="0"/>
          </a:p>
        </p:txBody>
      </p:sp>
      <p:sp>
        <p:nvSpPr>
          <p:cNvPr id="10" name="Rectangle 9"/>
          <p:cNvSpPr/>
          <p:nvPr/>
        </p:nvSpPr>
        <p:spPr>
          <a:xfrm>
            <a:off x="4408573" y="2747089"/>
            <a:ext cx="4098756" cy="1200329"/>
          </a:xfrm>
          <a:prstGeom prst="rect">
            <a:avLst/>
          </a:prstGeom>
        </p:spPr>
        <p:txBody>
          <a:bodyPr wrap="square">
            <a:spAutoFit/>
          </a:bodyPr>
          <a:lstStyle/>
          <a:p>
            <a:r>
              <a:rPr lang="en-ZA" sz="2400" b="0" dirty="0" err="1">
                <a:latin typeface="+mn-lt"/>
              </a:rPr>
              <a:t>Onbeperkte</a:t>
            </a:r>
            <a:r>
              <a:rPr lang="en-ZA" sz="2400" b="0" dirty="0">
                <a:latin typeface="+mn-lt"/>
              </a:rPr>
              <a:t> </a:t>
            </a:r>
            <a:r>
              <a:rPr lang="en-ZA" sz="2400" b="0" dirty="0" err="1">
                <a:latin typeface="+mn-lt"/>
              </a:rPr>
              <a:t>aantal</a:t>
            </a:r>
            <a:r>
              <a:rPr lang="en-ZA" sz="2400" b="0" dirty="0">
                <a:latin typeface="+mn-lt"/>
              </a:rPr>
              <a:t> </a:t>
            </a:r>
            <a:r>
              <a:rPr lang="en-ZA" sz="2400" b="0" dirty="0" err="1">
                <a:latin typeface="+mn-lt"/>
              </a:rPr>
              <a:t>installerings</a:t>
            </a:r>
            <a:r>
              <a:rPr lang="en-ZA" sz="2400" b="0" dirty="0">
                <a:latin typeface="+mn-lt"/>
              </a:rPr>
              <a:t> </a:t>
            </a:r>
            <a:r>
              <a:rPr lang="en-ZA" sz="2400" b="0" dirty="0" err="1">
                <a:latin typeface="+mn-lt"/>
              </a:rPr>
              <a:t>binne</a:t>
            </a:r>
            <a:r>
              <a:rPr lang="en-ZA" sz="2400" b="0" dirty="0">
                <a:latin typeface="+mn-lt"/>
              </a:rPr>
              <a:t> die </a:t>
            </a:r>
            <a:r>
              <a:rPr lang="en-ZA" sz="2400" b="0" dirty="0" err="1">
                <a:latin typeface="+mn-lt"/>
              </a:rPr>
              <a:t>maatskappy</a:t>
            </a:r>
            <a:r>
              <a:rPr lang="en-ZA" sz="2400" b="0" dirty="0">
                <a:latin typeface="+mn-lt"/>
              </a:rPr>
              <a:t> of </a:t>
            </a:r>
            <a:r>
              <a:rPr lang="en-ZA" sz="2400" b="0" dirty="0" err="1">
                <a:latin typeface="+mn-lt"/>
              </a:rPr>
              <a:t>organisasie</a:t>
            </a:r>
            <a:endParaRPr lang="en-ZA" sz="2400" b="0" dirty="0">
              <a:latin typeface="+mn-lt"/>
            </a:endParaRPr>
          </a:p>
        </p:txBody>
      </p:sp>
      <p:sp>
        <p:nvSpPr>
          <p:cNvPr id="11" name="Rectangle 10"/>
          <p:cNvSpPr/>
          <p:nvPr/>
        </p:nvSpPr>
        <p:spPr>
          <a:xfrm>
            <a:off x="4410226" y="4049581"/>
            <a:ext cx="4266230" cy="1569660"/>
          </a:xfrm>
          <a:prstGeom prst="rect">
            <a:avLst/>
          </a:prstGeom>
        </p:spPr>
        <p:txBody>
          <a:bodyPr wrap="square">
            <a:spAutoFit/>
          </a:bodyPr>
          <a:lstStyle/>
          <a:p>
            <a:r>
              <a:rPr lang="en-ZA" sz="2400" b="0" dirty="0" err="1">
                <a:latin typeface="+mn-lt"/>
              </a:rPr>
              <a:t>Duurder</a:t>
            </a:r>
            <a:r>
              <a:rPr lang="en-ZA" sz="2400" b="0" dirty="0">
                <a:latin typeface="+mn-lt"/>
              </a:rPr>
              <a:t> as </a:t>
            </a:r>
            <a:r>
              <a:rPr lang="en-ZA" sz="2400" b="0">
                <a:latin typeface="+mn-lt"/>
              </a:rPr>
              <a:t>’n enkelgebruiker-lisensie</a:t>
            </a:r>
            <a:r>
              <a:rPr lang="en-ZA" sz="2400" b="0" dirty="0">
                <a:latin typeface="+mn-lt"/>
              </a:rPr>
              <a:t>, maar </a:t>
            </a:r>
            <a:r>
              <a:rPr lang="en-ZA" sz="2400" b="0" dirty="0" err="1">
                <a:latin typeface="+mn-lt"/>
              </a:rPr>
              <a:t>goedkoper</a:t>
            </a:r>
            <a:r>
              <a:rPr lang="en-ZA" sz="2400" b="0" dirty="0">
                <a:latin typeface="+mn-lt"/>
              </a:rPr>
              <a:t> as om ’n </a:t>
            </a:r>
            <a:r>
              <a:rPr lang="en-ZA" sz="2400" b="0" dirty="0" err="1">
                <a:latin typeface="+mn-lt"/>
              </a:rPr>
              <a:t>enkele</a:t>
            </a:r>
            <a:r>
              <a:rPr lang="en-ZA" sz="2400" b="0" dirty="0">
                <a:latin typeface="+mn-lt"/>
              </a:rPr>
              <a:t> </a:t>
            </a:r>
            <a:r>
              <a:rPr lang="en-ZA" sz="2400" b="0" dirty="0" err="1">
                <a:latin typeface="+mn-lt"/>
              </a:rPr>
              <a:t>kopie</a:t>
            </a:r>
            <a:r>
              <a:rPr lang="en-ZA" sz="2400" b="0" dirty="0">
                <a:latin typeface="+mn-lt"/>
              </a:rPr>
              <a:t> </a:t>
            </a:r>
            <a:r>
              <a:rPr lang="en-ZA" sz="2400" b="0" dirty="0" err="1">
                <a:latin typeface="+mn-lt"/>
              </a:rPr>
              <a:t>vir</a:t>
            </a:r>
            <a:r>
              <a:rPr lang="en-ZA" sz="2400" b="0" dirty="0">
                <a:latin typeface="+mn-lt"/>
              </a:rPr>
              <a:t> </a:t>
            </a:r>
            <a:r>
              <a:rPr lang="en-ZA" sz="2400" b="0" dirty="0" err="1">
                <a:latin typeface="+mn-lt"/>
              </a:rPr>
              <a:t>elke</a:t>
            </a:r>
            <a:r>
              <a:rPr lang="en-ZA" sz="2400" b="0" dirty="0">
                <a:latin typeface="+mn-lt"/>
              </a:rPr>
              <a:t> </a:t>
            </a:r>
            <a:r>
              <a:rPr lang="en-ZA" sz="2400" b="0" dirty="0" err="1">
                <a:latin typeface="+mn-lt"/>
              </a:rPr>
              <a:t>rekenaar</a:t>
            </a:r>
            <a:r>
              <a:rPr lang="en-ZA" sz="2400" b="0" dirty="0">
                <a:latin typeface="+mn-lt"/>
              </a:rPr>
              <a:t> </a:t>
            </a:r>
            <a:r>
              <a:rPr lang="en-ZA" sz="2400" b="0" dirty="0" err="1">
                <a:latin typeface="+mn-lt"/>
              </a:rPr>
              <a:t>te</a:t>
            </a:r>
            <a:r>
              <a:rPr lang="en-ZA" sz="2400" b="0" dirty="0">
                <a:latin typeface="+mn-lt"/>
              </a:rPr>
              <a:t> </a:t>
            </a:r>
            <a:r>
              <a:rPr lang="en-ZA" sz="2400" b="0" dirty="0" err="1">
                <a:latin typeface="+mn-lt"/>
              </a:rPr>
              <a:t>koop</a:t>
            </a:r>
            <a:r>
              <a:rPr lang="en-ZA" sz="2400" b="0" dirty="0">
                <a:latin typeface="+mn-lt"/>
              </a:rPr>
              <a:t>. </a:t>
            </a:r>
          </a:p>
        </p:txBody>
      </p:sp>
      <p:pic>
        <p:nvPicPr>
          <p:cNvPr id="13" name="Picture 12" descr="IMG_0855.jpg"/>
          <p:cNvPicPr>
            <a:picLocks noChangeAspect="1"/>
          </p:cNvPicPr>
          <p:nvPr/>
        </p:nvPicPr>
        <p:blipFill>
          <a:blip r:embed="rId3" cstate="print"/>
          <a:stretch>
            <a:fillRect/>
          </a:stretch>
        </p:blipFill>
        <p:spPr>
          <a:xfrm>
            <a:off x="1043608" y="2817142"/>
            <a:ext cx="3120066" cy="2340050"/>
          </a:xfrm>
          <a:prstGeom prst="roundRect">
            <a:avLst>
              <a:gd name="adj" fmla="val 15742"/>
            </a:avLst>
          </a:prstGeom>
          <a:solidFill>
            <a:srgbClr val="FFFFFF">
              <a:shade val="85000"/>
            </a:srgbClr>
          </a:solidFill>
          <a:ln>
            <a:noFill/>
          </a:ln>
          <a:effectLst>
            <a:reflection blurRad="12700" stA="38000" endPos="28000" dist="5000" dir="5400000" sy="-100000" algn="bl" rotWithShape="0"/>
          </a:effectLst>
        </p:spPr>
      </p:pic>
      <p:sp>
        <p:nvSpPr>
          <p:cNvPr id="2" name="Slide Number Placeholder 1"/>
          <p:cNvSpPr>
            <a:spLocks noGrp="1"/>
          </p:cNvSpPr>
          <p:nvPr>
            <p:ph type="sldNum" sz="quarter" idx="12"/>
          </p:nvPr>
        </p:nvSpPr>
        <p:spPr/>
        <p:txBody>
          <a:bodyPr/>
          <a:lstStyle/>
          <a:p>
            <a:fld id="{8C117EE6-F155-4D1A-806D-E2972AE1E919}" type="slidenum">
              <a:rPr lang="en-US" smtClean="0"/>
              <a:pPr/>
              <a:t>7</a:t>
            </a:fld>
            <a:endParaRPr lang="en-US" dirty="0"/>
          </a:p>
        </p:txBody>
      </p:sp>
      <p:sp>
        <p:nvSpPr>
          <p:cNvPr id="3" name="Title 2"/>
          <p:cNvSpPr>
            <a:spLocks noGrp="1"/>
          </p:cNvSpPr>
          <p:nvPr>
            <p:ph type="title"/>
          </p:nvPr>
        </p:nvSpPr>
        <p:spPr>
          <a:xfrm>
            <a:off x="755576" y="397463"/>
            <a:ext cx="8205242" cy="1492132"/>
          </a:xfrm>
        </p:spPr>
        <p:txBody>
          <a:bodyPr>
            <a:normAutofit fontScale="90000"/>
          </a:bodyPr>
          <a:lstStyle/>
          <a:p>
            <a:r>
              <a:rPr lang="en-ZA" sz="5400"/>
              <a:t>Lisensiëringsooreenkomste</a:t>
            </a:r>
            <a:endParaRPr lang="en-ZA" dirty="0"/>
          </a:p>
        </p:txBody>
      </p:sp>
      <p:sp>
        <p:nvSpPr>
          <p:cNvPr id="4" name="TextBox 3"/>
          <p:cNvSpPr txBox="1"/>
          <p:nvPr/>
        </p:nvSpPr>
        <p:spPr>
          <a:xfrm>
            <a:off x="2283757" y="5795323"/>
            <a:ext cx="5128648" cy="400110"/>
          </a:xfrm>
          <a:prstGeom prst="rect">
            <a:avLst/>
          </a:prstGeom>
          <a:noFill/>
        </p:spPr>
        <p:txBody>
          <a:bodyPr wrap="none" rtlCol="0">
            <a:spAutoFit/>
          </a:bodyPr>
          <a:lstStyle/>
          <a:p>
            <a:r>
              <a:rPr lang="en-ZA" b="0" dirty="0"/>
              <a:t>(Word </a:t>
            </a:r>
            <a:r>
              <a:rPr lang="en-ZA" b="0" dirty="0" err="1"/>
              <a:t>ook</a:t>
            </a:r>
            <a:r>
              <a:rPr lang="en-ZA" b="0" dirty="0"/>
              <a:t> </a:t>
            </a:r>
            <a:r>
              <a:rPr lang="en-ZA" b="0" dirty="0" err="1"/>
              <a:t>soms</a:t>
            </a:r>
            <a:r>
              <a:rPr lang="en-ZA" b="0" dirty="0"/>
              <a:t> </a:t>
            </a:r>
            <a:r>
              <a:rPr lang="en-ZA" b="0" i="1" dirty="0">
                <a:solidFill>
                  <a:srgbClr val="FF0000"/>
                </a:solidFill>
              </a:rPr>
              <a:t>Volume licencing </a:t>
            </a:r>
            <a:r>
              <a:rPr lang="en-ZA" b="0" dirty="0" err="1"/>
              <a:t>genoem</a:t>
            </a:r>
            <a:r>
              <a:rPr lang="en-ZA" b="0" dirty="0"/>
              <a:t>)</a:t>
            </a:r>
            <a:endParaRPr lang="en-US" dirty="0"/>
          </a:p>
        </p:txBody>
      </p:sp>
      <p:sp>
        <p:nvSpPr>
          <p:cNvPr id="14" name="Action Button: Home 7">
            <a:hlinkClick r:id="rId4" action="ppaction://hlinksldjump" highlightClick="1"/>
          </p:cNvPr>
          <p:cNvSpPr/>
          <p:nvPr/>
        </p:nvSpPr>
        <p:spPr bwMode="auto">
          <a:xfrm>
            <a:off x="9427" y="6438377"/>
            <a:ext cx="467544" cy="426399"/>
          </a:xfrm>
          <a:prstGeom prst="actionButtonHome">
            <a:avLst/>
          </a:prstGeom>
          <a:ln>
            <a:headEnd type="none" w="med" len="med"/>
            <a:tailEnd type="triangle" w="med" len="med"/>
          </a:ln>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ZA" dirty="0"/>
          </a:p>
        </p:txBody>
      </p:sp>
      <p:sp>
        <p:nvSpPr>
          <p:cNvPr id="9" name="TextBox 8"/>
          <p:cNvSpPr txBox="1"/>
          <p:nvPr/>
        </p:nvSpPr>
        <p:spPr>
          <a:xfrm>
            <a:off x="956504" y="1710401"/>
            <a:ext cx="7429552" cy="523220"/>
          </a:xfrm>
          <a:prstGeom prst="rect">
            <a:avLst/>
          </a:prstGeom>
          <a:solidFill>
            <a:schemeClr val="bg1"/>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ZA" sz="2800" b="0" dirty="0"/>
              <a:t>Freeware </a:t>
            </a:r>
            <a:r>
              <a:rPr lang="en-ZA" sz="2800" b="0" dirty="0" err="1"/>
              <a:t>en</a:t>
            </a:r>
            <a:r>
              <a:rPr lang="en-ZA" sz="2800" b="0" dirty="0"/>
              <a:t> Shareware</a:t>
            </a:r>
          </a:p>
        </p:txBody>
      </p:sp>
      <p:sp>
        <p:nvSpPr>
          <p:cNvPr id="10" name="Rectangle 9"/>
          <p:cNvSpPr/>
          <p:nvPr/>
        </p:nvSpPr>
        <p:spPr>
          <a:xfrm>
            <a:off x="4208690" y="2985897"/>
            <a:ext cx="4533866" cy="1015663"/>
          </a:xfrm>
          <a:prstGeom prst="rect">
            <a:avLst/>
          </a:prstGeom>
          <a:ln/>
        </p:spPr>
        <p:style>
          <a:lnRef idx="1">
            <a:schemeClr val="accent1"/>
          </a:lnRef>
          <a:fillRef idx="2">
            <a:schemeClr val="accent1"/>
          </a:fillRef>
          <a:effectRef idx="1">
            <a:schemeClr val="accent1"/>
          </a:effectRef>
          <a:fontRef idx="minor">
            <a:schemeClr val="dk1"/>
          </a:fontRef>
        </p:style>
        <p:txBody>
          <a:bodyPr wrap="square">
            <a:spAutoFit/>
          </a:bodyPr>
          <a:lstStyle/>
          <a:p>
            <a:r>
              <a:rPr lang="en-ZA" b="0" dirty="0" err="1"/>
              <a:t>Volledige</a:t>
            </a:r>
            <a:r>
              <a:rPr lang="en-ZA" b="0" dirty="0"/>
              <a:t> </a:t>
            </a:r>
            <a:r>
              <a:rPr lang="en-ZA" b="0" dirty="0" err="1"/>
              <a:t>sagteware</a:t>
            </a:r>
            <a:r>
              <a:rPr lang="en-ZA" b="0" dirty="0"/>
              <a:t> wat </a:t>
            </a:r>
            <a:r>
              <a:rPr lang="en-ZA" b="0" dirty="0" err="1"/>
              <a:t>gebruik</a:t>
            </a:r>
            <a:r>
              <a:rPr lang="en-ZA" b="0" dirty="0"/>
              <a:t> </a:t>
            </a:r>
            <a:r>
              <a:rPr lang="en-ZA" b="0" err="1"/>
              <a:t>en</a:t>
            </a:r>
            <a:r>
              <a:rPr lang="en-ZA" b="0"/>
              <a:t> gekopieer </a:t>
            </a:r>
            <a:r>
              <a:rPr lang="en-ZA" b="0" dirty="0" err="1"/>
              <a:t>kan</a:t>
            </a:r>
            <a:r>
              <a:rPr lang="en-ZA" b="0" dirty="0"/>
              <a:t> word </a:t>
            </a:r>
            <a:r>
              <a:rPr lang="en-ZA" b="0" dirty="0" err="1"/>
              <a:t>sonder</a:t>
            </a:r>
            <a:r>
              <a:rPr lang="en-ZA" b="0" dirty="0"/>
              <a:t> </a:t>
            </a:r>
            <a:r>
              <a:rPr lang="en-ZA" b="0" dirty="0" err="1"/>
              <a:t>enige</a:t>
            </a:r>
            <a:r>
              <a:rPr lang="en-ZA" b="0" dirty="0"/>
              <a:t> </a:t>
            </a:r>
            <a:r>
              <a:rPr lang="en-ZA" b="0" dirty="0" err="1"/>
              <a:t>beperkinge</a:t>
            </a:r>
            <a:endParaRPr lang="en-ZA" b="0" dirty="0"/>
          </a:p>
        </p:txBody>
      </p:sp>
      <p:sp>
        <p:nvSpPr>
          <p:cNvPr id="13" name="Left Arrow 12"/>
          <p:cNvSpPr/>
          <p:nvPr/>
        </p:nvSpPr>
        <p:spPr bwMode="auto">
          <a:xfrm flipH="1">
            <a:off x="956504" y="2674966"/>
            <a:ext cx="3091899" cy="1329748"/>
          </a:xfrm>
          <a:prstGeom prst="leftArrow">
            <a:avLst>
              <a:gd name="adj1" fmla="val 42775"/>
              <a:gd name="adj2" fmla="val 58987"/>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ZA" sz="2400" b="1" i="0" u="none" strike="noStrike" cap="none" normalizeH="0" baseline="0" dirty="0">
                <a:ln>
                  <a:noFill/>
                </a:ln>
                <a:solidFill>
                  <a:schemeClr val="tx1"/>
                </a:solidFill>
                <a:effectLst/>
                <a:latin typeface="Arial" charset="0"/>
              </a:rPr>
              <a:t>FREEWARE</a:t>
            </a:r>
          </a:p>
        </p:txBody>
      </p:sp>
      <p:sp>
        <p:nvSpPr>
          <p:cNvPr id="15" name="Left Arrow 14"/>
          <p:cNvSpPr/>
          <p:nvPr/>
        </p:nvSpPr>
        <p:spPr bwMode="auto">
          <a:xfrm flipH="1">
            <a:off x="956502" y="4429544"/>
            <a:ext cx="3091899" cy="1297109"/>
          </a:xfrm>
          <a:prstGeom prst="leftArrow">
            <a:avLst/>
          </a:prstGeom>
          <a:ln>
            <a:headEnd type="none" w="med" len="med"/>
            <a:tailEnd type="triangl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ZA" sz="2400" dirty="0">
                <a:solidFill>
                  <a:schemeClr val="tx1"/>
                </a:solidFill>
                <a:latin typeface="Arial" charset="0"/>
              </a:rPr>
              <a:t>SHAREWARE</a:t>
            </a:r>
          </a:p>
        </p:txBody>
      </p:sp>
      <p:sp>
        <p:nvSpPr>
          <p:cNvPr id="12" name="Rectangle 11"/>
          <p:cNvSpPr/>
          <p:nvPr/>
        </p:nvSpPr>
        <p:spPr>
          <a:xfrm>
            <a:off x="4208690" y="4403214"/>
            <a:ext cx="4498521" cy="1631216"/>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ZA" b="0" dirty="0" err="1"/>
              <a:t>Sagteware</a:t>
            </a:r>
            <a:r>
              <a:rPr lang="en-ZA" b="0" dirty="0"/>
              <a:t> wat </a:t>
            </a:r>
            <a:r>
              <a:rPr lang="en-ZA" b="0" dirty="0" err="1"/>
              <a:t>jy</a:t>
            </a:r>
            <a:r>
              <a:rPr lang="en-ZA" b="0" dirty="0"/>
              <a:t> gratis </a:t>
            </a:r>
            <a:r>
              <a:rPr lang="en-ZA" b="0" dirty="0" err="1"/>
              <a:t>kan</a:t>
            </a:r>
            <a:r>
              <a:rPr lang="en-ZA" b="0" dirty="0"/>
              <a:t> </a:t>
            </a:r>
            <a:r>
              <a:rPr lang="en-ZA" b="0" dirty="0" err="1"/>
              <a:t>aflaai</a:t>
            </a:r>
            <a:r>
              <a:rPr lang="en-ZA" b="0" dirty="0"/>
              <a:t> </a:t>
            </a:r>
            <a:r>
              <a:rPr lang="en-ZA" b="0" dirty="0" err="1"/>
              <a:t>en</a:t>
            </a:r>
            <a:r>
              <a:rPr lang="en-ZA" b="0" dirty="0"/>
              <a:t> </a:t>
            </a:r>
            <a:r>
              <a:rPr lang="en-ZA" b="0" dirty="0" err="1"/>
              <a:t>vir</a:t>
            </a:r>
            <a:r>
              <a:rPr lang="en-ZA" b="0" dirty="0"/>
              <a:t> ’n </a:t>
            </a:r>
            <a:r>
              <a:rPr lang="en-ZA" b="0" dirty="0" err="1"/>
              <a:t>beperkte</a:t>
            </a:r>
            <a:r>
              <a:rPr lang="en-ZA" b="0" dirty="0"/>
              <a:t> </a:t>
            </a:r>
            <a:r>
              <a:rPr lang="en-ZA" b="0" dirty="0" err="1"/>
              <a:t>tydperk</a:t>
            </a:r>
            <a:r>
              <a:rPr lang="en-ZA" b="0" dirty="0"/>
              <a:t> gratis </a:t>
            </a:r>
            <a:r>
              <a:rPr lang="en-ZA" b="0" dirty="0" err="1"/>
              <a:t>kan</a:t>
            </a:r>
            <a:r>
              <a:rPr lang="en-ZA" b="0" dirty="0"/>
              <a:t> </a:t>
            </a:r>
            <a:r>
              <a:rPr lang="en-ZA" b="0" dirty="0" err="1"/>
              <a:t>gebruik</a:t>
            </a:r>
            <a:r>
              <a:rPr lang="en-ZA" b="0" dirty="0"/>
              <a:t>.  Nadat die </a:t>
            </a:r>
            <a:r>
              <a:rPr lang="en-ZA" b="0" dirty="0" err="1"/>
              <a:t>toetstydperk</a:t>
            </a:r>
            <a:r>
              <a:rPr lang="en-ZA" b="0" dirty="0"/>
              <a:t> </a:t>
            </a:r>
            <a:r>
              <a:rPr lang="en-ZA" b="0" dirty="0" err="1"/>
              <a:t>verby</a:t>
            </a:r>
            <a:r>
              <a:rPr lang="en-ZA" b="0" dirty="0"/>
              <a:t> is, of </a:t>
            </a:r>
            <a:r>
              <a:rPr lang="en-ZA" b="0" dirty="0" err="1"/>
              <a:t>indien</a:t>
            </a:r>
            <a:r>
              <a:rPr lang="en-ZA" b="0" dirty="0"/>
              <a:t> </a:t>
            </a:r>
            <a:r>
              <a:rPr lang="en-ZA" b="0" dirty="0" err="1"/>
              <a:t>jy</a:t>
            </a:r>
            <a:r>
              <a:rPr lang="en-ZA" b="0" dirty="0"/>
              <a:t> die </a:t>
            </a:r>
            <a:r>
              <a:rPr lang="en-ZA" b="0" dirty="0" err="1"/>
              <a:t>volledige</a:t>
            </a:r>
            <a:r>
              <a:rPr lang="en-ZA" b="0" dirty="0"/>
              <a:t> </a:t>
            </a:r>
            <a:r>
              <a:rPr lang="en-ZA" b="0" dirty="0" err="1"/>
              <a:t>weergawe</a:t>
            </a:r>
            <a:r>
              <a:rPr lang="en-ZA" b="0" dirty="0"/>
              <a:t> </a:t>
            </a:r>
            <a:r>
              <a:rPr lang="en-ZA" b="0" dirty="0" err="1"/>
              <a:t>wil</a:t>
            </a:r>
            <a:r>
              <a:rPr lang="en-ZA" b="0" dirty="0"/>
              <a:t> </a:t>
            </a:r>
            <a:r>
              <a:rPr lang="en-ZA" b="0" dirty="0" err="1"/>
              <a:t>kry</a:t>
            </a:r>
            <a:r>
              <a:rPr lang="en-ZA" b="0" dirty="0"/>
              <a:t>, </a:t>
            </a:r>
            <a:r>
              <a:rPr lang="en-ZA" b="0" dirty="0" err="1"/>
              <a:t>moet</a:t>
            </a:r>
            <a:r>
              <a:rPr lang="en-ZA" b="0" dirty="0"/>
              <a:t> </a:t>
            </a:r>
            <a:r>
              <a:rPr lang="en-ZA" b="0" dirty="0" err="1"/>
              <a:t>jy</a:t>
            </a:r>
            <a:r>
              <a:rPr lang="en-ZA" b="0" dirty="0"/>
              <a:t> </a:t>
            </a:r>
            <a:r>
              <a:rPr lang="en-ZA" b="0" dirty="0" err="1"/>
              <a:t>daarvoor</a:t>
            </a:r>
            <a:r>
              <a:rPr lang="en-ZA" b="0" dirty="0"/>
              <a:t> </a:t>
            </a:r>
            <a:r>
              <a:rPr lang="en-ZA" b="0" dirty="0" err="1"/>
              <a:t>betaal</a:t>
            </a:r>
            <a:r>
              <a:rPr lang="en-ZA" b="0" dirty="0"/>
              <a:t>. </a:t>
            </a:r>
          </a:p>
        </p:txBody>
      </p:sp>
      <p:sp>
        <p:nvSpPr>
          <p:cNvPr id="2" name="Slide Number Placeholder 1"/>
          <p:cNvSpPr>
            <a:spLocks noGrp="1"/>
          </p:cNvSpPr>
          <p:nvPr>
            <p:ph type="sldNum" sz="quarter" idx="12"/>
          </p:nvPr>
        </p:nvSpPr>
        <p:spPr/>
        <p:txBody>
          <a:bodyPr/>
          <a:lstStyle/>
          <a:p>
            <a:fld id="{8C117EE6-F155-4D1A-806D-E2972AE1E919}" type="slidenum">
              <a:rPr lang="en-US" smtClean="0"/>
              <a:pPr/>
              <a:t>8</a:t>
            </a:fld>
            <a:endParaRPr lang="en-US" dirty="0"/>
          </a:p>
        </p:txBody>
      </p:sp>
      <p:sp>
        <p:nvSpPr>
          <p:cNvPr id="3" name="Title 2"/>
          <p:cNvSpPr>
            <a:spLocks noGrp="1"/>
          </p:cNvSpPr>
          <p:nvPr>
            <p:ph type="title"/>
          </p:nvPr>
        </p:nvSpPr>
        <p:spPr/>
        <p:txBody>
          <a:bodyPr/>
          <a:lstStyle/>
          <a:p>
            <a:r>
              <a:rPr lang="en-ZA" sz="5400" dirty="0"/>
              <a:t>Gratis </a:t>
            </a:r>
            <a:r>
              <a:rPr lang="en-ZA" sz="5400" dirty="0" err="1"/>
              <a:t>sagteware</a:t>
            </a:r>
            <a:endParaRPr lang="en-ZA" dirty="0"/>
          </a:p>
        </p:txBody>
      </p:sp>
      <p:sp>
        <p:nvSpPr>
          <p:cNvPr id="11" name="Action Button: Home 7">
            <a:hlinkClick r:id="rId3" action="ppaction://hlinksldjump" highlightClick="1"/>
          </p:cNvPr>
          <p:cNvSpPr/>
          <p:nvPr/>
        </p:nvSpPr>
        <p:spPr bwMode="auto">
          <a:xfrm>
            <a:off x="9427" y="6438377"/>
            <a:ext cx="467544" cy="426399"/>
          </a:xfrm>
          <a:prstGeom prst="actionButtonHome">
            <a:avLst/>
          </a:prstGeom>
          <a:ln>
            <a:headEnd type="none" w="med" len="med"/>
            <a:tailEnd type="triangle" w="med" len="med"/>
          </a:ln>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000100" y="1717480"/>
            <a:ext cx="7429552" cy="523220"/>
          </a:xfrm>
          <a:prstGeom prst="rect">
            <a:avLst/>
          </a:prstGeom>
          <a:solidFill>
            <a:schemeClr val="bg1"/>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ZA" sz="2800" b="0" dirty="0" err="1"/>
              <a:t>Oopbronsagteware</a:t>
            </a:r>
            <a:r>
              <a:rPr lang="en-ZA" sz="2800" b="0" dirty="0"/>
              <a:t> (OSS)</a:t>
            </a:r>
          </a:p>
        </p:txBody>
      </p:sp>
      <p:sp>
        <p:nvSpPr>
          <p:cNvPr id="14" name="Rectangle 13"/>
          <p:cNvSpPr/>
          <p:nvPr/>
        </p:nvSpPr>
        <p:spPr>
          <a:xfrm>
            <a:off x="958354" y="2453987"/>
            <a:ext cx="7535752" cy="830997"/>
          </a:xfrm>
          <a:prstGeom prst="rect">
            <a:avLst/>
          </a:prstGeom>
        </p:spPr>
        <p:txBody>
          <a:bodyPr wrap="square">
            <a:spAutoFit/>
          </a:bodyPr>
          <a:lstStyle/>
          <a:p>
            <a:r>
              <a:rPr lang="en-US" sz="2400" b="0" dirty="0" err="1">
                <a:latin typeface="+mn-lt"/>
              </a:rPr>
              <a:t>Sagteware</a:t>
            </a:r>
            <a:r>
              <a:rPr lang="en-US" sz="2400" b="0" dirty="0">
                <a:latin typeface="+mn-lt"/>
              </a:rPr>
              <a:t> wat </a:t>
            </a:r>
            <a:r>
              <a:rPr lang="en-US" sz="2400" b="0" dirty="0" err="1">
                <a:latin typeface="+mn-lt"/>
              </a:rPr>
              <a:t>vrylik</a:t>
            </a:r>
            <a:r>
              <a:rPr lang="en-US" sz="2400" b="0" dirty="0">
                <a:latin typeface="+mn-lt"/>
              </a:rPr>
              <a:t> </a:t>
            </a:r>
            <a:r>
              <a:rPr lang="en-US" sz="2400" b="0" dirty="0" err="1">
                <a:latin typeface="+mn-lt"/>
              </a:rPr>
              <a:t>gebruik</a:t>
            </a:r>
            <a:r>
              <a:rPr lang="en-US" sz="2400" b="0" dirty="0">
                <a:latin typeface="+mn-lt"/>
              </a:rPr>
              <a:t>, </a:t>
            </a:r>
            <a:r>
              <a:rPr lang="en-US" sz="2400" b="0" dirty="0" err="1">
                <a:latin typeface="+mn-lt"/>
              </a:rPr>
              <a:t>aangepas</a:t>
            </a:r>
            <a:r>
              <a:rPr lang="en-US" sz="2400" b="0" dirty="0">
                <a:latin typeface="+mn-lt"/>
              </a:rPr>
              <a:t> </a:t>
            </a:r>
            <a:r>
              <a:rPr lang="en-US" sz="2400" b="0" dirty="0" err="1">
                <a:latin typeface="+mn-lt"/>
              </a:rPr>
              <a:t>en</a:t>
            </a:r>
            <a:r>
              <a:rPr lang="en-US" sz="2400" b="0" dirty="0">
                <a:latin typeface="+mn-lt"/>
              </a:rPr>
              <a:t> </a:t>
            </a:r>
            <a:r>
              <a:rPr lang="en-US" sz="2400" b="0" dirty="0" err="1">
                <a:latin typeface="+mn-lt"/>
              </a:rPr>
              <a:t>versprei</a:t>
            </a:r>
            <a:r>
              <a:rPr lang="en-US" sz="2400" b="0" dirty="0">
                <a:latin typeface="+mn-lt"/>
              </a:rPr>
              <a:t> mag word, maar </a:t>
            </a:r>
            <a:r>
              <a:rPr lang="en-US" sz="2400" b="0" dirty="0" err="1">
                <a:latin typeface="+mn-lt"/>
              </a:rPr>
              <a:t>nie</a:t>
            </a:r>
            <a:r>
              <a:rPr lang="en-US" sz="2400" b="0" dirty="0">
                <a:latin typeface="+mn-lt"/>
              </a:rPr>
              <a:t> </a:t>
            </a:r>
            <a:r>
              <a:rPr lang="en-US" sz="2400" b="0" dirty="0" err="1">
                <a:latin typeface="+mn-lt"/>
              </a:rPr>
              <a:t>verkoop</a:t>
            </a:r>
            <a:r>
              <a:rPr lang="en-US" sz="2400" b="0" dirty="0">
                <a:latin typeface="+mn-lt"/>
              </a:rPr>
              <a:t> mag word </a:t>
            </a:r>
            <a:r>
              <a:rPr lang="en-US" sz="2400" b="0" dirty="0" err="1">
                <a:latin typeface="+mn-lt"/>
              </a:rPr>
              <a:t>nie</a:t>
            </a:r>
            <a:r>
              <a:rPr lang="en-US" sz="2400" b="0" dirty="0">
                <a:latin typeface="+mn-lt"/>
              </a:rPr>
              <a:t>.</a:t>
            </a:r>
            <a:endParaRPr lang="en-ZA" sz="2400" b="0" dirty="0">
              <a:latin typeface="+mn-lt"/>
            </a:endParaRPr>
          </a:p>
        </p:txBody>
      </p:sp>
      <p:sp>
        <p:nvSpPr>
          <p:cNvPr id="16" name="Rectangle 15"/>
          <p:cNvSpPr/>
          <p:nvPr/>
        </p:nvSpPr>
        <p:spPr>
          <a:xfrm>
            <a:off x="958354" y="3366710"/>
            <a:ext cx="4572000" cy="3354765"/>
          </a:xfrm>
          <a:prstGeom prst="rect">
            <a:avLst/>
          </a:prstGeom>
        </p:spPr>
        <p:txBody>
          <a:bodyPr>
            <a:spAutoFit/>
          </a:bodyPr>
          <a:lstStyle/>
          <a:p>
            <a:pPr>
              <a:spcAft>
                <a:spcPts val="600"/>
              </a:spcAft>
            </a:pPr>
            <a:r>
              <a:rPr lang="en-ZA" sz="2400" dirty="0" err="1">
                <a:latin typeface="+mn-lt"/>
              </a:rPr>
              <a:t>Voorbeelde</a:t>
            </a:r>
            <a:r>
              <a:rPr lang="en-ZA" sz="2400" dirty="0">
                <a:latin typeface="+mn-lt"/>
              </a:rPr>
              <a:t> van </a:t>
            </a:r>
            <a:r>
              <a:rPr lang="en-ZA" sz="2400" dirty="0" err="1">
                <a:latin typeface="+mn-lt"/>
              </a:rPr>
              <a:t>oopbronsagteware</a:t>
            </a:r>
            <a:r>
              <a:rPr lang="en-ZA" sz="2400" dirty="0">
                <a:latin typeface="+mn-lt"/>
              </a:rPr>
              <a:t>:</a:t>
            </a:r>
          </a:p>
          <a:p>
            <a:pPr marL="342900" lvl="0" indent="-342900">
              <a:spcAft>
                <a:spcPts val="600"/>
              </a:spcAft>
              <a:buFont typeface="Arial" panose="020B0604020202020204" pitchFamily="34" charset="0"/>
              <a:buChar char="•"/>
            </a:pPr>
            <a:r>
              <a:rPr lang="en-ZA" sz="2400" b="0" dirty="0">
                <a:latin typeface="+mn-lt"/>
              </a:rPr>
              <a:t>Linux-</a:t>
            </a:r>
            <a:r>
              <a:rPr lang="en-ZA" sz="2400" b="0" dirty="0" err="1">
                <a:latin typeface="+mn-lt"/>
              </a:rPr>
              <a:t>bedryfstelsel</a:t>
            </a:r>
            <a:endParaRPr lang="en-ZA" sz="2400" b="0" dirty="0">
              <a:latin typeface="+mn-lt"/>
            </a:endParaRPr>
          </a:p>
          <a:p>
            <a:pPr marL="342900" lvl="0" indent="-342900">
              <a:spcAft>
                <a:spcPts val="600"/>
              </a:spcAft>
              <a:buFont typeface="Arial" panose="020B0604020202020204" pitchFamily="34" charset="0"/>
              <a:buChar char="•"/>
            </a:pPr>
            <a:r>
              <a:rPr lang="en-ZA" sz="2400" b="0" dirty="0" err="1">
                <a:latin typeface="+mn-lt"/>
              </a:rPr>
              <a:t>Kantoorpakkette</a:t>
            </a:r>
            <a:r>
              <a:rPr lang="en-ZA" sz="2400" b="0" dirty="0">
                <a:latin typeface="+mn-lt"/>
              </a:rPr>
              <a:t> OpenOffice </a:t>
            </a:r>
            <a:br>
              <a:rPr lang="en-ZA" sz="2400" b="0" dirty="0">
                <a:latin typeface="+mn-lt"/>
              </a:rPr>
            </a:br>
            <a:r>
              <a:rPr lang="en-ZA" sz="2400" b="0" dirty="0" err="1">
                <a:latin typeface="+mn-lt"/>
              </a:rPr>
              <a:t>en</a:t>
            </a:r>
            <a:r>
              <a:rPr lang="en-ZA" sz="2400" b="0" dirty="0">
                <a:latin typeface="+mn-lt"/>
              </a:rPr>
              <a:t> LibreOffice</a:t>
            </a:r>
          </a:p>
          <a:p>
            <a:pPr marL="342900" lvl="0" indent="-342900">
              <a:spcAft>
                <a:spcPts val="600"/>
              </a:spcAft>
              <a:buFont typeface="Arial" panose="020B0604020202020204" pitchFamily="34" charset="0"/>
              <a:buChar char="•"/>
            </a:pPr>
            <a:r>
              <a:rPr lang="en-ZA" sz="2400" b="0" dirty="0">
                <a:latin typeface="+mn-lt"/>
              </a:rPr>
              <a:t>Java-</a:t>
            </a:r>
            <a:r>
              <a:rPr lang="en-ZA" sz="2400" b="0" dirty="0" err="1">
                <a:latin typeface="+mn-lt"/>
              </a:rPr>
              <a:t>programmeringstaal</a:t>
            </a:r>
            <a:endParaRPr lang="en-ZA" sz="2400" b="0" dirty="0">
              <a:latin typeface="+mn-lt"/>
            </a:endParaRPr>
          </a:p>
          <a:p>
            <a:pPr marL="342900" lvl="0" indent="-342900">
              <a:buFont typeface="Arial" panose="020B0604020202020204" pitchFamily="34" charset="0"/>
              <a:buChar char="•"/>
            </a:pPr>
            <a:r>
              <a:rPr lang="en-ZA" sz="2400" b="0">
                <a:latin typeface="+mn-lt"/>
              </a:rPr>
              <a:t>MySQL-databasisstelsel</a:t>
            </a:r>
            <a:endParaRPr lang="en-ZA" sz="2400" b="0" dirty="0">
              <a:latin typeface="+mn-lt"/>
            </a:endParaRPr>
          </a:p>
          <a:p>
            <a:endParaRPr lang="en-ZA" sz="2400" dirty="0">
              <a:latin typeface="+mn-lt"/>
            </a:endParaRPr>
          </a:p>
        </p:txBody>
      </p:sp>
      <p:pic>
        <p:nvPicPr>
          <p:cNvPr id="21" name="Picture 20" descr="linux.jpg"/>
          <p:cNvPicPr>
            <a:picLocks noChangeAspect="1"/>
          </p:cNvPicPr>
          <p:nvPr/>
        </p:nvPicPr>
        <p:blipFill>
          <a:blip r:embed="rId3" cstate="print"/>
          <a:stretch>
            <a:fillRect/>
          </a:stretch>
        </p:blipFill>
        <p:spPr>
          <a:xfrm>
            <a:off x="5720708" y="3206634"/>
            <a:ext cx="2217420" cy="1318260"/>
          </a:xfrm>
          <a:prstGeom prst="ellipse">
            <a:avLst/>
          </a:prstGeom>
          <a:solidFill>
            <a:srgbClr val="FFFFFF">
              <a:shade val="85000"/>
            </a:srgbClr>
          </a:solidFill>
          <a:ln>
            <a:noFill/>
          </a:ln>
          <a:effectLst>
            <a:reflection blurRad="12700" stA="38000" endPos="28000" dist="5000" dir="5400000" sy="-100000" algn="bl" rotWithShape="0"/>
          </a:effectLst>
        </p:spPr>
      </p:pic>
      <p:pic>
        <p:nvPicPr>
          <p:cNvPr id="22" name="Picture 21" descr="OPEN-OFFICE.jpg"/>
          <p:cNvPicPr>
            <a:picLocks noChangeAspect="1"/>
          </p:cNvPicPr>
          <p:nvPr/>
        </p:nvPicPr>
        <p:blipFill>
          <a:blip r:embed="rId4" cstate="print"/>
          <a:stretch>
            <a:fillRect/>
          </a:stretch>
        </p:blipFill>
        <p:spPr>
          <a:xfrm>
            <a:off x="5292080" y="4135328"/>
            <a:ext cx="1223008" cy="1223008"/>
          </a:xfrm>
          <a:prstGeom prst="ellipse">
            <a:avLst/>
          </a:prstGeom>
          <a:solidFill>
            <a:srgbClr val="FFFFFF">
              <a:shade val="85000"/>
            </a:srgbClr>
          </a:solidFill>
          <a:ln>
            <a:noFill/>
          </a:ln>
          <a:effectLst>
            <a:reflection blurRad="12700" stA="38000" endPos="28000" dist="5000" dir="5400000" sy="-100000" algn="bl" rotWithShape="0"/>
          </a:effectLst>
        </p:spPr>
      </p:pic>
      <p:pic>
        <p:nvPicPr>
          <p:cNvPr id="23" name="Picture 22" descr="libre.jpg"/>
          <p:cNvPicPr>
            <a:picLocks noChangeAspect="1"/>
          </p:cNvPicPr>
          <p:nvPr/>
        </p:nvPicPr>
        <p:blipFill>
          <a:blip r:embed="rId5" cstate="print"/>
          <a:stretch>
            <a:fillRect/>
          </a:stretch>
        </p:blipFill>
        <p:spPr>
          <a:xfrm>
            <a:off x="6506526" y="4349642"/>
            <a:ext cx="1500198" cy="98926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4" name="Picture 23" descr="java.jpg"/>
          <p:cNvPicPr>
            <a:picLocks noChangeAspect="1"/>
          </p:cNvPicPr>
          <p:nvPr/>
        </p:nvPicPr>
        <p:blipFill>
          <a:blip r:embed="rId6" cstate="print"/>
          <a:stretch>
            <a:fillRect/>
          </a:stretch>
        </p:blipFill>
        <p:spPr>
          <a:xfrm>
            <a:off x="7292344" y="5135460"/>
            <a:ext cx="1143008" cy="94402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5" name="Picture 24" descr="Logo-mysql.jpg"/>
          <p:cNvPicPr>
            <a:picLocks noChangeAspect="1"/>
          </p:cNvPicPr>
          <p:nvPr/>
        </p:nvPicPr>
        <p:blipFill>
          <a:blip r:embed="rId7" cstate="print"/>
          <a:stretch>
            <a:fillRect/>
          </a:stretch>
        </p:blipFill>
        <p:spPr>
          <a:xfrm>
            <a:off x="5863584" y="5278336"/>
            <a:ext cx="1216152" cy="88696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 name="Slide Number Placeholder 1"/>
          <p:cNvSpPr>
            <a:spLocks noGrp="1"/>
          </p:cNvSpPr>
          <p:nvPr>
            <p:ph type="sldNum" sz="quarter" idx="12"/>
          </p:nvPr>
        </p:nvSpPr>
        <p:spPr/>
        <p:txBody>
          <a:bodyPr/>
          <a:lstStyle/>
          <a:p>
            <a:fld id="{8C117EE6-F155-4D1A-806D-E2972AE1E919}" type="slidenum">
              <a:rPr lang="en-US" smtClean="0"/>
              <a:pPr/>
              <a:t>9</a:t>
            </a:fld>
            <a:endParaRPr lang="en-US" dirty="0"/>
          </a:p>
        </p:txBody>
      </p:sp>
      <p:sp>
        <p:nvSpPr>
          <p:cNvPr id="3" name="Title 2"/>
          <p:cNvSpPr>
            <a:spLocks noGrp="1"/>
          </p:cNvSpPr>
          <p:nvPr>
            <p:ph type="title"/>
          </p:nvPr>
        </p:nvSpPr>
        <p:spPr/>
        <p:txBody>
          <a:bodyPr/>
          <a:lstStyle/>
          <a:p>
            <a:r>
              <a:rPr lang="en-ZA" sz="5400" dirty="0"/>
              <a:t>Gratis </a:t>
            </a:r>
            <a:r>
              <a:rPr lang="en-ZA" sz="5400" dirty="0" err="1"/>
              <a:t>sagteware</a:t>
            </a:r>
            <a:endParaRPr lang="en-ZA" dirty="0"/>
          </a:p>
        </p:txBody>
      </p:sp>
      <p:sp>
        <p:nvSpPr>
          <p:cNvPr id="13" name="Action Button: Home 7">
            <a:hlinkClick r:id="rId8" action="ppaction://hlinksldjump" highlightClick="1"/>
          </p:cNvPr>
          <p:cNvSpPr/>
          <p:nvPr/>
        </p:nvSpPr>
        <p:spPr bwMode="auto">
          <a:xfrm>
            <a:off x="9427" y="6438377"/>
            <a:ext cx="467544" cy="426399"/>
          </a:xfrm>
          <a:prstGeom prst="actionButtonHome">
            <a:avLst/>
          </a:prstGeom>
          <a:ln>
            <a:headEnd type="none" w="med" len="med"/>
            <a:tailEnd type="triangle" w="med" len="med"/>
          </a:ln>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circle(in)">
                                      <p:cBhvr>
                                        <p:cTn id="7" dur="2000"/>
                                        <p:tgtEl>
                                          <p:spTgt spid="21"/>
                                        </p:tgtEl>
                                      </p:cBhvr>
                                    </p:animEffect>
                                  </p:childTnLst>
                                </p:cTn>
                              </p:par>
                              <p:par>
                                <p:cTn id="8" presetID="6" presetClass="entr" presetSubtype="16"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circle(in)">
                                      <p:cBhvr>
                                        <p:cTn id="10" dur="2000"/>
                                        <p:tgtEl>
                                          <p:spTgt spid="22"/>
                                        </p:tgtEl>
                                      </p:cBhvr>
                                    </p:animEffect>
                                  </p:childTnLst>
                                </p:cTn>
                              </p:par>
                              <p:par>
                                <p:cTn id="11" presetID="6" presetClass="entr" presetSubtype="16"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circle(in)">
                                      <p:cBhvr>
                                        <p:cTn id="13" dur="2000"/>
                                        <p:tgtEl>
                                          <p:spTgt spid="23"/>
                                        </p:tgtEl>
                                      </p:cBhvr>
                                    </p:animEffect>
                                  </p:childTnLst>
                                </p:cTn>
                              </p:par>
                              <p:par>
                                <p:cTn id="14" presetID="6" presetClass="entr" presetSubtype="16"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circle(in)">
                                      <p:cBhvr>
                                        <p:cTn id="16" dur="2000"/>
                                        <p:tgtEl>
                                          <p:spTgt spid="24"/>
                                        </p:tgtEl>
                                      </p:cBhvr>
                                    </p:animEffect>
                                  </p:childTnLst>
                                </p:cTn>
                              </p:par>
                              <p:par>
                                <p:cTn id="17" presetID="6" presetClass="entr" presetSubtype="16"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circle(in)">
                                      <p:cBhvr>
                                        <p:cTn id="19" dur="2000"/>
                                        <p:tgtEl>
                                          <p:spTgt spid="25"/>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938758" y="1720631"/>
            <a:ext cx="7429552" cy="523220"/>
          </a:xfrm>
          <a:prstGeom prst="rect">
            <a:avLst/>
          </a:prstGeom>
          <a:solidFill>
            <a:schemeClr val="bg1"/>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ZA" sz="2800" b="0" dirty="0" err="1"/>
              <a:t>Oopbronsagteware</a:t>
            </a:r>
            <a:r>
              <a:rPr lang="en-ZA" sz="2800" b="0" dirty="0"/>
              <a:t> - </a:t>
            </a:r>
            <a:r>
              <a:rPr lang="en-ZA" sz="2800" b="0" dirty="0" err="1"/>
              <a:t>vervolg</a:t>
            </a:r>
            <a:endParaRPr lang="en-ZA" sz="2800" b="0" dirty="0"/>
          </a:p>
        </p:txBody>
      </p:sp>
      <p:sp>
        <p:nvSpPr>
          <p:cNvPr id="16" name="Rectangle 15"/>
          <p:cNvSpPr/>
          <p:nvPr/>
        </p:nvSpPr>
        <p:spPr>
          <a:xfrm>
            <a:off x="1043608" y="2420888"/>
            <a:ext cx="7160333" cy="4221669"/>
          </a:xfrm>
          <a:prstGeom prst="rect">
            <a:avLst/>
          </a:prstGeom>
        </p:spPr>
        <p:txBody>
          <a:bodyPr wrap="square">
            <a:spAutoFit/>
          </a:bodyPr>
          <a:lstStyle/>
          <a:p>
            <a:pPr>
              <a:spcAft>
                <a:spcPts val="1000"/>
              </a:spcAft>
            </a:pPr>
            <a:r>
              <a:rPr lang="en-ZA" sz="2400" dirty="0" err="1">
                <a:latin typeface="+mn-lt"/>
              </a:rPr>
              <a:t>Potensiële</a:t>
            </a:r>
            <a:r>
              <a:rPr lang="en-ZA" sz="2400" dirty="0">
                <a:latin typeface="+mn-lt"/>
              </a:rPr>
              <a:t> </a:t>
            </a:r>
            <a:r>
              <a:rPr lang="en-ZA" sz="2400" dirty="0" err="1">
                <a:latin typeface="+mn-lt"/>
              </a:rPr>
              <a:t>nadele</a:t>
            </a:r>
            <a:r>
              <a:rPr lang="en-ZA" sz="2400" dirty="0">
                <a:latin typeface="+mn-lt"/>
              </a:rPr>
              <a:t> van </a:t>
            </a:r>
            <a:r>
              <a:rPr lang="en-ZA" sz="2400" dirty="0" err="1">
                <a:latin typeface="+mn-lt"/>
              </a:rPr>
              <a:t>oopbronsagteware</a:t>
            </a:r>
            <a:r>
              <a:rPr lang="en-ZA" sz="2400" dirty="0">
                <a:latin typeface="+mn-lt"/>
              </a:rPr>
              <a:t>:</a:t>
            </a:r>
          </a:p>
          <a:p>
            <a:pPr marL="342900" lvl="0" indent="-342900">
              <a:spcAft>
                <a:spcPts val="600"/>
              </a:spcAft>
              <a:buFont typeface="Arial" panose="020B0604020202020204" pitchFamily="34" charset="0"/>
              <a:buChar char="•"/>
            </a:pPr>
            <a:r>
              <a:rPr lang="en-ZA" sz="2400" b="0" dirty="0" err="1">
                <a:latin typeface="+mn-lt"/>
              </a:rPr>
              <a:t>Geen</a:t>
            </a:r>
            <a:r>
              <a:rPr lang="en-ZA" sz="2400" b="0" dirty="0">
                <a:latin typeface="+mn-lt"/>
              </a:rPr>
              <a:t> </a:t>
            </a:r>
            <a:r>
              <a:rPr lang="en-ZA" sz="2400" b="0" dirty="0" err="1">
                <a:latin typeface="+mn-lt"/>
              </a:rPr>
              <a:t>versekering</a:t>
            </a:r>
            <a:r>
              <a:rPr lang="en-ZA" sz="2400" b="0" dirty="0">
                <a:latin typeface="+mn-lt"/>
              </a:rPr>
              <a:t> van </a:t>
            </a:r>
            <a:r>
              <a:rPr lang="en-ZA" sz="2400" b="0" dirty="0" err="1">
                <a:latin typeface="+mn-lt"/>
              </a:rPr>
              <a:t>kwaliteit</a:t>
            </a:r>
            <a:r>
              <a:rPr lang="en-ZA" sz="2400" b="0" dirty="0">
                <a:latin typeface="+mn-lt"/>
              </a:rPr>
              <a:t> of </a:t>
            </a:r>
            <a:r>
              <a:rPr lang="en-ZA" sz="2400" b="0" dirty="0" err="1">
                <a:latin typeface="+mn-lt"/>
              </a:rPr>
              <a:t>dat</a:t>
            </a:r>
            <a:r>
              <a:rPr lang="en-ZA" sz="2400" b="0" dirty="0">
                <a:latin typeface="+mn-lt"/>
              </a:rPr>
              <a:t> </a:t>
            </a:r>
            <a:r>
              <a:rPr lang="en-ZA" sz="2400" b="0" dirty="0" err="1">
                <a:latin typeface="+mn-lt"/>
              </a:rPr>
              <a:t>dit</a:t>
            </a:r>
            <a:r>
              <a:rPr lang="en-ZA" sz="2400" b="0" dirty="0">
                <a:latin typeface="+mn-lt"/>
              </a:rPr>
              <a:t> </a:t>
            </a:r>
            <a:r>
              <a:rPr lang="en-ZA" sz="2400" b="0" dirty="0" err="1">
                <a:latin typeface="+mn-lt"/>
              </a:rPr>
              <a:t>reg</a:t>
            </a:r>
            <a:r>
              <a:rPr lang="en-ZA" sz="2400" b="0" dirty="0">
                <a:latin typeface="+mn-lt"/>
              </a:rPr>
              <a:t> </a:t>
            </a:r>
            <a:r>
              <a:rPr lang="en-ZA" sz="2400" b="0" dirty="0" err="1">
                <a:latin typeface="+mn-lt"/>
              </a:rPr>
              <a:t>werk</a:t>
            </a:r>
            <a:r>
              <a:rPr lang="en-ZA" sz="2400" b="0" dirty="0">
                <a:latin typeface="+mn-lt"/>
              </a:rPr>
              <a:t> </a:t>
            </a:r>
            <a:r>
              <a:rPr lang="en-ZA" sz="2400" b="0" dirty="0" err="1">
                <a:latin typeface="+mn-lt"/>
              </a:rPr>
              <a:t>nie</a:t>
            </a:r>
            <a:endParaRPr lang="en-ZA" sz="2400" b="0" dirty="0">
              <a:latin typeface="+mn-lt"/>
            </a:endParaRPr>
          </a:p>
          <a:p>
            <a:pPr marL="342900" lvl="0" indent="-342900">
              <a:spcAft>
                <a:spcPts val="600"/>
              </a:spcAft>
              <a:buFont typeface="Arial" panose="020B0604020202020204" pitchFamily="34" charset="0"/>
              <a:buChar char="•"/>
            </a:pPr>
            <a:r>
              <a:rPr lang="en-ZA" sz="2400" b="0" dirty="0" err="1">
                <a:latin typeface="+mn-lt"/>
              </a:rPr>
              <a:t>Daar</a:t>
            </a:r>
            <a:r>
              <a:rPr lang="en-ZA" sz="2400" b="0" dirty="0">
                <a:latin typeface="+mn-lt"/>
              </a:rPr>
              <a:t> is </a:t>
            </a:r>
            <a:r>
              <a:rPr lang="en-ZA" sz="2400" b="0" dirty="0" err="1">
                <a:latin typeface="+mn-lt"/>
              </a:rPr>
              <a:t>dikwels</a:t>
            </a:r>
            <a:r>
              <a:rPr lang="en-ZA" sz="2400" b="0" dirty="0">
                <a:latin typeface="+mn-lt"/>
              </a:rPr>
              <a:t> </a:t>
            </a:r>
            <a:r>
              <a:rPr lang="en-ZA" sz="2400" b="0" dirty="0" err="1">
                <a:latin typeface="+mn-lt"/>
              </a:rPr>
              <a:t>baie</a:t>
            </a:r>
            <a:r>
              <a:rPr lang="en-ZA" sz="2400" b="0" dirty="0">
                <a:latin typeface="+mn-lt"/>
              </a:rPr>
              <a:t> </a:t>
            </a:r>
            <a:r>
              <a:rPr lang="en-ZA" sz="2400" b="0" dirty="0" err="1">
                <a:latin typeface="+mn-lt"/>
              </a:rPr>
              <a:t>verskillende</a:t>
            </a:r>
            <a:r>
              <a:rPr lang="en-ZA" sz="2400" b="0" dirty="0">
                <a:latin typeface="+mn-lt"/>
              </a:rPr>
              <a:t> </a:t>
            </a:r>
            <a:r>
              <a:rPr lang="en-ZA" sz="2400" b="0" dirty="0" err="1">
                <a:latin typeface="+mn-lt"/>
              </a:rPr>
              <a:t>weergawes</a:t>
            </a:r>
            <a:r>
              <a:rPr lang="en-ZA" sz="2400" b="0" dirty="0">
                <a:latin typeface="+mn-lt"/>
              </a:rPr>
              <a:t> van </a:t>
            </a:r>
            <a:r>
              <a:rPr lang="en-ZA" sz="2400" b="0" dirty="0" err="1">
                <a:latin typeface="+mn-lt"/>
              </a:rPr>
              <a:t>dieselfde</a:t>
            </a:r>
            <a:r>
              <a:rPr lang="en-ZA" sz="2400" b="0" dirty="0">
                <a:latin typeface="+mn-lt"/>
              </a:rPr>
              <a:t> </a:t>
            </a:r>
            <a:r>
              <a:rPr lang="en-ZA" sz="2400" b="0" dirty="0" err="1">
                <a:latin typeface="+mn-lt"/>
              </a:rPr>
              <a:t>produk</a:t>
            </a:r>
            <a:endParaRPr lang="en-ZA" sz="2400" b="0" dirty="0">
              <a:latin typeface="+mn-lt"/>
            </a:endParaRPr>
          </a:p>
          <a:p>
            <a:pPr marL="342900" lvl="0" indent="-342900">
              <a:spcAft>
                <a:spcPts val="600"/>
              </a:spcAft>
              <a:buFont typeface="Arial" panose="020B0604020202020204" pitchFamily="34" charset="0"/>
              <a:buChar char="•"/>
            </a:pPr>
            <a:r>
              <a:rPr lang="en-ZA" sz="2400" b="0" err="1">
                <a:latin typeface="+mn-lt"/>
              </a:rPr>
              <a:t>Kan</a:t>
            </a:r>
            <a:r>
              <a:rPr lang="en-ZA" sz="2400" b="0">
                <a:latin typeface="+mn-lt"/>
              </a:rPr>
              <a:t> dit gewoonlik net </a:t>
            </a:r>
            <a:r>
              <a:rPr lang="en-ZA" sz="2400" b="0" dirty="0">
                <a:latin typeface="+mn-lt"/>
              </a:rPr>
              <a:t>van </a:t>
            </a:r>
            <a:r>
              <a:rPr lang="en-ZA" sz="2400" b="0">
                <a:latin typeface="+mn-lt"/>
              </a:rPr>
              <a:t>die internet </a:t>
            </a:r>
            <a:r>
              <a:rPr lang="en-ZA" sz="2400" b="0" dirty="0" err="1">
                <a:latin typeface="+mn-lt"/>
              </a:rPr>
              <a:t>verkry</a:t>
            </a:r>
            <a:r>
              <a:rPr lang="en-ZA" sz="2400" b="0" dirty="0">
                <a:latin typeface="+mn-lt"/>
              </a:rPr>
              <a:t> – </a:t>
            </a:r>
            <a:r>
              <a:rPr lang="en-ZA" sz="2400" b="0" dirty="0" err="1">
                <a:latin typeface="+mn-lt"/>
              </a:rPr>
              <a:t>kan</a:t>
            </a:r>
            <a:r>
              <a:rPr lang="en-ZA" sz="2400" b="0" dirty="0">
                <a:latin typeface="+mn-lt"/>
              </a:rPr>
              <a:t> </a:t>
            </a:r>
            <a:r>
              <a:rPr lang="en-ZA" sz="2400" b="0" dirty="0" err="1">
                <a:latin typeface="+mn-lt"/>
              </a:rPr>
              <a:t>baie</a:t>
            </a:r>
            <a:r>
              <a:rPr lang="en-ZA" sz="2400" b="0" dirty="0">
                <a:latin typeface="+mn-lt"/>
              </a:rPr>
              <a:t> data </a:t>
            </a:r>
            <a:r>
              <a:rPr lang="en-ZA" sz="2400" b="0" dirty="0" err="1">
                <a:latin typeface="+mn-lt"/>
              </a:rPr>
              <a:t>gebruik</a:t>
            </a:r>
            <a:r>
              <a:rPr lang="en-ZA" sz="2400" b="0" dirty="0">
                <a:latin typeface="+mn-lt"/>
              </a:rPr>
              <a:t> </a:t>
            </a:r>
            <a:r>
              <a:rPr lang="en-ZA" sz="2400" b="0" dirty="0" err="1">
                <a:latin typeface="+mn-lt"/>
              </a:rPr>
              <a:t>en</a:t>
            </a:r>
            <a:r>
              <a:rPr lang="en-ZA" sz="2400" b="0" dirty="0">
                <a:latin typeface="+mn-lt"/>
              </a:rPr>
              <a:t> </a:t>
            </a:r>
            <a:r>
              <a:rPr lang="en-ZA" sz="2400" b="0" dirty="0" err="1">
                <a:latin typeface="+mn-lt"/>
              </a:rPr>
              <a:t>tyd</a:t>
            </a:r>
            <a:r>
              <a:rPr lang="en-ZA" sz="2400" b="0" dirty="0">
                <a:latin typeface="+mn-lt"/>
              </a:rPr>
              <a:t> neem</a:t>
            </a:r>
          </a:p>
          <a:p>
            <a:pPr marL="342900" lvl="0" indent="-342900">
              <a:spcAft>
                <a:spcPts val="600"/>
              </a:spcAft>
              <a:buFont typeface="Arial" panose="020B0604020202020204" pitchFamily="34" charset="0"/>
              <a:buChar char="•"/>
            </a:pPr>
            <a:r>
              <a:rPr lang="en-ZA" sz="2400" b="0" dirty="0" err="1">
                <a:latin typeface="+mn-lt"/>
              </a:rPr>
              <a:t>Nie</a:t>
            </a:r>
            <a:r>
              <a:rPr lang="en-ZA" sz="2400" b="0" dirty="0">
                <a:latin typeface="+mn-lt"/>
              </a:rPr>
              <a:t> so </a:t>
            </a:r>
            <a:r>
              <a:rPr lang="en-ZA" sz="2400" b="0" dirty="0" err="1">
                <a:latin typeface="+mn-lt"/>
              </a:rPr>
              <a:t>algemeen</a:t>
            </a:r>
            <a:r>
              <a:rPr lang="en-ZA" sz="2400" b="0" dirty="0">
                <a:latin typeface="+mn-lt"/>
              </a:rPr>
              <a:t> </a:t>
            </a:r>
            <a:r>
              <a:rPr lang="en-ZA" sz="2400" b="0" dirty="0" err="1">
                <a:latin typeface="+mn-lt"/>
              </a:rPr>
              <a:t>gebruik</a:t>
            </a:r>
            <a:r>
              <a:rPr lang="en-ZA" sz="2400" b="0" dirty="0">
                <a:latin typeface="+mn-lt"/>
              </a:rPr>
              <a:t> </a:t>
            </a:r>
            <a:r>
              <a:rPr lang="en-ZA" sz="2400" b="0" dirty="0" err="1">
                <a:latin typeface="+mn-lt"/>
              </a:rPr>
              <a:t>nie</a:t>
            </a:r>
            <a:endParaRPr lang="en-ZA" sz="2400" b="0" dirty="0">
              <a:latin typeface="+mn-lt"/>
            </a:endParaRPr>
          </a:p>
          <a:p>
            <a:pPr marL="342900" lvl="0" indent="-342900">
              <a:buFont typeface="Arial" panose="020B0604020202020204" pitchFamily="34" charset="0"/>
              <a:buChar char="•"/>
            </a:pPr>
            <a:r>
              <a:rPr lang="en-ZA" sz="2400" b="0" dirty="0" err="1">
                <a:latin typeface="+mn-lt"/>
              </a:rPr>
              <a:t>Dokumentasie</a:t>
            </a:r>
            <a:r>
              <a:rPr lang="en-ZA" sz="2400" b="0" dirty="0">
                <a:latin typeface="+mn-lt"/>
              </a:rPr>
              <a:t> </a:t>
            </a:r>
            <a:r>
              <a:rPr lang="en-ZA" sz="2400" b="0" dirty="0" err="1">
                <a:latin typeface="+mn-lt"/>
              </a:rPr>
              <a:t>en</a:t>
            </a:r>
            <a:r>
              <a:rPr lang="en-ZA" sz="2400" b="0" dirty="0">
                <a:latin typeface="+mn-lt"/>
              </a:rPr>
              <a:t> </a:t>
            </a:r>
            <a:r>
              <a:rPr lang="en-ZA" sz="2400" b="0" dirty="0" err="1">
                <a:latin typeface="+mn-lt"/>
              </a:rPr>
              <a:t>ondersteuning</a:t>
            </a:r>
            <a:r>
              <a:rPr lang="en-ZA" sz="2400" b="0" dirty="0">
                <a:latin typeface="+mn-lt"/>
              </a:rPr>
              <a:t> mag </a:t>
            </a:r>
            <a:r>
              <a:rPr lang="en-ZA" sz="2400" b="0" dirty="0" err="1">
                <a:latin typeface="+mn-lt"/>
              </a:rPr>
              <a:t>moeilik</a:t>
            </a:r>
            <a:r>
              <a:rPr lang="en-ZA" sz="2400" b="0" dirty="0">
                <a:latin typeface="+mn-lt"/>
              </a:rPr>
              <a:t> </a:t>
            </a:r>
            <a:r>
              <a:rPr lang="en-ZA" sz="2400" b="0" dirty="0" err="1">
                <a:latin typeface="+mn-lt"/>
              </a:rPr>
              <a:t>toegangbaar</a:t>
            </a:r>
            <a:r>
              <a:rPr lang="en-ZA" sz="2400" b="0" dirty="0">
                <a:latin typeface="+mn-lt"/>
              </a:rPr>
              <a:t> wees</a:t>
            </a:r>
            <a:endParaRPr lang="en-ZA" sz="2400" dirty="0">
              <a:latin typeface="+mn-lt"/>
            </a:endParaRPr>
          </a:p>
        </p:txBody>
      </p:sp>
      <p:sp>
        <p:nvSpPr>
          <p:cNvPr id="2" name="Slide Number Placeholder 1"/>
          <p:cNvSpPr>
            <a:spLocks noGrp="1"/>
          </p:cNvSpPr>
          <p:nvPr>
            <p:ph type="sldNum" sz="quarter" idx="12"/>
          </p:nvPr>
        </p:nvSpPr>
        <p:spPr/>
        <p:txBody>
          <a:bodyPr/>
          <a:lstStyle/>
          <a:p>
            <a:fld id="{8C117EE6-F155-4D1A-806D-E2972AE1E919}" type="slidenum">
              <a:rPr lang="en-US" smtClean="0"/>
              <a:pPr/>
              <a:t>10</a:t>
            </a:fld>
            <a:endParaRPr lang="en-US" dirty="0"/>
          </a:p>
        </p:txBody>
      </p:sp>
      <p:sp>
        <p:nvSpPr>
          <p:cNvPr id="3" name="Title 2"/>
          <p:cNvSpPr>
            <a:spLocks noGrp="1"/>
          </p:cNvSpPr>
          <p:nvPr>
            <p:ph type="title"/>
          </p:nvPr>
        </p:nvSpPr>
        <p:spPr/>
        <p:txBody>
          <a:bodyPr/>
          <a:lstStyle/>
          <a:p>
            <a:r>
              <a:rPr lang="en-ZA" sz="5400" dirty="0"/>
              <a:t>Gratis </a:t>
            </a:r>
            <a:r>
              <a:rPr lang="en-ZA" sz="5400" dirty="0" err="1"/>
              <a:t>sagteware</a:t>
            </a:r>
            <a:endParaRPr lang="en-ZA" dirty="0"/>
          </a:p>
        </p:txBody>
      </p:sp>
      <p:sp>
        <p:nvSpPr>
          <p:cNvPr id="7" name="Action Button: Home 7">
            <a:hlinkClick r:id="rId3" action="ppaction://hlinksldjump" highlightClick="1"/>
          </p:cNvPr>
          <p:cNvSpPr/>
          <p:nvPr/>
        </p:nvSpPr>
        <p:spPr bwMode="auto">
          <a:xfrm>
            <a:off x="9427" y="6438377"/>
            <a:ext cx="467544" cy="426399"/>
          </a:xfrm>
          <a:prstGeom prst="actionButtonHome">
            <a:avLst/>
          </a:prstGeom>
          <a:ln>
            <a:headEnd type="none" w="med" len="med"/>
            <a:tailEnd type="triangle" w="med" len="med"/>
          </a:ln>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ZA" dirty="0"/>
          </a:p>
        </p:txBody>
      </p:sp>
      <p:sp>
        <p:nvSpPr>
          <p:cNvPr id="9" name="TextBox 8"/>
          <p:cNvSpPr txBox="1"/>
          <p:nvPr/>
        </p:nvSpPr>
        <p:spPr>
          <a:xfrm>
            <a:off x="938758" y="1739143"/>
            <a:ext cx="7429552" cy="523220"/>
          </a:xfrm>
          <a:prstGeom prst="rect">
            <a:avLst/>
          </a:prstGeom>
          <a:solidFill>
            <a:schemeClr val="bg1"/>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ZA" sz="2800" b="0" dirty="0" err="1"/>
              <a:t>Kopiereg</a:t>
            </a:r>
            <a:endParaRPr lang="en-ZA" sz="2800" b="0" dirty="0"/>
          </a:p>
        </p:txBody>
      </p:sp>
      <p:sp>
        <p:nvSpPr>
          <p:cNvPr id="13" name="Rectangle 12"/>
          <p:cNvSpPr/>
          <p:nvPr/>
        </p:nvSpPr>
        <p:spPr>
          <a:xfrm>
            <a:off x="1150641" y="2662213"/>
            <a:ext cx="7217669" cy="3785652"/>
          </a:xfrm>
          <a:prstGeom prst="rect">
            <a:avLst/>
          </a:prstGeom>
        </p:spPr>
        <p:txBody>
          <a:bodyPr wrap="square">
            <a:spAutoFit/>
          </a:bodyPr>
          <a:lstStyle/>
          <a:p>
            <a:r>
              <a:rPr lang="en-ZA" sz="2400" dirty="0" err="1">
                <a:latin typeface="+mn-lt"/>
              </a:rPr>
              <a:t>Kopiereg</a:t>
            </a:r>
            <a:r>
              <a:rPr lang="en-ZA" sz="2400" dirty="0">
                <a:latin typeface="+mn-lt"/>
              </a:rPr>
              <a:t>:</a:t>
            </a:r>
            <a:r>
              <a:rPr lang="en-ZA" sz="2400" b="0" dirty="0">
                <a:latin typeface="+mn-lt"/>
              </a:rPr>
              <a:t> </a:t>
            </a:r>
            <a:r>
              <a:rPr lang="en-ZA" sz="2400" b="0" dirty="0" err="1">
                <a:latin typeface="+mn-lt"/>
              </a:rPr>
              <a:t>verwys</a:t>
            </a:r>
            <a:r>
              <a:rPr lang="en-ZA" sz="2400" b="0" dirty="0">
                <a:latin typeface="+mn-lt"/>
              </a:rPr>
              <a:t> </a:t>
            </a:r>
            <a:r>
              <a:rPr lang="en-ZA" sz="2400" b="0" dirty="0" err="1">
                <a:latin typeface="+mn-lt"/>
              </a:rPr>
              <a:t>na</a:t>
            </a:r>
            <a:r>
              <a:rPr lang="en-ZA" sz="2400" b="0" dirty="0">
                <a:latin typeface="+mn-lt"/>
              </a:rPr>
              <a:t> die </a:t>
            </a:r>
            <a:r>
              <a:rPr lang="en-ZA" sz="2400" b="0" dirty="0" err="1">
                <a:latin typeface="+mn-lt"/>
              </a:rPr>
              <a:t>wettige</a:t>
            </a:r>
            <a:r>
              <a:rPr lang="en-ZA" sz="2400" b="0" dirty="0">
                <a:latin typeface="+mn-lt"/>
              </a:rPr>
              <a:t> </a:t>
            </a:r>
            <a:r>
              <a:rPr lang="en-ZA" sz="2400" b="0" dirty="0" err="1">
                <a:latin typeface="+mn-lt"/>
              </a:rPr>
              <a:t>reg</a:t>
            </a:r>
            <a:r>
              <a:rPr lang="en-ZA" sz="2400" b="0" dirty="0">
                <a:latin typeface="+mn-lt"/>
              </a:rPr>
              <a:t> om </a:t>
            </a:r>
            <a:r>
              <a:rPr lang="en-ZA" sz="2400" b="0" dirty="0" err="1">
                <a:latin typeface="+mn-lt"/>
              </a:rPr>
              <a:t>kopieë</a:t>
            </a:r>
            <a:r>
              <a:rPr lang="en-ZA" sz="2400" b="0" dirty="0">
                <a:latin typeface="+mn-lt"/>
              </a:rPr>
              <a:t> </a:t>
            </a:r>
            <a:r>
              <a:rPr lang="en-ZA" sz="2400" b="0" dirty="0" err="1">
                <a:latin typeface="+mn-lt"/>
              </a:rPr>
              <a:t>te</a:t>
            </a:r>
            <a:r>
              <a:rPr lang="en-ZA" sz="2400" b="0" dirty="0">
                <a:latin typeface="+mn-lt"/>
              </a:rPr>
              <a:t> </a:t>
            </a:r>
            <a:r>
              <a:rPr lang="en-ZA" sz="2400" b="0" dirty="0" err="1">
                <a:latin typeface="+mn-lt"/>
              </a:rPr>
              <a:t>maak</a:t>
            </a:r>
            <a:r>
              <a:rPr lang="en-ZA" sz="2400" b="0" dirty="0">
                <a:latin typeface="+mn-lt"/>
              </a:rPr>
              <a:t>, </a:t>
            </a:r>
            <a:r>
              <a:rPr lang="en-ZA" sz="2400" b="0" dirty="0" err="1">
                <a:latin typeface="+mn-lt"/>
              </a:rPr>
              <a:t>te</a:t>
            </a:r>
            <a:r>
              <a:rPr lang="en-ZA" sz="2400" b="0" dirty="0">
                <a:latin typeface="+mn-lt"/>
              </a:rPr>
              <a:t> </a:t>
            </a:r>
            <a:r>
              <a:rPr lang="en-ZA" sz="2400" b="0" dirty="0" err="1">
                <a:latin typeface="+mn-lt"/>
              </a:rPr>
              <a:t>publiseer</a:t>
            </a:r>
            <a:r>
              <a:rPr lang="en-ZA" sz="2400" b="0" dirty="0">
                <a:latin typeface="+mn-lt"/>
              </a:rPr>
              <a:t> </a:t>
            </a:r>
            <a:r>
              <a:rPr lang="en-ZA" sz="2400" b="0" dirty="0" err="1">
                <a:latin typeface="+mn-lt"/>
              </a:rPr>
              <a:t>en</a:t>
            </a:r>
            <a:r>
              <a:rPr lang="en-ZA" sz="2400" b="0" dirty="0">
                <a:latin typeface="+mn-lt"/>
              </a:rPr>
              <a:t> </a:t>
            </a:r>
            <a:r>
              <a:rPr lang="en-ZA" sz="2400" b="0" dirty="0" err="1">
                <a:latin typeface="+mn-lt"/>
              </a:rPr>
              <a:t>te</a:t>
            </a:r>
            <a:r>
              <a:rPr lang="en-ZA" sz="2400" b="0" dirty="0">
                <a:latin typeface="+mn-lt"/>
              </a:rPr>
              <a:t> </a:t>
            </a:r>
            <a:r>
              <a:rPr lang="en-ZA" sz="2400" b="0" dirty="0" err="1">
                <a:latin typeface="+mn-lt"/>
              </a:rPr>
              <a:t>verkoop</a:t>
            </a:r>
            <a:r>
              <a:rPr lang="en-ZA" sz="2400" b="0" dirty="0">
                <a:latin typeface="+mn-lt"/>
              </a:rPr>
              <a:t>. </a:t>
            </a:r>
          </a:p>
          <a:p>
            <a:endParaRPr lang="en-ZA" sz="2400" b="0" dirty="0">
              <a:latin typeface="+mn-lt"/>
            </a:endParaRPr>
          </a:p>
          <a:p>
            <a:r>
              <a:rPr lang="en-ZA" sz="2400" dirty="0" err="1">
                <a:latin typeface="+mn-lt"/>
              </a:rPr>
              <a:t>Intellektuele</a:t>
            </a:r>
            <a:r>
              <a:rPr lang="en-ZA" sz="2400" dirty="0">
                <a:latin typeface="+mn-lt"/>
              </a:rPr>
              <a:t> </a:t>
            </a:r>
            <a:r>
              <a:rPr lang="en-ZA" sz="2400" dirty="0" err="1">
                <a:latin typeface="+mn-lt"/>
              </a:rPr>
              <a:t>eiendom</a:t>
            </a:r>
            <a:r>
              <a:rPr lang="en-ZA" sz="2400" dirty="0">
                <a:latin typeface="+mn-lt"/>
              </a:rPr>
              <a:t>:  </a:t>
            </a:r>
            <a:r>
              <a:rPr lang="en-ZA" sz="2400" b="0" dirty="0" err="1">
                <a:latin typeface="+mn-lt"/>
              </a:rPr>
              <a:t>breër</a:t>
            </a:r>
            <a:r>
              <a:rPr lang="en-ZA" sz="2400" b="0" dirty="0">
                <a:latin typeface="+mn-lt"/>
              </a:rPr>
              <a:t> </a:t>
            </a:r>
            <a:r>
              <a:rPr lang="en-ZA" sz="2400" b="0" dirty="0" err="1">
                <a:latin typeface="+mn-lt"/>
              </a:rPr>
              <a:t>konsep</a:t>
            </a:r>
            <a:r>
              <a:rPr lang="en-ZA" sz="2400" b="0" dirty="0">
                <a:latin typeface="+mn-lt"/>
              </a:rPr>
              <a:t> – </a:t>
            </a:r>
            <a:r>
              <a:rPr lang="en-ZA" sz="2400" b="0" dirty="0" err="1">
                <a:latin typeface="+mn-lt"/>
              </a:rPr>
              <a:t>erken</a:t>
            </a:r>
            <a:r>
              <a:rPr lang="en-ZA" sz="2400" b="0" dirty="0">
                <a:latin typeface="+mn-lt"/>
              </a:rPr>
              <a:t> die </a:t>
            </a:r>
            <a:r>
              <a:rPr lang="en-ZA" sz="2400" b="0" dirty="0" err="1">
                <a:latin typeface="+mn-lt"/>
              </a:rPr>
              <a:t>eienaarskap</a:t>
            </a:r>
            <a:r>
              <a:rPr lang="en-ZA" sz="2400" b="0" dirty="0">
                <a:latin typeface="+mn-lt"/>
              </a:rPr>
              <a:t> van die </a:t>
            </a:r>
            <a:r>
              <a:rPr lang="en-ZA" sz="2400" b="0" dirty="0" err="1">
                <a:latin typeface="+mn-lt"/>
              </a:rPr>
              <a:t>persoon</a:t>
            </a:r>
            <a:r>
              <a:rPr lang="en-ZA" sz="2400" b="0" dirty="0">
                <a:latin typeface="+mn-lt"/>
              </a:rPr>
              <a:t> wat met die </a:t>
            </a:r>
            <a:r>
              <a:rPr lang="en-ZA" sz="2400" b="0" dirty="0" err="1">
                <a:latin typeface="+mn-lt"/>
              </a:rPr>
              <a:t>oorspronklike</a:t>
            </a:r>
            <a:r>
              <a:rPr lang="en-ZA" sz="2400" b="0" dirty="0">
                <a:latin typeface="+mn-lt"/>
              </a:rPr>
              <a:t> </a:t>
            </a:r>
            <a:r>
              <a:rPr lang="en-ZA" sz="2400" b="0" dirty="0" err="1">
                <a:latin typeface="+mn-lt"/>
              </a:rPr>
              <a:t>idee</a:t>
            </a:r>
            <a:r>
              <a:rPr lang="en-ZA" sz="2400" b="0" dirty="0">
                <a:latin typeface="+mn-lt"/>
              </a:rPr>
              <a:t> of </a:t>
            </a:r>
            <a:r>
              <a:rPr lang="en-ZA" sz="2400" b="0" dirty="0" err="1">
                <a:latin typeface="+mn-lt"/>
              </a:rPr>
              <a:t>gedagte</a:t>
            </a:r>
            <a:r>
              <a:rPr lang="en-ZA" sz="2400" b="0" dirty="0">
                <a:latin typeface="+mn-lt"/>
              </a:rPr>
              <a:t> </a:t>
            </a:r>
            <a:r>
              <a:rPr lang="en-ZA" sz="2400" b="0" dirty="0" err="1">
                <a:latin typeface="+mn-lt"/>
              </a:rPr>
              <a:t>opgekom</a:t>
            </a:r>
            <a:r>
              <a:rPr lang="en-ZA" sz="2400" b="0" dirty="0">
                <a:latin typeface="+mn-lt"/>
              </a:rPr>
              <a:t> het.</a:t>
            </a:r>
          </a:p>
          <a:p>
            <a:endParaRPr lang="en-ZA" sz="2400" b="0" dirty="0">
              <a:latin typeface="+mn-lt"/>
            </a:endParaRPr>
          </a:p>
          <a:p>
            <a:r>
              <a:rPr lang="en-ZA" sz="2400" i="1" dirty="0">
                <a:latin typeface="+mn-lt"/>
              </a:rPr>
              <a:t>Creative Commons</a:t>
            </a:r>
            <a:r>
              <a:rPr lang="en-ZA" sz="2400" dirty="0">
                <a:latin typeface="+mn-lt"/>
              </a:rPr>
              <a:t>: </a:t>
            </a:r>
            <a:r>
              <a:rPr lang="en-ZA" sz="2400" b="0" dirty="0" err="1">
                <a:latin typeface="+mn-lt"/>
              </a:rPr>
              <a:t>nie-winsgewende</a:t>
            </a:r>
            <a:r>
              <a:rPr lang="en-ZA" sz="2400" b="0" dirty="0">
                <a:latin typeface="+mn-lt"/>
              </a:rPr>
              <a:t> </a:t>
            </a:r>
            <a:r>
              <a:rPr lang="en-ZA" sz="2400" b="0" dirty="0" err="1">
                <a:latin typeface="+mn-lt"/>
              </a:rPr>
              <a:t>organisasie</a:t>
            </a:r>
            <a:r>
              <a:rPr lang="en-ZA" sz="2400" b="0" dirty="0">
                <a:latin typeface="+mn-lt"/>
              </a:rPr>
              <a:t> wat die </a:t>
            </a:r>
            <a:r>
              <a:rPr lang="en-ZA" sz="2400" b="0" dirty="0" err="1">
                <a:latin typeface="+mn-lt"/>
              </a:rPr>
              <a:t>deel</a:t>
            </a:r>
            <a:r>
              <a:rPr lang="en-ZA" sz="2400" b="0" dirty="0">
                <a:latin typeface="+mn-lt"/>
              </a:rPr>
              <a:t> </a:t>
            </a:r>
            <a:r>
              <a:rPr lang="en-ZA" sz="2400" b="0" dirty="0" err="1">
                <a:latin typeface="+mn-lt"/>
              </a:rPr>
              <a:t>en</a:t>
            </a:r>
            <a:r>
              <a:rPr lang="en-ZA" sz="2400" b="0" dirty="0">
                <a:latin typeface="+mn-lt"/>
              </a:rPr>
              <a:t> gratis </a:t>
            </a:r>
            <a:r>
              <a:rPr lang="en-ZA" sz="2400" b="0" dirty="0" err="1">
                <a:latin typeface="+mn-lt"/>
              </a:rPr>
              <a:t>gebruik</a:t>
            </a:r>
            <a:r>
              <a:rPr lang="en-ZA" sz="2400" b="0" dirty="0">
                <a:latin typeface="+mn-lt"/>
              </a:rPr>
              <a:t> van </a:t>
            </a:r>
            <a:r>
              <a:rPr lang="en-ZA" sz="2400" b="0" dirty="0" err="1">
                <a:latin typeface="+mn-lt"/>
              </a:rPr>
              <a:t>kennis</a:t>
            </a:r>
            <a:r>
              <a:rPr lang="en-ZA" sz="2400" b="0" dirty="0">
                <a:latin typeface="+mn-lt"/>
              </a:rPr>
              <a:t> </a:t>
            </a:r>
            <a:r>
              <a:rPr lang="en-ZA" sz="2400" b="0" dirty="0" err="1">
                <a:latin typeface="+mn-lt"/>
              </a:rPr>
              <a:t>en</a:t>
            </a:r>
            <a:r>
              <a:rPr lang="en-ZA" sz="2400" b="0" dirty="0">
                <a:latin typeface="+mn-lt"/>
              </a:rPr>
              <a:t> </a:t>
            </a:r>
            <a:r>
              <a:rPr lang="en-ZA" sz="2400" b="0" dirty="0" err="1">
                <a:latin typeface="+mn-lt"/>
              </a:rPr>
              <a:t>produkte</a:t>
            </a:r>
            <a:r>
              <a:rPr lang="en-ZA" sz="2400" b="0" dirty="0">
                <a:latin typeface="+mn-lt"/>
              </a:rPr>
              <a:t> </a:t>
            </a:r>
            <a:r>
              <a:rPr lang="en-ZA" sz="2400" b="0" dirty="0" err="1">
                <a:latin typeface="+mn-lt"/>
              </a:rPr>
              <a:t>wettiglik</a:t>
            </a:r>
            <a:r>
              <a:rPr lang="en-ZA" sz="2400" b="0" dirty="0">
                <a:latin typeface="+mn-lt"/>
              </a:rPr>
              <a:t> </a:t>
            </a:r>
            <a:r>
              <a:rPr lang="en-ZA" sz="2400" b="0" dirty="0" err="1">
                <a:latin typeface="+mn-lt"/>
              </a:rPr>
              <a:t>aanmoedig</a:t>
            </a:r>
            <a:r>
              <a:rPr lang="en-ZA" sz="2400" b="0" dirty="0">
                <a:latin typeface="+mn-lt"/>
              </a:rPr>
              <a:t>. </a:t>
            </a:r>
          </a:p>
        </p:txBody>
      </p:sp>
      <p:sp>
        <p:nvSpPr>
          <p:cNvPr id="21" name="Rectangle 20"/>
          <p:cNvSpPr/>
          <p:nvPr/>
        </p:nvSpPr>
        <p:spPr>
          <a:xfrm>
            <a:off x="6832456" y="-357207"/>
            <a:ext cx="1091966" cy="2215991"/>
          </a:xfrm>
          <a:prstGeom prst="rect">
            <a:avLst/>
          </a:prstGeom>
          <a:noFill/>
        </p:spPr>
        <p:txBody>
          <a:bodyPr wrap="square" lIns="91440" tIns="45720" rIns="91440" bIns="45720">
            <a:spAutoFit/>
          </a:bodyPr>
          <a:lstStyle/>
          <a:p>
            <a:pPr algn="ctr"/>
            <a:r>
              <a:rPr lang="en-ZA" sz="1380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lt"/>
              </a:rPr>
              <a:t>©</a:t>
            </a:r>
          </a:p>
        </p:txBody>
      </p:sp>
      <p:sp>
        <p:nvSpPr>
          <p:cNvPr id="2" name="Slide Number Placeholder 1"/>
          <p:cNvSpPr>
            <a:spLocks noGrp="1"/>
          </p:cNvSpPr>
          <p:nvPr>
            <p:ph type="sldNum" sz="quarter" idx="12"/>
          </p:nvPr>
        </p:nvSpPr>
        <p:spPr/>
        <p:txBody>
          <a:bodyPr/>
          <a:lstStyle/>
          <a:p>
            <a:fld id="{8C117EE6-F155-4D1A-806D-E2972AE1E919}" type="slidenum">
              <a:rPr lang="en-US" smtClean="0"/>
              <a:pPr/>
              <a:t>11</a:t>
            </a:fld>
            <a:endParaRPr lang="en-US" dirty="0"/>
          </a:p>
        </p:txBody>
      </p:sp>
      <p:sp>
        <p:nvSpPr>
          <p:cNvPr id="3" name="Title 2"/>
          <p:cNvSpPr>
            <a:spLocks noGrp="1"/>
          </p:cNvSpPr>
          <p:nvPr>
            <p:ph type="title"/>
          </p:nvPr>
        </p:nvSpPr>
        <p:spPr/>
        <p:txBody>
          <a:bodyPr/>
          <a:lstStyle/>
          <a:p>
            <a:r>
              <a:rPr lang="en-ZA" sz="5400" dirty="0"/>
              <a:t>Gratis </a:t>
            </a:r>
            <a:r>
              <a:rPr lang="en-ZA" sz="5400" dirty="0" err="1"/>
              <a:t>sagteware</a:t>
            </a:r>
            <a:endParaRPr lang="en-ZA" dirty="0"/>
          </a:p>
        </p:txBody>
      </p:sp>
      <p:sp>
        <p:nvSpPr>
          <p:cNvPr id="10" name="Action Button: Home 7">
            <a:hlinkClick r:id="rId3" action="ppaction://hlinksldjump" highlightClick="1"/>
          </p:cNvPr>
          <p:cNvSpPr/>
          <p:nvPr/>
        </p:nvSpPr>
        <p:spPr bwMode="auto">
          <a:xfrm>
            <a:off x="9427" y="6438377"/>
            <a:ext cx="467544" cy="426399"/>
          </a:xfrm>
          <a:prstGeom prst="actionButtonHome">
            <a:avLst/>
          </a:prstGeom>
          <a:ln>
            <a:headEnd type="none" w="med" len="med"/>
            <a:tailEnd type="triangle" w="med" len="med"/>
          </a:ln>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randombar(horizontal)">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90" name="Line 22"/>
          <p:cNvSpPr>
            <a:spLocks noChangeShapeType="1"/>
          </p:cNvSpPr>
          <p:nvPr/>
        </p:nvSpPr>
        <p:spPr bwMode="auto">
          <a:xfrm flipH="1" flipV="1">
            <a:off x="7019925" y="3789363"/>
            <a:ext cx="1008063" cy="1295400"/>
          </a:xfrm>
          <a:prstGeom prst="line">
            <a:avLst/>
          </a:prstGeom>
          <a:noFill/>
          <a:ln w="9525">
            <a:noFill/>
            <a:round/>
            <a:headEnd/>
            <a:tailEnd type="triangle" w="med" len="med"/>
          </a:ln>
          <a:effectLst/>
        </p:spPr>
        <p:txBody>
          <a:bodyPr/>
          <a:lstStyle/>
          <a:p>
            <a:endParaRPr lang="en-ZA" dirty="0">
              <a:latin typeface="+mn-lt"/>
            </a:endParaRPr>
          </a:p>
        </p:txBody>
      </p:sp>
      <p:sp>
        <p:nvSpPr>
          <p:cNvPr id="7987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ZA" dirty="0"/>
          </a:p>
        </p:txBody>
      </p:sp>
      <p:sp>
        <p:nvSpPr>
          <p:cNvPr id="8" name="TextBox 7"/>
          <p:cNvSpPr txBox="1"/>
          <p:nvPr/>
        </p:nvSpPr>
        <p:spPr>
          <a:xfrm>
            <a:off x="978828" y="1731590"/>
            <a:ext cx="7429552" cy="523220"/>
          </a:xfrm>
          <a:prstGeom prst="rect">
            <a:avLst/>
          </a:prstGeom>
          <a:solidFill>
            <a:schemeClr val="bg1"/>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ZA" sz="2800" b="0" dirty="0" err="1"/>
              <a:t>Nutsprogramme</a:t>
            </a:r>
            <a:endParaRPr lang="en-ZA" sz="2800" b="0" dirty="0"/>
          </a:p>
        </p:txBody>
      </p:sp>
      <p:sp>
        <p:nvSpPr>
          <p:cNvPr id="38913" name="Rectangle 1"/>
          <p:cNvSpPr>
            <a:spLocks noChangeArrowheads="1"/>
          </p:cNvSpPr>
          <p:nvPr/>
        </p:nvSpPr>
        <p:spPr bwMode="auto">
          <a:xfrm>
            <a:off x="938758" y="2450400"/>
            <a:ext cx="3545842" cy="52322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ZA" sz="2800" b="1" i="0" u="none" strike="noStrike" cap="none" normalizeH="0" baseline="0" dirty="0" err="1">
                <a:ln>
                  <a:noFill/>
                </a:ln>
                <a:solidFill>
                  <a:schemeClr val="tx1"/>
                </a:solidFill>
                <a:effectLst/>
                <a:latin typeface="+mn-lt"/>
                <a:ea typeface="Calibri" pitchFamily="34" charset="0"/>
                <a:cs typeface="Arial" pitchFamily="34" charset="0"/>
              </a:rPr>
              <a:t>Saamperssagteware</a:t>
            </a:r>
            <a:endParaRPr kumimoji="0" lang="en-ZA" sz="4400" b="0" i="0" u="none" strike="noStrike" cap="none" normalizeH="0" baseline="0" dirty="0">
              <a:ln>
                <a:noFill/>
              </a:ln>
              <a:solidFill>
                <a:schemeClr val="tx1"/>
              </a:solidFill>
              <a:effectLst/>
              <a:latin typeface="+mn-lt"/>
              <a:cs typeface="Arial" pitchFamily="34" charset="0"/>
            </a:endParaRPr>
          </a:p>
        </p:txBody>
      </p:sp>
      <p:sp>
        <p:nvSpPr>
          <p:cNvPr id="10" name="Rectangle 9"/>
          <p:cNvSpPr/>
          <p:nvPr/>
        </p:nvSpPr>
        <p:spPr>
          <a:xfrm>
            <a:off x="978828" y="3127362"/>
            <a:ext cx="7213280" cy="830997"/>
          </a:xfrm>
          <a:prstGeom prst="rect">
            <a:avLst/>
          </a:prstGeom>
        </p:spPr>
        <p:txBody>
          <a:bodyPr wrap="square">
            <a:spAutoFit/>
          </a:bodyPr>
          <a:lstStyle/>
          <a:p>
            <a:r>
              <a:rPr lang="en-ZA" sz="2400" b="0" dirty="0" err="1">
                <a:latin typeface="+mn-lt"/>
              </a:rPr>
              <a:t>Gebruik</a:t>
            </a:r>
            <a:r>
              <a:rPr lang="en-ZA" sz="2400" b="0" dirty="0">
                <a:latin typeface="+mn-lt"/>
              </a:rPr>
              <a:t> om </a:t>
            </a:r>
            <a:r>
              <a:rPr lang="en-ZA" sz="2400" b="0" dirty="0" err="1">
                <a:latin typeface="+mn-lt"/>
              </a:rPr>
              <a:t>saamgeperste</a:t>
            </a:r>
            <a:r>
              <a:rPr lang="en-ZA" sz="2400" b="0" dirty="0">
                <a:latin typeface="+mn-lt"/>
              </a:rPr>
              <a:t> (</a:t>
            </a:r>
            <a:r>
              <a:rPr lang="en-ZA" sz="2400" b="0" dirty="0" err="1">
                <a:latin typeface="+mn-lt"/>
              </a:rPr>
              <a:t>kleiner</a:t>
            </a:r>
            <a:r>
              <a:rPr lang="en-ZA" sz="2400" b="0" dirty="0">
                <a:latin typeface="+mn-lt"/>
              </a:rPr>
              <a:t>) </a:t>
            </a:r>
            <a:r>
              <a:rPr lang="en-ZA" sz="2400" b="0" dirty="0" err="1">
                <a:latin typeface="+mn-lt"/>
              </a:rPr>
              <a:t>kopieë</a:t>
            </a:r>
            <a:r>
              <a:rPr lang="en-ZA" sz="2400" b="0" dirty="0">
                <a:latin typeface="+mn-lt"/>
              </a:rPr>
              <a:t> van ’n </a:t>
            </a:r>
            <a:r>
              <a:rPr lang="en-ZA" sz="2400" b="0" dirty="0" err="1">
                <a:latin typeface="+mn-lt"/>
              </a:rPr>
              <a:t>lêer</a:t>
            </a:r>
            <a:r>
              <a:rPr lang="en-ZA" sz="2400" b="0" dirty="0">
                <a:latin typeface="+mn-lt"/>
              </a:rPr>
              <a:t> </a:t>
            </a:r>
            <a:r>
              <a:rPr lang="en-ZA" sz="2400" b="0" dirty="0" err="1">
                <a:latin typeface="+mn-lt"/>
              </a:rPr>
              <a:t>te</a:t>
            </a:r>
            <a:r>
              <a:rPr lang="en-ZA" sz="2400" b="0" dirty="0">
                <a:latin typeface="+mn-lt"/>
              </a:rPr>
              <a:t> </a:t>
            </a:r>
            <a:r>
              <a:rPr lang="en-ZA" sz="2400" b="0" dirty="0" err="1">
                <a:latin typeface="+mn-lt"/>
              </a:rPr>
              <a:t>maak</a:t>
            </a:r>
            <a:endParaRPr lang="en-ZA" sz="2400" b="0" dirty="0">
              <a:latin typeface="+mn-lt"/>
            </a:endParaRPr>
          </a:p>
        </p:txBody>
      </p:sp>
      <p:sp>
        <p:nvSpPr>
          <p:cNvPr id="3892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ZA" dirty="0"/>
          </a:p>
        </p:txBody>
      </p:sp>
      <p:grpSp>
        <p:nvGrpSpPr>
          <p:cNvPr id="38914" name="Group 11"/>
          <p:cNvGrpSpPr>
            <a:grpSpLocks/>
          </p:cNvGrpSpPr>
          <p:nvPr/>
        </p:nvGrpSpPr>
        <p:grpSpPr bwMode="auto">
          <a:xfrm>
            <a:off x="937401" y="3945893"/>
            <a:ext cx="7811063" cy="2437384"/>
            <a:chOff x="0" y="4479"/>
            <a:chExt cx="52098" cy="15520"/>
          </a:xfrm>
        </p:grpSpPr>
        <p:grpSp>
          <p:nvGrpSpPr>
            <p:cNvPr id="4" name="Group 8"/>
            <p:cNvGrpSpPr>
              <a:grpSpLocks/>
            </p:cNvGrpSpPr>
            <p:nvPr/>
          </p:nvGrpSpPr>
          <p:grpSpPr bwMode="auto">
            <a:xfrm>
              <a:off x="0" y="4479"/>
              <a:ext cx="19265" cy="15520"/>
              <a:chOff x="0" y="0"/>
              <a:chExt cx="19269" cy="15520"/>
            </a:xfrm>
          </p:grpSpPr>
          <p:pic>
            <p:nvPicPr>
              <p:cNvPr id="11" name="Picture 48"/>
              <p:cNvPicPr>
                <a:picLocks noChangeAspect="1"/>
              </p:cNvPicPr>
              <p:nvPr/>
            </p:nvPicPr>
            <p:blipFill>
              <a:blip r:embed="rId3" cstate="print"/>
              <a:srcRect/>
              <a:stretch>
                <a:fillRect/>
              </a:stretch>
            </p:blipFill>
            <p:spPr bwMode="auto">
              <a:xfrm>
                <a:off x="0" y="0"/>
                <a:ext cx="19269" cy="12642"/>
              </a:xfrm>
              <a:prstGeom prst="rect">
                <a:avLst/>
              </a:prstGeom>
              <a:noFill/>
              <a:ln w="9525">
                <a:solidFill>
                  <a:srgbClr val="D8D8D8"/>
                </a:solidFill>
                <a:miter lim="800000"/>
                <a:headEnd/>
                <a:tailEnd/>
              </a:ln>
            </p:spPr>
          </p:pic>
          <p:sp>
            <p:nvSpPr>
              <p:cNvPr id="12" name="Curved Up Arrow 5"/>
              <p:cNvSpPr>
                <a:spLocks noChangeArrowheads="1"/>
              </p:cNvSpPr>
              <p:nvPr/>
            </p:nvSpPr>
            <p:spPr bwMode="auto">
              <a:xfrm>
                <a:off x="4541" y="13132"/>
                <a:ext cx="9144" cy="2388"/>
              </a:xfrm>
              <a:prstGeom prst="curvedUpArrow">
                <a:avLst>
                  <a:gd name="adj1" fmla="val 24996"/>
                  <a:gd name="adj2" fmla="val 49992"/>
                  <a:gd name="adj3" fmla="val 25000"/>
                </a:avLst>
              </a:prstGeom>
              <a:solidFill>
                <a:srgbClr val="BFBFBF"/>
              </a:solidFill>
              <a:ln w="25400">
                <a:solidFill>
                  <a:srgbClr val="D8D8D8"/>
                </a:solidFill>
                <a:miter lim="800000"/>
                <a:headEnd/>
                <a:tailEnd/>
              </a:ln>
            </p:spPr>
            <p:txBody>
              <a:bodyPr vert="horz" wrap="square" lIns="91440" tIns="45720" rIns="91440" bIns="45720" numCol="1" anchor="ctr" anchorCtr="0" compatLnSpc="1">
                <a:prstTxWarp prst="textNoShape">
                  <a:avLst/>
                </a:prstTxWarp>
              </a:bodyPr>
              <a:lstStyle/>
              <a:p>
                <a:endParaRPr lang="en-ZA" dirty="0">
                  <a:latin typeface="+mn-lt"/>
                </a:endParaRPr>
              </a:p>
            </p:txBody>
          </p:sp>
        </p:grpSp>
        <p:grpSp>
          <p:nvGrpSpPr>
            <p:cNvPr id="2" name="Group 7"/>
            <p:cNvGrpSpPr>
              <a:grpSpLocks/>
            </p:cNvGrpSpPr>
            <p:nvPr/>
          </p:nvGrpSpPr>
          <p:grpSpPr bwMode="auto">
            <a:xfrm>
              <a:off x="23504" y="8284"/>
              <a:ext cx="28594" cy="4045"/>
              <a:chOff x="0" y="0"/>
              <a:chExt cx="28598" cy="4050"/>
            </a:xfrm>
          </p:grpSpPr>
          <p:pic>
            <p:nvPicPr>
              <p:cNvPr id="5" name="Picture 3"/>
              <p:cNvPicPr>
                <a:picLocks noChangeAspect="1"/>
              </p:cNvPicPr>
              <p:nvPr/>
            </p:nvPicPr>
            <p:blipFill>
              <a:blip r:embed="rId4" cstate="print"/>
              <a:srcRect/>
              <a:stretch>
                <a:fillRect/>
              </a:stretch>
            </p:blipFill>
            <p:spPr bwMode="auto">
              <a:xfrm>
                <a:off x="2700" y="0"/>
                <a:ext cx="25898" cy="4050"/>
              </a:xfrm>
              <a:prstGeom prst="rect">
                <a:avLst/>
              </a:prstGeom>
              <a:noFill/>
              <a:ln w="9525">
                <a:solidFill>
                  <a:srgbClr val="D8D8D8"/>
                </a:solidFill>
                <a:miter lim="800000"/>
                <a:headEnd/>
                <a:tailEnd/>
              </a:ln>
            </p:spPr>
          </p:pic>
          <p:sp>
            <p:nvSpPr>
              <p:cNvPr id="6" name="Curved Right Arrow 6"/>
              <p:cNvSpPr>
                <a:spLocks noChangeArrowheads="1"/>
              </p:cNvSpPr>
              <p:nvPr/>
            </p:nvSpPr>
            <p:spPr bwMode="auto">
              <a:xfrm>
                <a:off x="0" y="490"/>
                <a:ext cx="1656" cy="2946"/>
              </a:xfrm>
              <a:prstGeom prst="curvedRightArrow">
                <a:avLst>
                  <a:gd name="adj1" fmla="val 25013"/>
                  <a:gd name="adj2" fmla="val 50034"/>
                  <a:gd name="adj3" fmla="val 25000"/>
                </a:avLst>
              </a:prstGeom>
              <a:solidFill>
                <a:srgbClr val="D9D9D9"/>
              </a:solidFill>
              <a:ln w="25400">
                <a:solidFill>
                  <a:srgbClr val="D8D8D8"/>
                </a:solidFill>
                <a:miter lim="800000"/>
                <a:headEnd/>
                <a:tailEnd/>
              </a:ln>
            </p:spPr>
            <p:txBody>
              <a:bodyPr vert="horz" wrap="square" lIns="91440" tIns="45720" rIns="91440" bIns="45720" numCol="1" anchor="ctr" anchorCtr="0" compatLnSpc="1">
                <a:prstTxWarp prst="textNoShape">
                  <a:avLst/>
                </a:prstTxWarp>
              </a:bodyPr>
              <a:lstStyle/>
              <a:p>
                <a:endParaRPr lang="en-ZA" dirty="0">
                  <a:latin typeface="+mn-lt"/>
                </a:endParaRPr>
              </a:p>
            </p:txBody>
          </p:sp>
        </p:grpSp>
      </p:grpSp>
      <p:pic>
        <p:nvPicPr>
          <p:cNvPr id="19" name="Picture 18"/>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96136" y="2375475"/>
            <a:ext cx="1738117" cy="662925"/>
          </a:xfrm>
          <a:prstGeom prst="rect">
            <a:avLst/>
          </a:prstGeom>
          <a:noFill/>
        </p:spPr>
      </p:pic>
      <p:sp>
        <p:nvSpPr>
          <p:cNvPr id="7" name="Slide Number Placeholder 6"/>
          <p:cNvSpPr>
            <a:spLocks noGrp="1"/>
          </p:cNvSpPr>
          <p:nvPr>
            <p:ph type="sldNum" sz="quarter" idx="12"/>
          </p:nvPr>
        </p:nvSpPr>
        <p:spPr/>
        <p:txBody>
          <a:bodyPr/>
          <a:lstStyle/>
          <a:p>
            <a:fld id="{8C117EE6-F155-4D1A-806D-E2972AE1E919}" type="slidenum">
              <a:rPr lang="en-US" smtClean="0"/>
              <a:pPr/>
              <a:t>12</a:t>
            </a:fld>
            <a:endParaRPr lang="en-US" dirty="0"/>
          </a:p>
        </p:txBody>
      </p:sp>
      <p:sp>
        <p:nvSpPr>
          <p:cNvPr id="9" name="Title 8"/>
          <p:cNvSpPr>
            <a:spLocks noGrp="1"/>
          </p:cNvSpPr>
          <p:nvPr>
            <p:ph type="title"/>
          </p:nvPr>
        </p:nvSpPr>
        <p:spPr/>
        <p:txBody>
          <a:bodyPr/>
          <a:lstStyle/>
          <a:p>
            <a:r>
              <a:rPr lang="en-ZA" sz="5400" dirty="0" err="1"/>
              <a:t>stelselsagteware</a:t>
            </a:r>
            <a:endParaRPr lang="en-ZA" dirty="0"/>
          </a:p>
        </p:txBody>
      </p:sp>
      <p:sp>
        <p:nvSpPr>
          <p:cNvPr id="18" name="Action Button: Home 7">
            <a:hlinkClick r:id="rId6" action="ppaction://hlinksldjump" highlightClick="1"/>
          </p:cNvPr>
          <p:cNvSpPr/>
          <p:nvPr/>
        </p:nvSpPr>
        <p:spPr bwMode="auto">
          <a:xfrm>
            <a:off x="9427" y="6438377"/>
            <a:ext cx="467544" cy="426399"/>
          </a:xfrm>
          <a:prstGeom prst="actionButtonHome">
            <a:avLst/>
          </a:prstGeom>
          <a:ln>
            <a:headEnd type="none" w="med" len="med"/>
            <a:tailEnd type="triangle" w="med" len="med"/>
          </a:ln>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9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8" name="Line 8"/>
          <p:cNvSpPr>
            <a:spLocks noChangeShapeType="1"/>
          </p:cNvSpPr>
          <p:nvPr/>
        </p:nvSpPr>
        <p:spPr bwMode="auto">
          <a:xfrm flipH="1">
            <a:off x="3132138" y="5516563"/>
            <a:ext cx="1439862" cy="504825"/>
          </a:xfrm>
          <a:prstGeom prst="line">
            <a:avLst/>
          </a:prstGeom>
          <a:noFill/>
          <a:ln w="9525">
            <a:noFill/>
            <a:round/>
            <a:headEnd/>
            <a:tailEnd/>
          </a:ln>
          <a:effectLst/>
        </p:spPr>
        <p:txBody>
          <a:bodyPr wrap="none">
            <a:spAutoFit/>
          </a:bodyPr>
          <a:lstStyle/>
          <a:p>
            <a:endParaRPr lang="en-ZA" dirty="0"/>
          </a:p>
        </p:txBody>
      </p:sp>
      <p:sp>
        <p:nvSpPr>
          <p:cNvPr id="35849" name="Line 9"/>
          <p:cNvSpPr>
            <a:spLocks noChangeShapeType="1"/>
          </p:cNvSpPr>
          <p:nvPr/>
        </p:nvSpPr>
        <p:spPr bwMode="auto">
          <a:xfrm flipH="1" flipV="1">
            <a:off x="3708400" y="4149725"/>
            <a:ext cx="792163" cy="1295400"/>
          </a:xfrm>
          <a:prstGeom prst="line">
            <a:avLst/>
          </a:prstGeom>
          <a:noFill/>
          <a:ln w="9525">
            <a:noFill/>
            <a:round/>
            <a:headEnd/>
            <a:tailEnd/>
          </a:ln>
          <a:effectLst/>
        </p:spPr>
        <p:txBody>
          <a:bodyPr wrap="none">
            <a:spAutoFit/>
          </a:bodyPr>
          <a:lstStyle/>
          <a:p>
            <a:endParaRPr lang="en-ZA" dirty="0"/>
          </a:p>
        </p:txBody>
      </p:sp>
      <p:sp>
        <p:nvSpPr>
          <p:cNvPr id="4" name="Title 3"/>
          <p:cNvSpPr>
            <a:spLocks noGrp="1"/>
          </p:cNvSpPr>
          <p:nvPr>
            <p:ph type="title"/>
          </p:nvPr>
        </p:nvSpPr>
        <p:spPr>
          <a:xfrm>
            <a:off x="2627785" y="2765875"/>
            <a:ext cx="5184576" cy="1205460"/>
          </a:xfrm>
        </p:spPr>
        <p:txBody>
          <a:bodyPr/>
          <a:lstStyle/>
          <a:p>
            <a:r>
              <a:rPr lang="en-ZA" dirty="0" err="1"/>
              <a:t>Aktiwiteit</a:t>
            </a:r>
            <a:r>
              <a:rPr lang="en-ZA" dirty="0"/>
              <a:t> 1</a:t>
            </a:r>
          </a:p>
        </p:txBody>
      </p:sp>
      <p:sp>
        <p:nvSpPr>
          <p:cNvPr id="5" name="Text Placeholder 4"/>
          <p:cNvSpPr>
            <a:spLocks noGrp="1"/>
          </p:cNvSpPr>
          <p:nvPr>
            <p:ph type="body" idx="1"/>
          </p:nvPr>
        </p:nvSpPr>
        <p:spPr>
          <a:xfrm>
            <a:off x="2195736" y="4149725"/>
            <a:ext cx="6768751" cy="588375"/>
          </a:xfrm>
        </p:spPr>
        <p:txBody>
          <a:bodyPr>
            <a:normAutofit fontScale="92500"/>
          </a:bodyPr>
          <a:lstStyle/>
          <a:p>
            <a:r>
              <a:rPr lang="en-ZA" sz="2000" dirty="0" err="1"/>
              <a:t>Saampersing</a:t>
            </a:r>
            <a:r>
              <a:rPr lang="en-ZA" sz="2000" dirty="0"/>
              <a:t> van </a:t>
            </a:r>
            <a:r>
              <a:rPr lang="en-ZA" sz="2000" dirty="0" err="1"/>
              <a:t>lêers</a:t>
            </a:r>
            <a:r>
              <a:rPr lang="en-ZA" sz="2000" dirty="0"/>
              <a:t> </a:t>
            </a:r>
            <a:r>
              <a:rPr lang="en-ZA" sz="2000" dirty="0" err="1"/>
              <a:t>en</a:t>
            </a:r>
            <a:r>
              <a:rPr lang="en-ZA" sz="2000" dirty="0"/>
              <a:t> </a:t>
            </a:r>
            <a:r>
              <a:rPr lang="en-ZA" sz="2000" dirty="0" err="1"/>
              <a:t>lêergidse</a:t>
            </a:r>
            <a:endParaRPr lang="en-ZA" sz="2000" dirty="0"/>
          </a:p>
        </p:txBody>
      </p:sp>
      <p:sp>
        <p:nvSpPr>
          <p:cNvPr id="2" name="Slide Number Placeholder 1"/>
          <p:cNvSpPr>
            <a:spLocks noGrp="1"/>
          </p:cNvSpPr>
          <p:nvPr>
            <p:ph type="sldNum" sz="quarter" idx="12"/>
          </p:nvPr>
        </p:nvSpPr>
        <p:spPr/>
        <p:txBody>
          <a:bodyPr/>
          <a:lstStyle/>
          <a:p>
            <a:fld id="{82878F17-7D68-4484-876E-9660F07E60D0}" type="slidenum">
              <a:rPr lang="en-US" smtClean="0"/>
              <a:pPr/>
              <a:t>13</a:t>
            </a:fld>
            <a:endParaRPr lang="en-US" dirty="0"/>
          </a:p>
        </p:txBody>
      </p:sp>
      <p:sp>
        <p:nvSpPr>
          <p:cNvPr id="8" name="Action Button: Home 7">
            <a:hlinkClick r:id="rId3" action="ppaction://hlinksldjump" highlightClick="1"/>
          </p:cNvPr>
          <p:cNvSpPr/>
          <p:nvPr/>
        </p:nvSpPr>
        <p:spPr bwMode="auto">
          <a:xfrm>
            <a:off x="9427" y="6438377"/>
            <a:ext cx="467544" cy="426399"/>
          </a:xfrm>
          <a:prstGeom prst="actionButtonHome">
            <a:avLst/>
          </a:prstGeom>
          <a:ln>
            <a:headEnd type="none" w="med" len="med"/>
            <a:tailEnd type="triangle" w="med" len="med"/>
          </a:ln>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Arial"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90" name="Line 22"/>
          <p:cNvSpPr>
            <a:spLocks noChangeShapeType="1"/>
          </p:cNvSpPr>
          <p:nvPr/>
        </p:nvSpPr>
        <p:spPr bwMode="auto">
          <a:xfrm flipH="1" flipV="1">
            <a:off x="7019925" y="3789363"/>
            <a:ext cx="1008063" cy="1295400"/>
          </a:xfrm>
          <a:prstGeom prst="line">
            <a:avLst/>
          </a:prstGeom>
          <a:noFill/>
          <a:ln w="9525">
            <a:noFill/>
            <a:round/>
            <a:headEnd/>
            <a:tailEnd type="triangle" w="med" len="med"/>
          </a:ln>
          <a:effectLst/>
        </p:spPr>
        <p:txBody>
          <a:bodyPr/>
          <a:lstStyle/>
          <a:p>
            <a:endParaRPr lang="en-ZA" dirty="0">
              <a:latin typeface="+mn-lt"/>
            </a:endParaRPr>
          </a:p>
        </p:txBody>
      </p:sp>
      <p:sp>
        <p:nvSpPr>
          <p:cNvPr id="7987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ZA" dirty="0"/>
          </a:p>
        </p:txBody>
      </p:sp>
      <p:sp>
        <p:nvSpPr>
          <p:cNvPr id="8" name="TextBox 7"/>
          <p:cNvSpPr txBox="1"/>
          <p:nvPr/>
        </p:nvSpPr>
        <p:spPr>
          <a:xfrm>
            <a:off x="1000737" y="1412776"/>
            <a:ext cx="7429552" cy="523220"/>
          </a:xfrm>
          <a:prstGeom prst="rect">
            <a:avLst/>
          </a:prstGeom>
          <a:solidFill>
            <a:schemeClr val="bg1"/>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ZA" sz="2800" b="0" dirty="0" err="1"/>
              <a:t>Nutsprogramme</a:t>
            </a:r>
            <a:endParaRPr lang="en-ZA" sz="2800" b="0" dirty="0"/>
          </a:p>
        </p:txBody>
      </p:sp>
      <p:sp>
        <p:nvSpPr>
          <p:cNvPr id="38913" name="Rectangle 1"/>
          <p:cNvSpPr>
            <a:spLocks noChangeArrowheads="1"/>
          </p:cNvSpPr>
          <p:nvPr/>
        </p:nvSpPr>
        <p:spPr bwMode="auto">
          <a:xfrm>
            <a:off x="1160728" y="2031231"/>
            <a:ext cx="1524776"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r>
              <a:rPr lang="en-ZA" sz="2400" dirty="0" err="1">
                <a:latin typeface="+mn-lt"/>
              </a:rPr>
              <a:t>Rugsteun</a:t>
            </a:r>
            <a:endParaRPr lang="en-ZA" sz="2400" dirty="0">
              <a:latin typeface="+mn-lt"/>
            </a:endParaRPr>
          </a:p>
        </p:txBody>
      </p:sp>
      <p:sp>
        <p:nvSpPr>
          <p:cNvPr id="10" name="Rectangle 9"/>
          <p:cNvSpPr/>
          <p:nvPr/>
        </p:nvSpPr>
        <p:spPr>
          <a:xfrm>
            <a:off x="1154782" y="2492896"/>
            <a:ext cx="5073402" cy="4385816"/>
          </a:xfrm>
          <a:prstGeom prst="rect">
            <a:avLst/>
          </a:prstGeom>
        </p:spPr>
        <p:txBody>
          <a:bodyPr wrap="square">
            <a:spAutoFit/>
          </a:bodyPr>
          <a:lstStyle/>
          <a:p>
            <a:pPr>
              <a:spcAft>
                <a:spcPts val="600"/>
              </a:spcAft>
            </a:pPr>
            <a:r>
              <a:rPr lang="en-ZA" sz="2400" dirty="0" err="1">
                <a:latin typeface="+mn-lt"/>
              </a:rPr>
              <a:t>Gereelde</a:t>
            </a:r>
            <a:r>
              <a:rPr lang="en-ZA" sz="2400" dirty="0">
                <a:latin typeface="+mn-lt"/>
              </a:rPr>
              <a:t> </a:t>
            </a:r>
            <a:r>
              <a:rPr lang="en-ZA" sz="2400" dirty="0" err="1">
                <a:latin typeface="+mn-lt"/>
              </a:rPr>
              <a:t>rugsteun</a:t>
            </a:r>
            <a:r>
              <a:rPr lang="en-ZA" sz="2400" dirty="0">
                <a:latin typeface="+mn-lt"/>
              </a:rPr>
              <a:t> van </a:t>
            </a:r>
            <a:r>
              <a:rPr lang="en-ZA" sz="2400" dirty="0" err="1">
                <a:latin typeface="+mn-lt"/>
              </a:rPr>
              <a:t>jou</a:t>
            </a:r>
            <a:r>
              <a:rPr lang="en-ZA" sz="2400" dirty="0">
                <a:latin typeface="+mn-lt"/>
              </a:rPr>
              <a:t> </a:t>
            </a:r>
            <a:r>
              <a:rPr lang="en-ZA" sz="2400" dirty="0" err="1">
                <a:latin typeface="+mn-lt"/>
              </a:rPr>
              <a:t>lêers</a:t>
            </a:r>
            <a:r>
              <a:rPr lang="en-ZA" sz="2400" dirty="0">
                <a:latin typeface="+mn-lt"/>
              </a:rPr>
              <a:t> is </a:t>
            </a:r>
            <a:r>
              <a:rPr lang="en-ZA" sz="2400" dirty="0" err="1">
                <a:latin typeface="+mn-lt"/>
              </a:rPr>
              <a:t>noodsaaklik</a:t>
            </a:r>
            <a:r>
              <a:rPr lang="en-ZA" sz="2400" dirty="0">
                <a:latin typeface="+mn-lt"/>
              </a:rPr>
              <a:t>, </a:t>
            </a:r>
            <a:r>
              <a:rPr lang="en-ZA" sz="2400" dirty="0" err="1">
                <a:latin typeface="+mn-lt"/>
              </a:rPr>
              <a:t>omdat</a:t>
            </a:r>
            <a:r>
              <a:rPr lang="en-ZA" sz="2400" dirty="0">
                <a:latin typeface="+mn-lt"/>
              </a:rPr>
              <a:t>…</a:t>
            </a:r>
          </a:p>
          <a:p>
            <a:pPr marL="342900" lvl="0" indent="-342900">
              <a:spcAft>
                <a:spcPts val="600"/>
              </a:spcAft>
              <a:buFont typeface="Arial" panose="020B0604020202020204" pitchFamily="34" charset="0"/>
              <a:buChar char="•"/>
            </a:pPr>
            <a:r>
              <a:rPr lang="en-ZA" sz="2400" b="0" dirty="0" err="1">
                <a:latin typeface="+mn-lt"/>
              </a:rPr>
              <a:t>Lêers</a:t>
            </a:r>
            <a:r>
              <a:rPr lang="en-ZA" sz="2400" b="0" dirty="0">
                <a:latin typeface="+mn-lt"/>
              </a:rPr>
              <a:t> </a:t>
            </a:r>
            <a:r>
              <a:rPr lang="en-ZA" sz="2400" b="0" dirty="0" err="1">
                <a:latin typeface="+mn-lt"/>
              </a:rPr>
              <a:t>kan</a:t>
            </a:r>
            <a:r>
              <a:rPr lang="en-ZA" sz="2400" b="0" dirty="0">
                <a:latin typeface="+mn-lt"/>
              </a:rPr>
              <a:t> per </a:t>
            </a:r>
            <a:r>
              <a:rPr lang="en-ZA" sz="2400" b="0" dirty="0" err="1">
                <a:latin typeface="+mn-lt"/>
              </a:rPr>
              <a:t>ongeluk</a:t>
            </a:r>
            <a:r>
              <a:rPr lang="en-ZA" sz="2400" b="0" dirty="0">
                <a:latin typeface="+mn-lt"/>
              </a:rPr>
              <a:t> </a:t>
            </a:r>
            <a:r>
              <a:rPr lang="en-ZA" sz="2400" b="0" dirty="0" err="1">
                <a:latin typeface="+mn-lt"/>
              </a:rPr>
              <a:t>uitgevee</a:t>
            </a:r>
            <a:r>
              <a:rPr lang="en-ZA" sz="2400" b="0" dirty="0">
                <a:latin typeface="+mn-lt"/>
              </a:rPr>
              <a:t> of met ’n </a:t>
            </a:r>
            <a:r>
              <a:rPr lang="en-ZA" sz="2400" b="0" dirty="0" err="1">
                <a:latin typeface="+mn-lt"/>
              </a:rPr>
              <a:t>verkeerde</a:t>
            </a:r>
            <a:r>
              <a:rPr lang="en-ZA" sz="2400" b="0" dirty="0">
                <a:latin typeface="+mn-lt"/>
              </a:rPr>
              <a:t> </a:t>
            </a:r>
            <a:r>
              <a:rPr lang="en-ZA" sz="2400" b="0" dirty="0" err="1">
                <a:latin typeface="+mn-lt"/>
              </a:rPr>
              <a:t>weergawe</a:t>
            </a:r>
            <a:r>
              <a:rPr lang="en-ZA" sz="2400" b="0" dirty="0">
                <a:latin typeface="+mn-lt"/>
              </a:rPr>
              <a:t> van die </a:t>
            </a:r>
            <a:r>
              <a:rPr lang="en-ZA" sz="2400" b="0" dirty="0" err="1">
                <a:latin typeface="+mn-lt"/>
              </a:rPr>
              <a:t>lêer</a:t>
            </a:r>
            <a:r>
              <a:rPr lang="en-ZA" sz="2400" b="0" dirty="0">
                <a:latin typeface="+mn-lt"/>
              </a:rPr>
              <a:t> </a:t>
            </a:r>
            <a:r>
              <a:rPr lang="en-ZA" sz="2400" b="0" dirty="0" err="1">
                <a:latin typeface="+mn-lt"/>
              </a:rPr>
              <a:t>vervang</a:t>
            </a:r>
            <a:r>
              <a:rPr lang="en-ZA" sz="2400" b="0" dirty="0">
                <a:latin typeface="+mn-lt"/>
              </a:rPr>
              <a:t> word</a:t>
            </a:r>
          </a:p>
          <a:p>
            <a:pPr marL="342900" lvl="0" indent="-342900">
              <a:spcAft>
                <a:spcPts val="600"/>
              </a:spcAft>
              <a:buFont typeface="Arial" panose="020B0604020202020204" pitchFamily="34" charset="0"/>
              <a:buChar char="•"/>
            </a:pPr>
            <a:r>
              <a:rPr lang="en-ZA" sz="2400" b="0" dirty="0" err="1">
                <a:latin typeface="+mn-lt"/>
              </a:rPr>
              <a:t>Lêers</a:t>
            </a:r>
            <a:r>
              <a:rPr lang="en-ZA" sz="2400" b="0" dirty="0">
                <a:latin typeface="+mn-lt"/>
              </a:rPr>
              <a:t> </a:t>
            </a:r>
            <a:r>
              <a:rPr lang="en-ZA" sz="2400" b="0" dirty="0" err="1">
                <a:latin typeface="+mn-lt"/>
              </a:rPr>
              <a:t>kan</a:t>
            </a:r>
            <a:r>
              <a:rPr lang="en-ZA" sz="2400" b="0" dirty="0">
                <a:latin typeface="+mn-lt"/>
              </a:rPr>
              <a:t> </a:t>
            </a:r>
            <a:r>
              <a:rPr lang="en-ZA" sz="2400" b="0" dirty="0" err="1">
                <a:latin typeface="+mn-lt"/>
              </a:rPr>
              <a:t>korrup</a:t>
            </a:r>
            <a:r>
              <a:rPr lang="en-ZA" sz="2400" b="0" dirty="0">
                <a:latin typeface="+mn-lt"/>
              </a:rPr>
              <a:t> </a:t>
            </a:r>
            <a:r>
              <a:rPr lang="en-ZA" sz="2400" b="0" dirty="0" err="1">
                <a:latin typeface="+mn-lt"/>
              </a:rPr>
              <a:t>raak</a:t>
            </a:r>
            <a:r>
              <a:rPr lang="en-ZA" sz="2400" b="0" dirty="0">
                <a:latin typeface="+mn-lt"/>
              </a:rPr>
              <a:t> </a:t>
            </a:r>
            <a:r>
              <a:rPr lang="en-ZA" sz="2400" b="0" dirty="0" err="1">
                <a:latin typeface="+mn-lt"/>
              </a:rPr>
              <a:t>wanneer</a:t>
            </a:r>
            <a:r>
              <a:rPr lang="en-ZA" sz="2400" b="0" dirty="0">
                <a:latin typeface="+mn-lt"/>
              </a:rPr>
              <a:t> </a:t>
            </a:r>
            <a:r>
              <a:rPr lang="en-ZA" sz="2400" b="0" dirty="0" err="1">
                <a:latin typeface="+mn-lt"/>
              </a:rPr>
              <a:t>mens</a:t>
            </a:r>
            <a:r>
              <a:rPr lang="en-ZA" sz="2400" b="0" dirty="0">
                <a:latin typeface="+mn-lt"/>
              </a:rPr>
              <a:t> </a:t>
            </a:r>
            <a:r>
              <a:rPr lang="en-ZA" sz="2400" b="0" dirty="0" err="1">
                <a:latin typeface="+mn-lt"/>
              </a:rPr>
              <a:t>nie</a:t>
            </a:r>
            <a:r>
              <a:rPr lang="en-ZA" sz="2400" b="0" dirty="0">
                <a:latin typeface="+mn-lt"/>
              </a:rPr>
              <a:t> die </a:t>
            </a:r>
            <a:r>
              <a:rPr lang="en-ZA" sz="2400" b="0" dirty="0" err="1">
                <a:latin typeface="+mn-lt"/>
              </a:rPr>
              <a:t>rekenaar</a:t>
            </a:r>
            <a:r>
              <a:rPr lang="en-ZA" sz="2400" b="0" dirty="0">
                <a:latin typeface="+mn-lt"/>
              </a:rPr>
              <a:t> </a:t>
            </a:r>
            <a:r>
              <a:rPr lang="en-ZA" sz="2400" b="0" dirty="0" err="1">
                <a:latin typeface="+mn-lt"/>
              </a:rPr>
              <a:t>reg</a:t>
            </a:r>
            <a:r>
              <a:rPr lang="en-ZA" sz="2400" b="0" dirty="0">
                <a:latin typeface="+mn-lt"/>
              </a:rPr>
              <a:t> </a:t>
            </a:r>
            <a:r>
              <a:rPr lang="en-ZA" sz="2400" b="0" dirty="0" err="1">
                <a:latin typeface="+mn-lt"/>
              </a:rPr>
              <a:t>afsit</a:t>
            </a:r>
            <a:r>
              <a:rPr lang="en-ZA" sz="2400" b="0" dirty="0">
                <a:latin typeface="+mn-lt"/>
              </a:rPr>
              <a:t> </a:t>
            </a:r>
            <a:r>
              <a:rPr lang="en-ZA" sz="2400" b="0" dirty="0" err="1">
                <a:latin typeface="+mn-lt"/>
              </a:rPr>
              <a:t>nie</a:t>
            </a:r>
            <a:r>
              <a:rPr lang="en-ZA" sz="2400" b="0" dirty="0">
                <a:latin typeface="+mn-lt"/>
              </a:rPr>
              <a:t>, </a:t>
            </a:r>
            <a:r>
              <a:rPr lang="en-ZA" sz="2400" b="0" dirty="0" err="1">
                <a:latin typeface="+mn-lt"/>
              </a:rPr>
              <a:t>wanneer</a:t>
            </a:r>
            <a:r>
              <a:rPr lang="en-ZA" sz="2400" b="0" dirty="0">
                <a:latin typeface="+mn-lt"/>
              </a:rPr>
              <a:t> die </a:t>
            </a:r>
            <a:r>
              <a:rPr lang="en-ZA" sz="2400" b="0" dirty="0" err="1">
                <a:latin typeface="+mn-lt"/>
              </a:rPr>
              <a:t>krag</a:t>
            </a:r>
            <a:r>
              <a:rPr lang="en-ZA" sz="2400" b="0" dirty="0">
                <a:latin typeface="+mn-lt"/>
              </a:rPr>
              <a:t> </a:t>
            </a:r>
            <a:r>
              <a:rPr lang="en-ZA" sz="2400" b="0" dirty="0" err="1">
                <a:latin typeface="+mn-lt"/>
              </a:rPr>
              <a:t>afgaan</a:t>
            </a:r>
            <a:r>
              <a:rPr lang="en-ZA" sz="2400" b="0" dirty="0">
                <a:latin typeface="+mn-lt"/>
              </a:rPr>
              <a:t>, of </a:t>
            </a:r>
            <a:r>
              <a:rPr lang="en-ZA" sz="2400" b="0" dirty="0" err="1">
                <a:latin typeface="+mn-lt"/>
              </a:rPr>
              <a:t>deur</a:t>
            </a:r>
            <a:r>
              <a:rPr lang="en-ZA" sz="2400" b="0" dirty="0">
                <a:latin typeface="+mn-lt"/>
              </a:rPr>
              <a:t> </a:t>
            </a:r>
            <a:r>
              <a:rPr lang="en-ZA" sz="2400" b="0" dirty="0" err="1">
                <a:latin typeface="+mn-lt"/>
              </a:rPr>
              <a:t>rekenaarvirusse</a:t>
            </a:r>
            <a:endParaRPr lang="en-ZA" sz="2400" b="0" dirty="0">
              <a:latin typeface="+mn-lt"/>
            </a:endParaRPr>
          </a:p>
          <a:p>
            <a:pPr marL="342900" lvl="0" indent="-342900">
              <a:buFont typeface="Arial" panose="020B0604020202020204" pitchFamily="34" charset="0"/>
              <a:buChar char="•"/>
            </a:pPr>
            <a:r>
              <a:rPr lang="en-ZA" sz="2400" b="0" dirty="0" err="1">
                <a:latin typeface="+mn-lt"/>
              </a:rPr>
              <a:t>Stoortoestelle</a:t>
            </a:r>
            <a:r>
              <a:rPr lang="en-ZA" sz="2400" b="0" dirty="0">
                <a:latin typeface="+mn-lt"/>
              </a:rPr>
              <a:t> (</a:t>
            </a:r>
            <a:r>
              <a:rPr lang="en-ZA" sz="2400" b="0" dirty="0" err="1">
                <a:latin typeface="+mn-lt"/>
              </a:rPr>
              <a:t>skyfaandrywers</a:t>
            </a:r>
            <a:r>
              <a:rPr lang="en-ZA" sz="2400" b="0" dirty="0">
                <a:latin typeface="+mn-lt"/>
              </a:rPr>
              <a:t>) </a:t>
            </a:r>
            <a:r>
              <a:rPr lang="en-ZA" sz="2400" b="0" dirty="0" err="1">
                <a:latin typeface="+mn-lt"/>
              </a:rPr>
              <a:t>kan</a:t>
            </a:r>
            <a:r>
              <a:rPr lang="en-ZA" sz="2400" b="0" dirty="0">
                <a:latin typeface="+mn-lt"/>
              </a:rPr>
              <a:t> </a:t>
            </a:r>
            <a:r>
              <a:rPr lang="en-ZA" sz="2400" b="0" dirty="0" err="1">
                <a:latin typeface="+mn-lt"/>
              </a:rPr>
              <a:t>faal</a:t>
            </a:r>
            <a:endParaRPr lang="en-ZA" sz="2400" dirty="0">
              <a:latin typeface="+mn-lt"/>
            </a:endParaRPr>
          </a:p>
        </p:txBody>
      </p:sp>
      <p:sp>
        <p:nvSpPr>
          <p:cNvPr id="3892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ZA" dirty="0"/>
          </a:p>
        </p:txBody>
      </p:sp>
      <p:pic>
        <p:nvPicPr>
          <p:cNvPr id="25" name="Picture 24" descr="backup.jpg"/>
          <p:cNvPicPr>
            <a:picLocks noChangeAspect="1"/>
          </p:cNvPicPr>
          <p:nvPr/>
        </p:nvPicPr>
        <p:blipFill>
          <a:blip r:embed="rId3" cstate="print"/>
          <a:stretch>
            <a:fillRect/>
          </a:stretch>
        </p:blipFill>
        <p:spPr>
          <a:xfrm>
            <a:off x="6480709" y="3371791"/>
            <a:ext cx="2130544" cy="2130544"/>
          </a:xfrm>
          <a:prstGeom prst="roundRect">
            <a:avLst>
              <a:gd name="adj" fmla="val 16485"/>
            </a:avLst>
          </a:prstGeom>
          <a:solidFill>
            <a:srgbClr val="FFFFFF">
              <a:shade val="85000"/>
            </a:srgbClr>
          </a:solidFill>
          <a:ln>
            <a:noFill/>
          </a:ln>
          <a:effectLst>
            <a:reflection blurRad="12700" stA="38000" endPos="28000" dist="5000" dir="5400000" sy="-100000" algn="bl" rotWithShape="0"/>
          </a:effectLst>
        </p:spPr>
      </p:pic>
      <p:sp>
        <p:nvSpPr>
          <p:cNvPr id="2" name="Slide Number Placeholder 1"/>
          <p:cNvSpPr>
            <a:spLocks noGrp="1"/>
          </p:cNvSpPr>
          <p:nvPr>
            <p:ph type="sldNum" sz="quarter" idx="12"/>
          </p:nvPr>
        </p:nvSpPr>
        <p:spPr/>
        <p:txBody>
          <a:bodyPr/>
          <a:lstStyle/>
          <a:p>
            <a:fld id="{8C117EE6-F155-4D1A-806D-E2972AE1E919}" type="slidenum">
              <a:rPr lang="en-US" smtClean="0"/>
              <a:pPr/>
              <a:t>14</a:t>
            </a:fld>
            <a:endParaRPr lang="en-US" dirty="0"/>
          </a:p>
        </p:txBody>
      </p:sp>
      <p:sp>
        <p:nvSpPr>
          <p:cNvPr id="3" name="Title 2"/>
          <p:cNvSpPr>
            <a:spLocks noGrp="1"/>
          </p:cNvSpPr>
          <p:nvPr>
            <p:ph type="title"/>
          </p:nvPr>
        </p:nvSpPr>
        <p:spPr/>
        <p:txBody>
          <a:bodyPr/>
          <a:lstStyle/>
          <a:p>
            <a:r>
              <a:rPr lang="en-ZA" sz="5400" dirty="0" err="1"/>
              <a:t>stelselsagteware</a:t>
            </a:r>
            <a:endParaRPr lang="en-ZA" dirty="0"/>
          </a:p>
        </p:txBody>
      </p:sp>
      <p:sp>
        <p:nvSpPr>
          <p:cNvPr id="11" name="Action Button: Home 7">
            <a:hlinkClick r:id="rId4" action="ppaction://hlinksldjump" highlightClick="1"/>
          </p:cNvPr>
          <p:cNvSpPr/>
          <p:nvPr/>
        </p:nvSpPr>
        <p:spPr bwMode="auto">
          <a:xfrm>
            <a:off x="9427" y="6438377"/>
            <a:ext cx="467544" cy="426399"/>
          </a:xfrm>
          <a:prstGeom prst="actionButtonHome">
            <a:avLst/>
          </a:prstGeom>
          <a:ln>
            <a:headEnd type="none" w="med" len="med"/>
            <a:tailEnd type="triangle" w="med" len="med"/>
          </a:ln>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90" name="Line 22"/>
          <p:cNvSpPr>
            <a:spLocks noChangeShapeType="1"/>
          </p:cNvSpPr>
          <p:nvPr/>
        </p:nvSpPr>
        <p:spPr bwMode="auto">
          <a:xfrm flipH="1" flipV="1">
            <a:off x="7019925" y="3789363"/>
            <a:ext cx="1008063" cy="1295400"/>
          </a:xfrm>
          <a:prstGeom prst="line">
            <a:avLst/>
          </a:prstGeom>
          <a:noFill/>
          <a:ln w="9525">
            <a:noFill/>
            <a:round/>
            <a:headEnd/>
            <a:tailEnd type="triangle" w="med" len="med"/>
          </a:ln>
          <a:effectLst/>
        </p:spPr>
        <p:txBody>
          <a:bodyPr/>
          <a:lstStyle/>
          <a:p>
            <a:endParaRPr lang="en-ZA" dirty="0">
              <a:latin typeface="+mn-lt"/>
            </a:endParaRPr>
          </a:p>
        </p:txBody>
      </p:sp>
      <p:sp>
        <p:nvSpPr>
          <p:cNvPr id="7987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ZA" dirty="0"/>
          </a:p>
        </p:txBody>
      </p:sp>
      <p:sp>
        <p:nvSpPr>
          <p:cNvPr id="8" name="TextBox 7"/>
          <p:cNvSpPr txBox="1"/>
          <p:nvPr/>
        </p:nvSpPr>
        <p:spPr>
          <a:xfrm>
            <a:off x="1000068" y="1705952"/>
            <a:ext cx="7429552" cy="523220"/>
          </a:xfrm>
          <a:prstGeom prst="rect">
            <a:avLst/>
          </a:prstGeom>
          <a:solidFill>
            <a:schemeClr val="bg1"/>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ZA" sz="2800" b="0" dirty="0" err="1"/>
              <a:t>Drywerprogramme</a:t>
            </a:r>
            <a:endParaRPr lang="en-ZA" sz="2800" b="0" dirty="0"/>
          </a:p>
        </p:txBody>
      </p:sp>
      <p:sp>
        <p:nvSpPr>
          <p:cNvPr id="10" name="Rectangle 9"/>
          <p:cNvSpPr/>
          <p:nvPr/>
        </p:nvSpPr>
        <p:spPr>
          <a:xfrm>
            <a:off x="1436287" y="2466953"/>
            <a:ext cx="6664105" cy="830997"/>
          </a:xfrm>
          <a:prstGeom prst="rect">
            <a:avLst/>
          </a:prstGeom>
        </p:spPr>
        <p:txBody>
          <a:bodyPr wrap="square">
            <a:spAutoFit/>
          </a:bodyPr>
          <a:lstStyle/>
          <a:p>
            <a:r>
              <a:rPr lang="en-ZA" sz="2400" b="0" dirty="0">
                <a:latin typeface="+mn-lt"/>
              </a:rPr>
              <a:t>Elke </a:t>
            </a:r>
            <a:r>
              <a:rPr lang="en-ZA" sz="2400" b="0" dirty="0" err="1">
                <a:latin typeface="+mn-lt"/>
              </a:rPr>
              <a:t>toestel</a:t>
            </a:r>
            <a:r>
              <a:rPr lang="en-ZA" sz="2400" b="0" dirty="0">
                <a:latin typeface="+mn-lt"/>
              </a:rPr>
              <a:t> – van ’n </a:t>
            </a:r>
            <a:r>
              <a:rPr lang="en-ZA" sz="2400" b="0" i="1" dirty="0">
                <a:latin typeface="+mn-lt"/>
              </a:rPr>
              <a:t>flash</a:t>
            </a:r>
            <a:r>
              <a:rPr lang="en-ZA" sz="2400" b="0" dirty="0">
                <a:latin typeface="+mn-lt"/>
              </a:rPr>
              <a:t>-</a:t>
            </a:r>
            <a:r>
              <a:rPr lang="en-ZA" sz="2400" b="0" dirty="0" err="1">
                <a:latin typeface="+mn-lt"/>
              </a:rPr>
              <a:t>skyf</a:t>
            </a:r>
            <a:r>
              <a:rPr lang="en-ZA" sz="2400" b="0" dirty="0">
                <a:latin typeface="+mn-lt"/>
              </a:rPr>
              <a:t> tot by ’n </a:t>
            </a:r>
            <a:r>
              <a:rPr lang="en-ZA" sz="2400" b="0" dirty="0" err="1">
                <a:latin typeface="+mn-lt"/>
              </a:rPr>
              <a:t>drukker</a:t>
            </a:r>
            <a:r>
              <a:rPr lang="en-ZA" sz="2400" b="0" dirty="0">
                <a:latin typeface="+mn-lt"/>
              </a:rPr>
              <a:t> – word </a:t>
            </a:r>
            <a:r>
              <a:rPr lang="en-ZA" sz="2400" b="0" dirty="0" err="1">
                <a:latin typeface="+mn-lt"/>
              </a:rPr>
              <a:t>deur</a:t>
            </a:r>
            <a:r>
              <a:rPr lang="en-ZA" sz="2400" b="0" dirty="0">
                <a:latin typeface="+mn-lt"/>
              </a:rPr>
              <a:t> ’n </a:t>
            </a:r>
            <a:r>
              <a:rPr lang="en-ZA" sz="2400" b="0" dirty="0" err="1">
                <a:latin typeface="+mn-lt"/>
              </a:rPr>
              <a:t>drywerprogram</a:t>
            </a:r>
            <a:r>
              <a:rPr lang="en-ZA" sz="2400" b="0" dirty="0">
                <a:latin typeface="+mn-lt"/>
              </a:rPr>
              <a:t> </a:t>
            </a:r>
            <a:r>
              <a:rPr lang="en-ZA" sz="2400" dirty="0" err="1">
                <a:latin typeface="+mn-lt"/>
              </a:rPr>
              <a:t>beheer</a:t>
            </a:r>
            <a:r>
              <a:rPr lang="en-ZA" sz="2400" b="0" dirty="0">
                <a:latin typeface="+mn-lt"/>
              </a:rPr>
              <a:t>.</a:t>
            </a:r>
          </a:p>
        </p:txBody>
      </p:sp>
      <p:sp>
        <p:nvSpPr>
          <p:cNvPr id="3892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ZA" dirty="0"/>
          </a:p>
        </p:txBody>
      </p:sp>
      <p:sp>
        <p:nvSpPr>
          <p:cNvPr id="17" name="Rectangle 16"/>
          <p:cNvSpPr/>
          <p:nvPr/>
        </p:nvSpPr>
        <p:spPr>
          <a:xfrm>
            <a:off x="1442814" y="3384628"/>
            <a:ext cx="6199962" cy="1200329"/>
          </a:xfrm>
          <a:prstGeom prst="rect">
            <a:avLst/>
          </a:prstGeom>
        </p:spPr>
        <p:txBody>
          <a:bodyPr wrap="square">
            <a:spAutoFit/>
          </a:bodyPr>
          <a:lstStyle/>
          <a:p>
            <a:r>
              <a:rPr lang="en-ZA" sz="2400" b="0" dirty="0">
                <a:latin typeface="+mn-lt"/>
              </a:rPr>
              <a:t>’n </a:t>
            </a:r>
            <a:r>
              <a:rPr lang="en-ZA" sz="2400" b="0" dirty="0" err="1">
                <a:latin typeface="+mn-lt"/>
              </a:rPr>
              <a:t>Drywerprogram</a:t>
            </a:r>
            <a:r>
              <a:rPr lang="en-ZA" sz="2400" b="0" dirty="0">
                <a:latin typeface="+mn-lt"/>
              </a:rPr>
              <a:t> is </a:t>
            </a:r>
            <a:r>
              <a:rPr lang="en-ZA" sz="2400" b="0" dirty="0" err="1">
                <a:latin typeface="+mn-lt"/>
              </a:rPr>
              <a:t>sagteware</a:t>
            </a:r>
            <a:r>
              <a:rPr lang="en-ZA" sz="2400" b="0" dirty="0">
                <a:latin typeface="+mn-lt"/>
              </a:rPr>
              <a:t> wat </a:t>
            </a:r>
            <a:r>
              <a:rPr lang="en-ZA" sz="2400" b="0" dirty="0" err="1">
                <a:latin typeface="+mn-lt"/>
              </a:rPr>
              <a:t>jou</a:t>
            </a:r>
            <a:r>
              <a:rPr lang="en-ZA" sz="2400" b="0" dirty="0">
                <a:latin typeface="+mn-lt"/>
              </a:rPr>
              <a:t> </a:t>
            </a:r>
            <a:r>
              <a:rPr lang="en-ZA" sz="2400" b="0" dirty="0" err="1">
                <a:latin typeface="+mn-lt"/>
              </a:rPr>
              <a:t>rekenaar</a:t>
            </a:r>
            <a:r>
              <a:rPr lang="en-ZA" sz="2400" b="0" dirty="0">
                <a:latin typeface="+mn-lt"/>
              </a:rPr>
              <a:t> in </a:t>
            </a:r>
            <a:r>
              <a:rPr lang="en-ZA" sz="2400" b="0" dirty="0" err="1">
                <a:latin typeface="+mn-lt"/>
              </a:rPr>
              <a:t>staat</a:t>
            </a:r>
            <a:r>
              <a:rPr lang="en-ZA" sz="2400" b="0" dirty="0">
                <a:latin typeface="+mn-lt"/>
              </a:rPr>
              <a:t> </a:t>
            </a:r>
            <a:r>
              <a:rPr lang="en-ZA" sz="2400" b="0" dirty="0" err="1">
                <a:latin typeface="+mn-lt"/>
              </a:rPr>
              <a:t>stel</a:t>
            </a:r>
            <a:r>
              <a:rPr lang="en-ZA" sz="2400" b="0" dirty="0">
                <a:latin typeface="+mn-lt"/>
              </a:rPr>
              <a:t> om met </a:t>
            </a:r>
            <a:r>
              <a:rPr lang="en-ZA" sz="2400" b="0" dirty="0" err="1">
                <a:latin typeface="+mn-lt"/>
              </a:rPr>
              <a:t>apparatuur</a:t>
            </a:r>
            <a:r>
              <a:rPr lang="en-ZA" sz="2400" b="0" dirty="0">
                <a:latin typeface="+mn-lt"/>
              </a:rPr>
              <a:t> of </a:t>
            </a:r>
            <a:r>
              <a:rPr lang="en-ZA" sz="2400" b="0" dirty="0" err="1">
                <a:latin typeface="+mn-lt"/>
              </a:rPr>
              <a:t>toestelle</a:t>
            </a:r>
            <a:r>
              <a:rPr lang="en-ZA" sz="2400" b="0" dirty="0">
                <a:latin typeface="+mn-lt"/>
              </a:rPr>
              <a:t> </a:t>
            </a:r>
            <a:r>
              <a:rPr lang="en-ZA" sz="2400" b="0" dirty="0" err="1">
                <a:latin typeface="+mn-lt"/>
              </a:rPr>
              <a:t>te</a:t>
            </a:r>
            <a:r>
              <a:rPr lang="en-ZA" sz="2400" b="0" dirty="0">
                <a:latin typeface="+mn-lt"/>
              </a:rPr>
              <a:t> </a:t>
            </a:r>
            <a:r>
              <a:rPr lang="en-ZA" sz="2400" dirty="0" err="1">
                <a:latin typeface="+mn-lt"/>
              </a:rPr>
              <a:t>kommunikeer</a:t>
            </a:r>
            <a:r>
              <a:rPr lang="en-ZA" sz="2400" b="0" dirty="0">
                <a:latin typeface="+mn-lt"/>
              </a:rPr>
              <a:t>.</a:t>
            </a:r>
          </a:p>
        </p:txBody>
      </p:sp>
      <p:pic>
        <p:nvPicPr>
          <p:cNvPr id="20" name="Picture 19" descr="IMG_0854.jpg"/>
          <p:cNvPicPr>
            <a:picLocks noChangeAspect="1"/>
          </p:cNvPicPr>
          <p:nvPr/>
        </p:nvPicPr>
        <p:blipFill>
          <a:blip r:embed="rId3" cstate="print"/>
          <a:stretch>
            <a:fillRect/>
          </a:stretch>
        </p:blipFill>
        <p:spPr>
          <a:xfrm>
            <a:off x="5325338" y="4450796"/>
            <a:ext cx="2510044" cy="188253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9" name="Picture 18" descr="128 flashdrive.JPG"/>
          <p:cNvPicPr>
            <a:picLocks noChangeAspect="1"/>
          </p:cNvPicPr>
          <p:nvPr/>
        </p:nvPicPr>
        <p:blipFill>
          <a:blip r:embed="rId4" cstate="print"/>
          <a:stretch>
            <a:fillRect/>
          </a:stretch>
        </p:blipFill>
        <p:spPr>
          <a:xfrm>
            <a:off x="1541789" y="4671635"/>
            <a:ext cx="2304256" cy="153872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 name="Slide Number Placeholder 1"/>
          <p:cNvSpPr>
            <a:spLocks noGrp="1"/>
          </p:cNvSpPr>
          <p:nvPr>
            <p:ph type="sldNum" sz="quarter" idx="12"/>
          </p:nvPr>
        </p:nvSpPr>
        <p:spPr/>
        <p:txBody>
          <a:bodyPr/>
          <a:lstStyle/>
          <a:p>
            <a:fld id="{8C117EE6-F155-4D1A-806D-E2972AE1E919}" type="slidenum">
              <a:rPr lang="en-US" smtClean="0"/>
              <a:pPr/>
              <a:t>15</a:t>
            </a:fld>
            <a:endParaRPr lang="en-US" dirty="0"/>
          </a:p>
        </p:txBody>
      </p:sp>
      <p:sp>
        <p:nvSpPr>
          <p:cNvPr id="3" name="Title 2"/>
          <p:cNvSpPr>
            <a:spLocks noGrp="1"/>
          </p:cNvSpPr>
          <p:nvPr>
            <p:ph type="title"/>
          </p:nvPr>
        </p:nvSpPr>
        <p:spPr/>
        <p:txBody>
          <a:bodyPr>
            <a:normAutofit/>
          </a:bodyPr>
          <a:lstStyle/>
          <a:p>
            <a:r>
              <a:rPr lang="en-ZA" sz="5400" dirty="0" err="1"/>
              <a:t>stelselsagteware</a:t>
            </a:r>
            <a:endParaRPr lang="en-ZA" dirty="0"/>
          </a:p>
        </p:txBody>
      </p:sp>
      <p:sp>
        <p:nvSpPr>
          <p:cNvPr id="14" name="Action Button: Home 7">
            <a:hlinkClick r:id="rId5" action="ppaction://hlinksldjump" highlightClick="1"/>
          </p:cNvPr>
          <p:cNvSpPr/>
          <p:nvPr/>
        </p:nvSpPr>
        <p:spPr bwMode="auto">
          <a:xfrm>
            <a:off x="9427" y="6438377"/>
            <a:ext cx="467544" cy="426399"/>
          </a:xfrm>
          <a:prstGeom prst="actionButtonHome">
            <a:avLst/>
          </a:prstGeom>
          <a:ln>
            <a:headEnd type="none" w="med" len="med"/>
            <a:tailEnd type="triangle" w="med" len="med"/>
          </a:ln>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90" name="Line 22"/>
          <p:cNvSpPr>
            <a:spLocks noChangeShapeType="1"/>
          </p:cNvSpPr>
          <p:nvPr/>
        </p:nvSpPr>
        <p:spPr bwMode="auto">
          <a:xfrm flipH="1" flipV="1">
            <a:off x="7143768" y="3857628"/>
            <a:ext cx="1008063" cy="1295400"/>
          </a:xfrm>
          <a:prstGeom prst="line">
            <a:avLst/>
          </a:prstGeom>
          <a:noFill/>
          <a:ln w="9525">
            <a:noFill/>
            <a:round/>
            <a:headEnd/>
            <a:tailEnd type="triangle" w="med" len="med"/>
          </a:ln>
          <a:effectLst/>
        </p:spPr>
        <p:txBody>
          <a:bodyPr/>
          <a:lstStyle/>
          <a:p>
            <a:endParaRPr lang="en-ZA" dirty="0"/>
          </a:p>
        </p:txBody>
      </p:sp>
      <p:graphicFrame>
        <p:nvGraphicFramePr>
          <p:cNvPr id="8" name="Diagram 7"/>
          <p:cNvGraphicFramePr/>
          <p:nvPr>
            <p:extLst>
              <p:ext uri="{D42A27DB-BD31-4B8C-83A1-F6EECF244321}">
                <p14:modId xmlns:p14="http://schemas.microsoft.com/office/powerpoint/2010/main" val="108071929"/>
              </p:ext>
            </p:extLst>
          </p:nvPr>
        </p:nvGraphicFramePr>
        <p:xfrm>
          <a:off x="33866" y="2111648"/>
          <a:ext cx="9110133" cy="42847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p:cNvSpPr>
            <a:spLocks noGrp="1"/>
          </p:cNvSpPr>
          <p:nvPr>
            <p:ph type="sldNum" sz="quarter" idx="12"/>
          </p:nvPr>
        </p:nvSpPr>
        <p:spPr/>
        <p:txBody>
          <a:bodyPr/>
          <a:lstStyle/>
          <a:p>
            <a:fld id="{8C117EE6-F155-4D1A-806D-E2972AE1E919}" type="slidenum">
              <a:rPr lang="en-US" smtClean="0"/>
              <a:pPr/>
              <a:t>16</a:t>
            </a:fld>
            <a:endParaRPr lang="en-US" dirty="0"/>
          </a:p>
        </p:txBody>
      </p:sp>
      <p:sp>
        <p:nvSpPr>
          <p:cNvPr id="3" name="Title 2"/>
          <p:cNvSpPr>
            <a:spLocks noGrp="1"/>
          </p:cNvSpPr>
          <p:nvPr>
            <p:ph type="title"/>
          </p:nvPr>
        </p:nvSpPr>
        <p:spPr>
          <a:xfrm>
            <a:off x="1136129" y="416392"/>
            <a:ext cx="7633742" cy="1492132"/>
          </a:xfrm>
        </p:spPr>
        <p:txBody>
          <a:bodyPr>
            <a:normAutofit/>
          </a:bodyPr>
          <a:lstStyle/>
          <a:p>
            <a:r>
              <a:rPr lang="en-ZA" sz="5400" dirty="0" err="1"/>
              <a:t>Toets</a:t>
            </a:r>
            <a:r>
              <a:rPr lang="en-ZA" sz="5400" dirty="0"/>
              <a:t> </a:t>
            </a:r>
            <a:r>
              <a:rPr lang="en-ZA" sz="5400" err="1"/>
              <a:t>en</a:t>
            </a:r>
            <a:r>
              <a:rPr lang="en-ZA" sz="5400"/>
              <a:t> verbeter</a:t>
            </a:r>
            <a:endParaRPr lang="en-ZA" dirty="0"/>
          </a:p>
        </p:txBody>
      </p:sp>
      <p:sp>
        <p:nvSpPr>
          <p:cNvPr id="10" name="Action Button: Home 7">
            <a:hlinkClick r:id="rId8" action="ppaction://hlinksldjump" highlightClick="1"/>
          </p:cNvPr>
          <p:cNvSpPr/>
          <p:nvPr/>
        </p:nvSpPr>
        <p:spPr bwMode="auto">
          <a:xfrm>
            <a:off x="9427" y="6438377"/>
            <a:ext cx="467544" cy="426399"/>
          </a:xfrm>
          <a:prstGeom prst="actionButtonHome">
            <a:avLst/>
          </a:prstGeom>
          <a:ln>
            <a:headEnd type="none" w="med" len="med"/>
            <a:tailEnd type="triangle" w="med" len="med"/>
          </a:ln>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Arial" charset="0"/>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20" name="Line 8"/>
          <p:cNvSpPr>
            <a:spLocks noChangeShapeType="1"/>
          </p:cNvSpPr>
          <p:nvPr/>
        </p:nvSpPr>
        <p:spPr bwMode="auto">
          <a:xfrm flipH="1">
            <a:off x="3132138" y="5516563"/>
            <a:ext cx="1439862" cy="504825"/>
          </a:xfrm>
          <a:prstGeom prst="line">
            <a:avLst/>
          </a:prstGeom>
          <a:noFill/>
          <a:ln w="9525">
            <a:noFill/>
            <a:round/>
            <a:headEnd/>
            <a:tailEnd/>
          </a:ln>
          <a:effectLst/>
        </p:spPr>
        <p:txBody>
          <a:bodyPr wrap="none">
            <a:spAutoFit/>
          </a:bodyPr>
          <a:lstStyle/>
          <a:p>
            <a:endParaRPr lang="en-ZA" dirty="0"/>
          </a:p>
        </p:txBody>
      </p:sp>
      <p:sp>
        <p:nvSpPr>
          <p:cNvPr id="38921" name="Line 9"/>
          <p:cNvSpPr>
            <a:spLocks noChangeShapeType="1"/>
          </p:cNvSpPr>
          <p:nvPr/>
        </p:nvSpPr>
        <p:spPr bwMode="auto">
          <a:xfrm flipH="1" flipV="1">
            <a:off x="3708400" y="4149725"/>
            <a:ext cx="792163" cy="1295400"/>
          </a:xfrm>
          <a:prstGeom prst="line">
            <a:avLst/>
          </a:prstGeom>
          <a:noFill/>
          <a:ln w="9525">
            <a:noFill/>
            <a:round/>
            <a:headEnd/>
            <a:tailEnd/>
          </a:ln>
          <a:effectLst/>
        </p:spPr>
        <p:txBody>
          <a:bodyPr wrap="none">
            <a:spAutoFit/>
          </a:bodyPr>
          <a:lstStyle/>
          <a:p>
            <a:endParaRPr lang="en-ZA" dirty="0">
              <a:latin typeface="+mj-lt"/>
            </a:endParaRPr>
          </a:p>
        </p:txBody>
      </p:sp>
      <p:sp>
        <p:nvSpPr>
          <p:cNvPr id="6" name="Title 5"/>
          <p:cNvSpPr>
            <a:spLocks noGrp="1"/>
          </p:cNvSpPr>
          <p:nvPr>
            <p:ph type="title"/>
          </p:nvPr>
        </p:nvSpPr>
        <p:spPr>
          <a:xfrm>
            <a:off x="3158591" y="2027964"/>
            <a:ext cx="4968552" cy="2789636"/>
          </a:xfrm>
        </p:spPr>
        <p:txBody>
          <a:bodyPr/>
          <a:lstStyle/>
          <a:p>
            <a:r>
              <a:rPr lang="en-ZA" dirty="0" err="1"/>
              <a:t>Skriftelike</a:t>
            </a:r>
            <a:r>
              <a:rPr lang="en-ZA" dirty="0"/>
              <a:t> module-</a:t>
            </a:r>
            <a:r>
              <a:rPr lang="en-ZA" dirty="0" err="1"/>
              <a:t>aktiwiteit</a:t>
            </a:r>
            <a:endParaRPr lang="en-ZA" dirty="0"/>
          </a:p>
        </p:txBody>
      </p:sp>
      <p:sp>
        <p:nvSpPr>
          <p:cNvPr id="5" name="Slide Number Placeholder 4"/>
          <p:cNvSpPr>
            <a:spLocks noGrp="1"/>
          </p:cNvSpPr>
          <p:nvPr>
            <p:ph type="sldNum" sz="quarter" idx="12"/>
          </p:nvPr>
        </p:nvSpPr>
        <p:spPr/>
        <p:txBody>
          <a:bodyPr/>
          <a:lstStyle/>
          <a:p>
            <a:fld id="{82878F17-7D68-4484-876E-9660F07E60D0}" type="slidenum">
              <a:rPr lang="en-US" smtClean="0"/>
              <a:pPr/>
              <a:t>17</a:t>
            </a:fld>
            <a:endParaRPr lang="en-US" dirty="0"/>
          </a:p>
        </p:txBody>
      </p:sp>
      <p:sp>
        <p:nvSpPr>
          <p:cNvPr id="7" name="Action Button: Home 7">
            <a:hlinkClick r:id="rId3" action="ppaction://hlinksldjump" highlightClick="1"/>
          </p:cNvPr>
          <p:cNvSpPr/>
          <p:nvPr/>
        </p:nvSpPr>
        <p:spPr bwMode="auto">
          <a:xfrm>
            <a:off x="9427" y="6438377"/>
            <a:ext cx="467544" cy="426399"/>
          </a:xfrm>
          <a:prstGeom prst="actionButtonHome">
            <a:avLst/>
          </a:prstGeom>
          <a:ln>
            <a:headEnd type="none" w="med" len="med"/>
            <a:tailEnd type="triangle" w="med" len="med"/>
          </a:ln>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Arial" charset="0"/>
            </a:endParaRPr>
          </a:p>
        </p:txBody>
      </p:sp>
    </p:spTree>
  </p:cSld>
  <p:clrMapOvr>
    <a:masterClrMapping/>
  </p:clrMapOvr>
  <p:transition/>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TM10001106[[fn=Badge]]</Template>
  <TotalTime>10195</TotalTime>
  <Words>741</Words>
  <Application>Microsoft Office PowerPoint</Application>
  <PresentationFormat>On-screen Show (4:3)</PresentationFormat>
  <Paragraphs>128</Paragraphs>
  <Slides>17</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Gill Sans MT</vt:lpstr>
      <vt:lpstr>Impact</vt:lpstr>
      <vt:lpstr>Wingdings</vt:lpstr>
      <vt:lpstr>Badge</vt:lpstr>
      <vt:lpstr>Module 1.6  Uitgebreide konsepte van sagteware</vt:lpstr>
      <vt:lpstr>INHOUD</vt:lpstr>
      <vt:lpstr>Geïntegreerde sagteware</vt:lpstr>
      <vt:lpstr>Lisensiëringsooreenkomste</vt:lpstr>
      <vt:lpstr>Lisensiëringsooreenkomste</vt:lpstr>
      <vt:lpstr>Lisensiëringsooreenkomste</vt:lpstr>
      <vt:lpstr>Lisensiëringsooreenkomste</vt:lpstr>
      <vt:lpstr>Gratis sagteware</vt:lpstr>
      <vt:lpstr>Gratis sagteware</vt:lpstr>
      <vt:lpstr>Gratis sagteware</vt:lpstr>
      <vt:lpstr>Gratis sagteware</vt:lpstr>
      <vt:lpstr>stelselsagteware</vt:lpstr>
      <vt:lpstr>Aktiwiteit 1</vt:lpstr>
      <vt:lpstr>stelselsagteware</vt:lpstr>
      <vt:lpstr>stelselsagteware</vt:lpstr>
      <vt:lpstr>Toets en verbeter</vt:lpstr>
      <vt:lpstr>Skriftelike module-aktiwiteit</vt:lpstr>
    </vt:vector>
  </TitlesOfParts>
  <Company>Study Opportunities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1.6  Uitgebreide konsepte van sagteware</dc:title>
  <cp:lastModifiedBy>Sandra Jacobs</cp:lastModifiedBy>
  <cp:revision>2</cp:revision>
  <dcterms:created xsi:type="dcterms:W3CDTF">2011-06-18T17:42:40Z</dcterms:created>
  <dcterms:modified xsi:type="dcterms:W3CDTF">2017-01-21T10:07:01Z</dcterms:modified>
</cp:coreProperties>
</file>