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84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370" autoAdjust="0"/>
  </p:normalViewPr>
  <p:slideViewPr>
    <p:cSldViewPr snapToGrid="0">
      <p:cViewPr varScale="1">
        <p:scale>
          <a:sx n="111" d="100"/>
          <a:sy n="111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4DC080-CC7B-4580-99AE-9744DB550DBE}" type="doc">
      <dgm:prSet loTypeId="urn:microsoft.com/office/officeart/2005/8/layout/hierarchy3" loCatId="relationship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C5BE90B-0CA9-4D25-9960-E25FF28A6035}">
      <dgm:prSet phldrT="[Text]"/>
      <dgm:spPr>
        <a:xfrm>
          <a:off x="276060" y="1308"/>
          <a:ext cx="844616" cy="422308"/>
        </a:xfrm>
      </dgm:spPr>
      <dgm:t>
        <a:bodyPr/>
        <a:lstStyle/>
        <a:p>
          <a:r>
            <a:rPr lang="en-US">
              <a:latin typeface="Calibri"/>
              <a:ea typeface="+mn-ea"/>
              <a:cs typeface="+mn-cs"/>
            </a:rPr>
            <a:t>Problem</a:t>
          </a:r>
          <a:endParaRPr lang="en-US" dirty="0">
            <a:latin typeface="Calibri"/>
            <a:ea typeface="+mn-ea"/>
            <a:cs typeface="+mn-cs"/>
          </a:endParaRPr>
        </a:p>
      </dgm:t>
    </dgm:pt>
    <dgm:pt modelId="{41915A60-1E2C-4B8E-B133-02DE0972B187}" type="parTrans" cxnId="{8E075FCF-CA55-4B9C-B3E7-CE67B041E57F}">
      <dgm:prSet/>
      <dgm:spPr/>
      <dgm:t>
        <a:bodyPr/>
        <a:lstStyle/>
        <a:p>
          <a:endParaRPr lang="en-US"/>
        </a:p>
      </dgm:t>
    </dgm:pt>
    <dgm:pt modelId="{22078916-E521-4A33-8CB3-55687DC3A857}" type="sibTrans" cxnId="{8E075FCF-CA55-4B9C-B3E7-CE67B041E57F}">
      <dgm:prSet/>
      <dgm:spPr/>
      <dgm:t>
        <a:bodyPr/>
        <a:lstStyle/>
        <a:p>
          <a:endParaRPr lang="en-US"/>
        </a:p>
      </dgm:t>
    </dgm:pt>
    <dgm:pt modelId="{953F397B-6164-4E13-BE4D-C4E0B68725E3}">
      <dgm:prSet phldrT="[Text]"/>
      <dgm:spPr>
        <a:xfrm>
          <a:off x="444983" y="529193"/>
          <a:ext cx="675693" cy="422308"/>
        </a:xfrm>
      </dgm:spPr>
      <dgm:t>
        <a:bodyPr/>
        <a:lstStyle/>
        <a:p>
          <a:r>
            <a:rPr lang="en-US">
              <a:latin typeface="Calibri"/>
              <a:ea typeface="+mn-ea"/>
              <a:cs typeface="+mn-cs"/>
            </a:rPr>
            <a:t>What is a problem?</a:t>
          </a:r>
          <a:endParaRPr lang="en-US" dirty="0">
            <a:latin typeface="Calibri"/>
            <a:ea typeface="+mn-ea"/>
            <a:cs typeface="+mn-cs"/>
          </a:endParaRPr>
        </a:p>
      </dgm:t>
    </dgm:pt>
    <dgm:pt modelId="{9A51E8C1-F66B-431C-B1D9-0A57F947C755}" type="parTrans" cxnId="{48B94AD2-B2E7-45C9-8070-434A3A7AA014}">
      <dgm:prSet/>
      <dgm:spPr>
        <a:xfrm>
          <a:off x="314801" y="423616"/>
          <a:ext cx="91440" cy="316731"/>
        </a:xfrm>
      </dgm:spPr>
      <dgm:t>
        <a:bodyPr/>
        <a:lstStyle/>
        <a:p>
          <a:endParaRPr lang="en-US"/>
        </a:p>
      </dgm:t>
    </dgm:pt>
    <dgm:pt modelId="{508581E6-2978-464A-A844-8D82F4745B4B}" type="sibTrans" cxnId="{48B94AD2-B2E7-45C9-8070-434A3A7AA014}">
      <dgm:prSet/>
      <dgm:spPr/>
      <dgm:t>
        <a:bodyPr/>
        <a:lstStyle/>
        <a:p>
          <a:endParaRPr lang="en-US"/>
        </a:p>
      </dgm:t>
    </dgm:pt>
    <dgm:pt modelId="{1FB0683B-4420-409C-A16A-D17534E5C630}">
      <dgm:prSet phldrT="[Text]"/>
      <dgm:spPr>
        <a:xfrm>
          <a:off x="444983" y="1057078"/>
          <a:ext cx="675693" cy="422308"/>
        </a:xfrm>
      </dgm:spPr>
      <dgm:t>
        <a:bodyPr/>
        <a:lstStyle/>
        <a:p>
          <a:r>
            <a:rPr lang="en-US">
              <a:latin typeface="Calibri"/>
              <a:ea typeface="+mn-ea"/>
              <a:cs typeface="+mn-cs"/>
            </a:rPr>
            <a:t>What is problem solving?</a:t>
          </a:r>
          <a:endParaRPr lang="en-US" dirty="0">
            <a:latin typeface="Calibri"/>
            <a:ea typeface="+mn-ea"/>
            <a:cs typeface="+mn-cs"/>
          </a:endParaRPr>
        </a:p>
      </dgm:t>
    </dgm:pt>
    <dgm:pt modelId="{E932C4EA-8518-4905-92D0-2FB3BBF9BD34}" type="parTrans" cxnId="{D6E5E41E-8BDB-439B-8754-094E7168EAE6}">
      <dgm:prSet/>
      <dgm:spPr>
        <a:xfrm>
          <a:off x="314801" y="423616"/>
          <a:ext cx="91440" cy="844616"/>
        </a:xfrm>
      </dgm:spPr>
      <dgm:t>
        <a:bodyPr/>
        <a:lstStyle/>
        <a:p>
          <a:endParaRPr lang="en-US"/>
        </a:p>
      </dgm:t>
    </dgm:pt>
    <dgm:pt modelId="{07C5380E-063A-4A9E-B674-987920DD1337}" type="sibTrans" cxnId="{D6E5E41E-8BDB-439B-8754-094E7168EAE6}">
      <dgm:prSet/>
      <dgm:spPr/>
      <dgm:t>
        <a:bodyPr/>
        <a:lstStyle/>
        <a:p>
          <a:endParaRPr lang="en-US"/>
        </a:p>
      </dgm:t>
    </dgm:pt>
    <dgm:pt modelId="{FEDAFA6E-CF15-4423-8EAD-17092E48AF26}">
      <dgm:prSet phldrT="[Text]"/>
      <dgm:spPr>
        <a:xfrm>
          <a:off x="2387601" y="1308"/>
          <a:ext cx="844616" cy="422308"/>
        </a:xfrm>
      </dgm:spPr>
      <dgm:t>
        <a:bodyPr/>
        <a:lstStyle/>
        <a:p>
          <a:r>
            <a:rPr lang="en-US" dirty="0">
              <a:latin typeface="Calibri"/>
              <a:ea typeface="+mn-ea"/>
              <a:cs typeface="+mn-cs"/>
            </a:rPr>
            <a:t>Role of questions</a:t>
          </a:r>
        </a:p>
      </dgm:t>
    </dgm:pt>
    <dgm:pt modelId="{9D8FDB68-8420-4C1E-975A-C6854B447784}" type="parTrans" cxnId="{F3F6D111-20E6-46FB-9416-EB60D02EBF7E}">
      <dgm:prSet/>
      <dgm:spPr/>
      <dgm:t>
        <a:bodyPr/>
        <a:lstStyle/>
        <a:p>
          <a:endParaRPr lang="en-US"/>
        </a:p>
      </dgm:t>
    </dgm:pt>
    <dgm:pt modelId="{5E88811B-5319-481A-9FA6-98B5A871E158}" type="sibTrans" cxnId="{F3F6D111-20E6-46FB-9416-EB60D02EBF7E}">
      <dgm:prSet/>
      <dgm:spPr/>
      <dgm:t>
        <a:bodyPr/>
        <a:lstStyle/>
        <a:p>
          <a:endParaRPr lang="en-US"/>
        </a:p>
      </dgm:t>
    </dgm:pt>
    <dgm:pt modelId="{EDCD0007-272D-467A-86A4-12D97A5C716D}">
      <dgm:prSet phldrT="[Text]"/>
      <dgm:spPr>
        <a:xfrm>
          <a:off x="2556524" y="529193"/>
          <a:ext cx="675693" cy="422308"/>
        </a:xfrm>
      </dgm:spPr>
      <dgm:t>
        <a:bodyPr/>
        <a:lstStyle/>
        <a:p>
          <a:r>
            <a:rPr lang="en-US">
              <a:latin typeface="Calibri"/>
              <a:ea typeface="+mn-ea"/>
              <a:cs typeface="+mn-cs"/>
            </a:rPr>
            <a:t>Why do we ask questions?</a:t>
          </a:r>
          <a:endParaRPr lang="en-US" dirty="0">
            <a:latin typeface="Calibri"/>
            <a:ea typeface="+mn-ea"/>
            <a:cs typeface="+mn-cs"/>
          </a:endParaRPr>
        </a:p>
      </dgm:t>
    </dgm:pt>
    <dgm:pt modelId="{BBC166B6-FE95-4AFF-B2A8-222077D8F257}" type="parTrans" cxnId="{C3B18013-ED7C-469D-97BA-AD85C8E3985F}">
      <dgm:prSet/>
      <dgm:spPr>
        <a:xfrm>
          <a:off x="2426343" y="423616"/>
          <a:ext cx="91440" cy="316731"/>
        </a:xfrm>
      </dgm:spPr>
      <dgm:t>
        <a:bodyPr/>
        <a:lstStyle/>
        <a:p>
          <a:endParaRPr lang="en-US"/>
        </a:p>
      </dgm:t>
    </dgm:pt>
    <dgm:pt modelId="{283BD3E5-6034-40AA-B80C-14BE2A571B26}" type="sibTrans" cxnId="{C3B18013-ED7C-469D-97BA-AD85C8E3985F}">
      <dgm:prSet/>
      <dgm:spPr/>
      <dgm:t>
        <a:bodyPr/>
        <a:lstStyle/>
        <a:p>
          <a:endParaRPr lang="en-US"/>
        </a:p>
      </dgm:t>
    </dgm:pt>
    <dgm:pt modelId="{89442F55-04EA-49F5-ADE9-CD7EA88D31BF}">
      <dgm:prSet phldrT="[Text]"/>
      <dgm:spPr>
        <a:xfrm>
          <a:off x="2556524" y="1057078"/>
          <a:ext cx="675693" cy="422308"/>
        </a:xfrm>
      </dgm:spPr>
      <dgm:t>
        <a:bodyPr/>
        <a:lstStyle/>
        <a:p>
          <a:r>
            <a:rPr lang="en-US">
              <a:latin typeface="Calibri"/>
              <a:ea typeface="+mn-ea"/>
              <a:cs typeface="+mn-cs"/>
            </a:rPr>
            <a:t>Types of questions</a:t>
          </a:r>
          <a:endParaRPr lang="en-US" dirty="0">
            <a:latin typeface="Calibri"/>
            <a:ea typeface="+mn-ea"/>
            <a:cs typeface="+mn-cs"/>
          </a:endParaRPr>
        </a:p>
      </dgm:t>
    </dgm:pt>
    <dgm:pt modelId="{FFAA9F18-EF4E-49A6-A555-1F44F99F0A2C}" type="parTrans" cxnId="{8805A47C-9BE6-414E-9532-759E99AB13FB}">
      <dgm:prSet/>
      <dgm:spPr>
        <a:xfrm>
          <a:off x="2426343" y="423616"/>
          <a:ext cx="91440" cy="844616"/>
        </a:xfrm>
      </dgm:spPr>
      <dgm:t>
        <a:bodyPr/>
        <a:lstStyle/>
        <a:p>
          <a:endParaRPr lang="en-US"/>
        </a:p>
      </dgm:t>
    </dgm:pt>
    <dgm:pt modelId="{A3103C07-1235-4A13-81F7-AC7E6A6C28CA}" type="sibTrans" cxnId="{8805A47C-9BE6-414E-9532-759E99AB13FB}">
      <dgm:prSet/>
      <dgm:spPr/>
      <dgm:t>
        <a:bodyPr/>
        <a:lstStyle/>
        <a:p>
          <a:endParaRPr lang="en-US"/>
        </a:p>
      </dgm:t>
    </dgm:pt>
    <dgm:pt modelId="{31933227-AE3F-4515-B721-BEB1460F70B2}">
      <dgm:prSet/>
      <dgm:spPr>
        <a:xfrm>
          <a:off x="3443372" y="1308"/>
          <a:ext cx="844616" cy="422308"/>
        </a:xfrm>
      </dgm:spPr>
      <dgm:t>
        <a:bodyPr/>
        <a:lstStyle/>
        <a:p>
          <a:r>
            <a:rPr lang="en-US" dirty="0">
              <a:latin typeface="Calibri"/>
              <a:ea typeface="+mn-ea"/>
              <a:cs typeface="+mn-cs"/>
            </a:rPr>
            <a:t>Sources of information</a:t>
          </a:r>
        </a:p>
      </dgm:t>
    </dgm:pt>
    <dgm:pt modelId="{AA929BE4-F9B6-4B0E-BBE3-B96E3AE0D3D7}" type="parTrans" cxnId="{D4361795-23DD-48C6-BD66-DBC1CD4585C5}">
      <dgm:prSet/>
      <dgm:spPr/>
      <dgm:t>
        <a:bodyPr/>
        <a:lstStyle/>
        <a:p>
          <a:endParaRPr lang="en-US"/>
        </a:p>
      </dgm:t>
    </dgm:pt>
    <dgm:pt modelId="{6ADF3C0D-9804-48FB-9F1E-EADEBEC939FE}" type="sibTrans" cxnId="{D4361795-23DD-48C6-BD66-DBC1CD4585C5}">
      <dgm:prSet/>
      <dgm:spPr/>
      <dgm:t>
        <a:bodyPr/>
        <a:lstStyle/>
        <a:p>
          <a:endParaRPr lang="en-US"/>
        </a:p>
      </dgm:t>
    </dgm:pt>
    <dgm:pt modelId="{D3B4C725-7891-4509-ABC3-E44FA1BB0FF0}">
      <dgm:prSet/>
      <dgm:spPr>
        <a:xfrm>
          <a:off x="3612295" y="529193"/>
          <a:ext cx="675693" cy="422308"/>
        </a:xfrm>
      </dgm:spPr>
      <dgm:t>
        <a:bodyPr/>
        <a:lstStyle/>
        <a:p>
          <a:r>
            <a:rPr lang="en-US">
              <a:latin typeface="Calibri"/>
              <a:ea typeface="+mn-ea"/>
              <a:cs typeface="+mn-cs"/>
            </a:rPr>
            <a:t>Electronic media</a:t>
          </a:r>
          <a:endParaRPr lang="en-US" dirty="0">
            <a:latin typeface="Calibri"/>
            <a:ea typeface="+mn-ea"/>
            <a:cs typeface="+mn-cs"/>
          </a:endParaRPr>
        </a:p>
      </dgm:t>
    </dgm:pt>
    <dgm:pt modelId="{45293962-383E-42A3-AAAA-580AEC4BF7F1}" type="parTrans" cxnId="{552B63B1-8D40-486F-995D-CD0909CCADAE}">
      <dgm:prSet/>
      <dgm:spPr>
        <a:xfrm>
          <a:off x="3482113" y="423616"/>
          <a:ext cx="91440" cy="316731"/>
        </a:xfrm>
      </dgm:spPr>
      <dgm:t>
        <a:bodyPr/>
        <a:lstStyle/>
        <a:p>
          <a:endParaRPr lang="en-ZA"/>
        </a:p>
      </dgm:t>
    </dgm:pt>
    <dgm:pt modelId="{7322316E-F4DD-4CF9-9CE7-247169586F60}" type="sibTrans" cxnId="{552B63B1-8D40-486F-995D-CD0909CCADAE}">
      <dgm:prSet/>
      <dgm:spPr/>
      <dgm:t>
        <a:bodyPr/>
        <a:lstStyle/>
        <a:p>
          <a:endParaRPr lang="en-ZA"/>
        </a:p>
      </dgm:t>
    </dgm:pt>
    <dgm:pt modelId="{E668C977-42FC-4C8A-8DEF-386C2CE872F0}">
      <dgm:prSet/>
      <dgm:spPr>
        <a:xfrm>
          <a:off x="3612295" y="1057078"/>
          <a:ext cx="675693" cy="422308"/>
        </a:xfrm>
      </dgm:spPr>
      <dgm:t>
        <a:bodyPr/>
        <a:lstStyle/>
        <a:p>
          <a:r>
            <a:rPr lang="en-US">
              <a:latin typeface="Calibri"/>
              <a:ea typeface="+mn-ea"/>
              <a:cs typeface="+mn-cs"/>
            </a:rPr>
            <a:t>Printed media</a:t>
          </a:r>
          <a:endParaRPr lang="en-US" dirty="0">
            <a:latin typeface="Calibri"/>
            <a:ea typeface="+mn-ea"/>
            <a:cs typeface="+mn-cs"/>
          </a:endParaRPr>
        </a:p>
      </dgm:t>
    </dgm:pt>
    <dgm:pt modelId="{B0D94441-AC84-48A7-AB2E-2566F256EF78}" type="parTrans" cxnId="{D1FB91A3-1A35-47DA-8719-B06B6FC9A309}">
      <dgm:prSet/>
      <dgm:spPr>
        <a:xfrm>
          <a:off x="3482113" y="423616"/>
          <a:ext cx="91440" cy="844616"/>
        </a:xfrm>
      </dgm:spPr>
      <dgm:t>
        <a:bodyPr/>
        <a:lstStyle/>
        <a:p>
          <a:endParaRPr lang="en-ZA"/>
        </a:p>
      </dgm:t>
    </dgm:pt>
    <dgm:pt modelId="{93E308E4-A391-4E19-A264-C21442875E45}" type="sibTrans" cxnId="{D1FB91A3-1A35-47DA-8719-B06B6FC9A309}">
      <dgm:prSet/>
      <dgm:spPr/>
      <dgm:t>
        <a:bodyPr/>
        <a:lstStyle/>
        <a:p>
          <a:endParaRPr lang="en-ZA"/>
        </a:p>
      </dgm:t>
    </dgm:pt>
    <dgm:pt modelId="{53ACA0D8-50E7-450D-BFDE-2B8116FDD4C7}">
      <dgm:prSet/>
      <dgm:spPr>
        <a:xfrm>
          <a:off x="3612295" y="1584964"/>
          <a:ext cx="675693" cy="422308"/>
        </a:xfrm>
      </dgm:spPr>
      <dgm:t>
        <a:bodyPr/>
        <a:lstStyle/>
        <a:p>
          <a:r>
            <a:rPr lang="en-US">
              <a:latin typeface="Calibri"/>
              <a:ea typeface="+mn-ea"/>
              <a:cs typeface="+mn-cs"/>
            </a:rPr>
            <a:t>People</a:t>
          </a:r>
          <a:endParaRPr lang="en-ZA" dirty="0">
            <a:latin typeface="Calibri"/>
            <a:ea typeface="+mn-ea"/>
            <a:cs typeface="+mn-cs"/>
          </a:endParaRPr>
        </a:p>
      </dgm:t>
    </dgm:pt>
    <dgm:pt modelId="{A23AE4C5-22FB-4950-A297-6A8D98A701EE}" type="parTrans" cxnId="{9B94A3CD-1E67-49F2-B585-3F2C025B2003}">
      <dgm:prSet/>
      <dgm:spPr>
        <a:xfrm>
          <a:off x="3482113" y="423616"/>
          <a:ext cx="91440" cy="1372501"/>
        </a:xfrm>
      </dgm:spPr>
      <dgm:t>
        <a:bodyPr/>
        <a:lstStyle/>
        <a:p>
          <a:endParaRPr lang="en-ZA"/>
        </a:p>
      </dgm:t>
    </dgm:pt>
    <dgm:pt modelId="{72B15893-AF2A-4882-8A74-C9CE301A86EA}" type="sibTrans" cxnId="{9B94A3CD-1E67-49F2-B585-3F2C025B2003}">
      <dgm:prSet/>
      <dgm:spPr/>
      <dgm:t>
        <a:bodyPr/>
        <a:lstStyle/>
        <a:p>
          <a:endParaRPr lang="en-ZA"/>
        </a:p>
      </dgm:t>
    </dgm:pt>
    <dgm:pt modelId="{A79DEDF9-2D1C-425F-A9A2-5D75226E4C70}">
      <dgm:prSet/>
      <dgm:spPr>
        <a:xfrm>
          <a:off x="3612295" y="2112849"/>
          <a:ext cx="675693" cy="422308"/>
        </a:xfrm>
      </dgm:spPr>
      <dgm:t>
        <a:bodyPr/>
        <a:lstStyle/>
        <a:p>
          <a:r>
            <a:rPr lang="en-US">
              <a:latin typeface="Calibri"/>
              <a:ea typeface="+mn-ea"/>
              <a:cs typeface="+mn-cs"/>
            </a:rPr>
            <a:t>Other</a:t>
          </a:r>
          <a:endParaRPr lang="en-ZA" dirty="0">
            <a:latin typeface="Calibri"/>
            <a:ea typeface="+mn-ea"/>
            <a:cs typeface="+mn-cs"/>
          </a:endParaRPr>
        </a:p>
      </dgm:t>
    </dgm:pt>
    <dgm:pt modelId="{ABEBE114-7E89-4A54-829D-29001621F5C4}" type="parTrans" cxnId="{E2FB13B9-BFBB-4276-953E-6A8A42D40965}">
      <dgm:prSet/>
      <dgm:spPr>
        <a:xfrm>
          <a:off x="3482113" y="423616"/>
          <a:ext cx="91440" cy="1900387"/>
        </a:xfrm>
      </dgm:spPr>
      <dgm:t>
        <a:bodyPr/>
        <a:lstStyle/>
        <a:p>
          <a:endParaRPr lang="en-ZA"/>
        </a:p>
      </dgm:t>
    </dgm:pt>
    <dgm:pt modelId="{F106FB2E-9A62-4EEE-A1F1-4CE29EB9D081}" type="sibTrans" cxnId="{E2FB13B9-BFBB-4276-953E-6A8A42D40965}">
      <dgm:prSet/>
      <dgm:spPr/>
      <dgm:t>
        <a:bodyPr/>
        <a:lstStyle/>
        <a:p>
          <a:endParaRPr lang="en-ZA"/>
        </a:p>
      </dgm:t>
    </dgm:pt>
    <dgm:pt modelId="{7C2EC025-0957-44B0-8803-175EAC3453A4}">
      <dgm:prSet/>
      <dgm:spPr/>
      <dgm:t>
        <a:bodyPr/>
        <a:lstStyle/>
        <a:p>
          <a:r>
            <a:rPr lang="en-US" dirty="0"/>
            <a:t>How do you analyze a  problem?</a:t>
          </a:r>
        </a:p>
      </dgm:t>
    </dgm:pt>
    <dgm:pt modelId="{25111445-6112-4BC5-9FEE-C8E2FCCD21A8}" type="parTrans" cxnId="{16F3E0C2-619F-44A3-B1FC-A4588A788D57}">
      <dgm:prSet/>
      <dgm:spPr/>
      <dgm:t>
        <a:bodyPr/>
        <a:lstStyle/>
        <a:p>
          <a:endParaRPr lang="en-ZA"/>
        </a:p>
      </dgm:t>
    </dgm:pt>
    <dgm:pt modelId="{102054C8-EAFE-4EFB-B8AA-D4BA888E5706}" type="sibTrans" cxnId="{16F3E0C2-619F-44A3-B1FC-A4588A788D57}">
      <dgm:prSet/>
      <dgm:spPr/>
      <dgm:t>
        <a:bodyPr/>
        <a:lstStyle/>
        <a:p>
          <a:endParaRPr lang="en-ZA"/>
        </a:p>
      </dgm:t>
    </dgm:pt>
    <dgm:pt modelId="{14DE6D50-621C-43BE-AFB8-ABC07633DD0B}">
      <dgm:prSet phldrT="[Text]"/>
      <dgm:spPr>
        <a:xfrm>
          <a:off x="1331830" y="1308"/>
          <a:ext cx="844616" cy="422308"/>
        </a:xfrm>
      </dgm:spPr>
      <dgm:t>
        <a:bodyPr/>
        <a:lstStyle/>
        <a:p>
          <a:r>
            <a:rPr lang="en-US">
              <a:latin typeface="Calibri"/>
              <a:ea typeface="+mn-ea"/>
              <a:cs typeface="+mn-cs"/>
            </a:rPr>
            <a:t>Data vs. Information</a:t>
          </a:r>
          <a:endParaRPr lang="en-US" dirty="0">
            <a:latin typeface="Calibri"/>
            <a:ea typeface="+mn-ea"/>
            <a:cs typeface="+mn-cs"/>
          </a:endParaRPr>
        </a:p>
      </dgm:t>
    </dgm:pt>
    <dgm:pt modelId="{032FC8CD-2272-43C7-8DD5-8655F81479CF}" type="parTrans" cxnId="{373625BC-E0EE-436D-B2C1-138B96F7669A}">
      <dgm:prSet/>
      <dgm:spPr/>
      <dgm:t>
        <a:bodyPr/>
        <a:lstStyle/>
        <a:p>
          <a:endParaRPr lang="en-US"/>
        </a:p>
      </dgm:t>
    </dgm:pt>
    <dgm:pt modelId="{05EB6095-E068-4C44-8D77-EADFCBC90BA0}" type="sibTrans" cxnId="{373625BC-E0EE-436D-B2C1-138B96F7669A}">
      <dgm:prSet/>
      <dgm:spPr/>
      <dgm:t>
        <a:bodyPr/>
        <a:lstStyle/>
        <a:p>
          <a:endParaRPr lang="en-US"/>
        </a:p>
      </dgm:t>
    </dgm:pt>
    <dgm:pt modelId="{488DC78F-0E41-4BDF-A53C-3423F1C25640}">
      <dgm:prSet phldrT="[Text]"/>
      <dgm:spPr>
        <a:xfrm>
          <a:off x="1500754" y="529193"/>
          <a:ext cx="675693" cy="422308"/>
        </a:xfrm>
      </dgm:spPr>
      <dgm:t>
        <a:bodyPr/>
        <a:lstStyle/>
        <a:p>
          <a:r>
            <a:rPr lang="en-US" dirty="0">
              <a:latin typeface="Calibri"/>
              <a:ea typeface="+mn-ea"/>
              <a:cs typeface="+mn-cs"/>
            </a:rPr>
            <a:t>What is data or facts?</a:t>
          </a:r>
        </a:p>
      </dgm:t>
    </dgm:pt>
    <dgm:pt modelId="{0931D7D0-8A3A-4551-86F8-360B7214F3BC}" type="parTrans" cxnId="{365EC08A-28B5-4C52-81EB-A621A0BC638B}">
      <dgm:prSet/>
      <dgm:spPr/>
      <dgm:t>
        <a:bodyPr/>
        <a:lstStyle/>
        <a:p>
          <a:endParaRPr lang="en-US"/>
        </a:p>
      </dgm:t>
    </dgm:pt>
    <dgm:pt modelId="{E15A99A3-D24A-4A37-9C54-01E6612FB36A}" type="sibTrans" cxnId="{365EC08A-28B5-4C52-81EB-A621A0BC638B}">
      <dgm:prSet/>
      <dgm:spPr/>
      <dgm:t>
        <a:bodyPr/>
        <a:lstStyle/>
        <a:p>
          <a:endParaRPr lang="en-US"/>
        </a:p>
      </dgm:t>
    </dgm:pt>
    <dgm:pt modelId="{4FB77B7A-87BF-4C4B-9990-C35979731A5B}">
      <dgm:prSet phldrT="[Text]"/>
      <dgm:spPr>
        <a:xfrm>
          <a:off x="1500754" y="1057078"/>
          <a:ext cx="675693" cy="422308"/>
        </a:xfrm>
      </dgm:spPr>
      <dgm:t>
        <a:bodyPr/>
        <a:lstStyle/>
        <a:p>
          <a:r>
            <a:rPr lang="en-US" dirty="0">
              <a:latin typeface="Calibri"/>
              <a:ea typeface="+mn-ea"/>
              <a:cs typeface="+mn-cs"/>
            </a:rPr>
            <a:t>What is information?</a:t>
          </a:r>
        </a:p>
      </dgm:t>
    </dgm:pt>
    <dgm:pt modelId="{22ACF8FB-8307-4806-A444-EA5F79D436C4}" type="parTrans" cxnId="{0FA250B4-7369-444A-8A88-CA7770DA1084}">
      <dgm:prSet/>
      <dgm:spPr/>
      <dgm:t>
        <a:bodyPr/>
        <a:lstStyle/>
        <a:p>
          <a:endParaRPr lang="en-US"/>
        </a:p>
      </dgm:t>
    </dgm:pt>
    <dgm:pt modelId="{70D69143-5C49-48FF-B491-3D4D05CBAD31}" type="sibTrans" cxnId="{0FA250B4-7369-444A-8A88-CA7770DA1084}">
      <dgm:prSet/>
      <dgm:spPr/>
      <dgm:t>
        <a:bodyPr/>
        <a:lstStyle/>
        <a:p>
          <a:endParaRPr lang="en-US"/>
        </a:p>
      </dgm:t>
    </dgm:pt>
    <dgm:pt modelId="{3C559731-5FD2-40E6-B7A3-7FDCC62A5CF5}" type="pres">
      <dgm:prSet presAssocID="{084DC080-CC7B-4580-99AE-9744DB550DBE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8B883ED-D99E-45D5-A2A9-D6C3593E2273}" type="pres">
      <dgm:prSet presAssocID="{BC5BE90B-0CA9-4D25-9960-E25FF28A6035}" presName="root" presStyleCnt="0"/>
      <dgm:spPr/>
    </dgm:pt>
    <dgm:pt modelId="{F2204673-F8B8-4EB8-AFB9-AF8F91494A94}" type="pres">
      <dgm:prSet presAssocID="{BC5BE90B-0CA9-4D25-9960-E25FF28A6035}" presName="rootComposite" presStyleCnt="0"/>
      <dgm:spPr/>
    </dgm:pt>
    <dgm:pt modelId="{9C5B467D-DF2A-48AA-A746-E8A7E2ED69A3}" type="pres">
      <dgm:prSet presAssocID="{BC5BE90B-0CA9-4D25-9960-E25FF28A6035}" presName="rootText" presStyleLbl="node1" presStyleIdx="0" presStyleCnt="4"/>
      <dgm:spPr>
        <a:prstGeom prst="roundRect">
          <a:avLst>
            <a:gd name="adj" fmla="val 10000"/>
          </a:avLst>
        </a:prstGeom>
      </dgm:spPr>
    </dgm:pt>
    <dgm:pt modelId="{78A347B7-F558-45BC-BD74-8752263E7936}" type="pres">
      <dgm:prSet presAssocID="{BC5BE90B-0CA9-4D25-9960-E25FF28A6035}" presName="rootConnector" presStyleLbl="node1" presStyleIdx="0" presStyleCnt="4"/>
      <dgm:spPr/>
    </dgm:pt>
    <dgm:pt modelId="{DACE4376-3C32-4739-8DAD-F90A82957168}" type="pres">
      <dgm:prSet presAssocID="{BC5BE90B-0CA9-4D25-9960-E25FF28A6035}" presName="childShape" presStyleCnt="0"/>
      <dgm:spPr/>
    </dgm:pt>
    <dgm:pt modelId="{6CE2C187-5D93-4E99-8913-3E684DEAB014}" type="pres">
      <dgm:prSet presAssocID="{9A51E8C1-F66B-431C-B1D9-0A57F947C755}" presName="Name13" presStyleLbl="parChTrans1D2" presStyleIdx="0" presStyleCnt="11"/>
      <dgm:spPr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16731"/>
              </a:lnTo>
              <a:lnTo>
                <a:pt x="130181" y="316731"/>
              </a:lnTo>
            </a:path>
          </a:pathLst>
        </a:custGeom>
      </dgm:spPr>
    </dgm:pt>
    <dgm:pt modelId="{8E63F2E9-152B-426B-B176-2723AF2B86D0}" type="pres">
      <dgm:prSet presAssocID="{953F397B-6164-4E13-BE4D-C4E0B68725E3}" presName="childText" presStyleLbl="bgAcc1" presStyleIdx="0" presStyleCnt="11">
        <dgm:presLayoutVars>
          <dgm:bulletEnabled val="1"/>
        </dgm:presLayoutVars>
      </dgm:prSet>
      <dgm:spPr>
        <a:prstGeom prst="roundRect">
          <a:avLst>
            <a:gd name="adj" fmla="val 10000"/>
          </a:avLst>
        </a:prstGeom>
      </dgm:spPr>
    </dgm:pt>
    <dgm:pt modelId="{667E8A48-B9E6-4ADA-914E-168F8DF29DD3}" type="pres">
      <dgm:prSet presAssocID="{E932C4EA-8518-4905-92D0-2FB3BBF9BD34}" presName="Name13" presStyleLbl="parChTrans1D2" presStyleIdx="1" presStyleCnt="11"/>
      <dgm:spPr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844616"/>
              </a:lnTo>
              <a:lnTo>
                <a:pt x="130181" y="844616"/>
              </a:lnTo>
            </a:path>
          </a:pathLst>
        </a:custGeom>
      </dgm:spPr>
    </dgm:pt>
    <dgm:pt modelId="{C28441D0-9310-4928-9ACE-8759C4972D38}" type="pres">
      <dgm:prSet presAssocID="{1FB0683B-4420-409C-A16A-D17534E5C630}" presName="childText" presStyleLbl="bgAcc1" presStyleIdx="1" presStyleCnt="11">
        <dgm:presLayoutVars>
          <dgm:bulletEnabled val="1"/>
        </dgm:presLayoutVars>
      </dgm:prSet>
      <dgm:spPr>
        <a:prstGeom prst="roundRect">
          <a:avLst>
            <a:gd name="adj" fmla="val 10000"/>
          </a:avLst>
        </a:prstGeom>
      </dgm:spPr>
    </dgm:pt>
    <dgm:pt modelId="{BEF58A6C-9F50-40A3-BCC9-554D1FACCD8F}" type="pres">
      <dgm:prSet presAssocID="{25111445-6112-4BC5-9FEE-C8E2FCCD21A8}" presName="Name13" presStyleLbl="parChTrans1D2" presStyleIdx="2" presStyleCnt="11"/>
      <dgm:spPr/>
    </dgm:pt>
    <dgm:pt modelId="{E4F58FE4-87AB-4D31-899D-5D0D4DC403EE}" type="pres">
      <dgm:prSet presAssocID="{7C2EC025-0957-44B0-8803-175EAC3453A4}" presName="childText" presStyleLbl="bgAcc1" presStyleIdx="2" presStyleCnt="11">
        <dgm:presLayoutVars>
          <dgm:bulletEnabled val="1"/>
        </dgm:presLayoutVars>
      </dgm:prSet>
      <dgm:spPr/>
    </dgm:pt>
    <dgm:pt modelId="{E8F9C084-1CFE-47A5-B2A6-4BDBF4B35CDE}" type="pres">
      <dgm:prSet presAssocID="{FEDAFA6E-CF15-4423-8EAD-17092E48AF26}" presName="root" presStyleCnt="0"/>
      <dgm:spPr/>
    </dgm:pt>
    <dgm:pt modelId="{D9C770ED-0669-4158-9C12-24B6B5BB8B1F}" type="pres">
      <dgm:prSet presAssocID="{FEDAFA6E-CF15-4423-8EAD-17092E48AF26}" presName="rootComposite" presStyleCnt="0"/>
      <dgm:spPr/>
    </dgm:pt>
    <dgm:pt modelId="{4B02C2D2-C039-480A-9561-768EE1F6AC42}" type="pres">
      <dgm:prSet presAssocID="{FEDAFA6E-CF15-4423-8EAD-17092E48AF26}" presName="rootText" presStyleLbl="node1" presStyleIdx="1" presStyleCnt="4"/>
      <dgm:spPr>
        <a:prstGeom prst="roundRect">
          <a:avLst>
            <a:gd name="adj" fmla="val 10000"/>
          </a:avLst>
        </a:prstGeom>
      </dgm:spPr>
    </dgm:pt>
    <dgm:pt modelId="{152D8376-61D9-4612-A5E6-7D4F637540A4}" type="pres">
      <dgm:prSet presAssocID="{FEDAFA6E-CF15-4423-8EAD-17092E48AF26}" presName="rootConnector" presStyleLbl="node1" presStyleIdx="1" presStyleCnt="4"/>
      <dgm:spPr/>
    </dgm:pt>
    <dgm:pt modelId="{788BA274-1D04-4DFA-94D1-E4C3E3C8FEEC}" type="pres">
      <dgm:prSet presAssocID="{FEDAFA6E-CF15-4423-8EAD-17092E48AF26}" presName="childShape" presStyleCnt="0"/>
      <dgm:spPr/>
    </dgm:pt>
    <dgm:pt modelId="{A3286ED1-D36B-4909-BD73-84C221A0456A}" type="pres">
      <dgm:prSet presAssocID="{BBC166B6-FE95-4AFF-B2A8-222077D8F257}" presName="Name13" presStyleLbl="parChTrans1D2" presStyleIdx="3" presStyleCnt="11"/>
      <dgm:spPr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16731"/>
              </a:lnTo>
              <a:lnTo>
                <a:pt x="130181" y="316731"/>
              </a:lnTo>
            </a:path>
          </a:pathLst>
        </a:custGeom>
      </dgm:spPr>
    </dgm:pt>
    <dgm:pt modelId="{176887FA-8906-44BB-8CB8-6366E5E8939A}" type="pres">
      <dgm:prSet presAssocID="{EDCD0007-272D-467A-86A4-12D97A5C716D}" presName="childText" presStyleLbl="bgAcc1" presStyleIdx="3" presStyleCnt="11">
        <dgm:presLayoutVars>
          <dgm:bulletEnabled val="1"/>
        </dgm:presLayoutVars>
      </dgm:prSet>
      <dgm:spPr>
        <a:prstGeom prst="roundRect">
          <a:avLst>
            <a:gd name="adj" fmla="val 10000"/>
          </a:avLst>
        </a:prstGeom>
      </dgm:spPr>
    </dgm:pt>
    <dgm:pt modelId="{89447557-83DD-4C29-879A-0A38D5502729}" type="pres">
      <dgm:prSet presAssocID="{FFAA9F18-EF4E-49A6-A555-1F44F99F0A2C}" presName="Name13" presStyleLbl="parChTrans1D2" presStyleIdx="4" presStyleCnt="11"/>
      <dgm:spPr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844616"/>
              </a:lnTo>
              <a:lnTo>
                <a:pt x="130181" y="844616"/>
              </a:lnTo>
            </a:path>
          </a:pathLst>
        </a:custGeom>
      </dgm:spPr>
    </dgm:pt>
    <dgm:pt modelId="{716270D6-026A-40E4-A89E-B165ADE49C26}" type="pres">
      <dgm:prSet presAssocID="{89442F55-04EA-49F5-ADE9-CD7EA88D31BF}" presName="childText" presStyleLbl="bgAcc1" presStyleIdx="4" presStyleCnt="11">
        <dgm:presLayoutVars>
          <dgm:bulletEnabled val="1"/>
        </dgm:presLayoutVars>
      </dgm:prSet>
      <dgm:spPr>
        <a:prstGeom prst="roundRect">
          <a:avLst>
            <a:gd name="adj" fmla="val 10000"/>
          </a:avLst>
        </a:prstGeom>
      </dgm:spPr>
    </dgm:pt>
    <dgm:pt modelId="{A83066CC-1D67-4B1C-BFF6-617EEBB1ED02}" type="pres">
      <dgm:prSet presAssocID="{14DE6D50-621C-43BE-AFB8-ABC07633DD0B}" presName="root" presStyleCnt="0"/>
      <dgm:spPr/>
    </dgm:pt>
    <dgm:pt modelId="{4139D668-EC73-41EF-A129-70B93B310F8E}" type="pres">
      <dgm:prSet presAssocID="{14DE6D50-621C-43BE-AFB8-ABC07633DD0B}" presName="rootComposite" presStyleCnt="0"/>
      <dgm:spPr/>
    </dgm:pt>
    <dgm:pt modelId="{EB094134-70CC-4B19-99EB-AD39C829DF03}" type="pres">
      <dgm:prSet presAssocID="{14DE6D50-621C-43BE-AFB8-ABC07633DD0B}" presName="rootText" presStyleLbl="node1" presStyleIdx="2" presStyleCnt="4"/>
      <dgm:spPr>
        <a:prstGeom prst="roundRect">
          <a:avLst>
            <a:gd name="adj" fmla="val 10000"/>
          </a:avLst>
        </a:prstGeom>
      </dgm:spPr>
    </dgm:pt>
    <dgm:pt modelId="{FBA8A585-FD91-4A77-8B78-2247319F1163}" type="pres">
      <dgm:prSet presAssocID="{14DE6D50-621C-43BE-AFB8-ABC07633DD0B}" presName="rootConnector" presStyleLbl="node1" presStyleIdx="2" presStyleCnt="4"/>
      <dgm:spPr/>
    </dgm:pt>
    <dgm:pt modelId="{04FC04D4-D182-420F-B271-025813D6EA57}" type="pres">
      <dgm:prSet presAssocID="{14DE6D50-621C-43BE-AFB8-ABC07633DD0B}" presName="childShape" presStyleCnt="0"/>
      <dgm:spPr/>
    </dgm:pt>
    <dgm:pt modelId="{0FE6E63F-13CB-496F-8828-8DA926AD9878}" type="pres">
      <dgm:prSet presAssocID="{0931D7D0-8A3A-4551-86F8-360B7214F3BC}" presName="Name13" presStyleLbl="parChTrans1D2" presStyleIdx="5" presStyleCnt="11"/>
      <dgm:spPr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16731"/>
              </a:lnTo>
              <a:lnTo>
                <a:pt x="130181" y="316731"/>
              </a:lnTo>
            </a:path>
          </a:pathLst>
        </a:custGeom>
      </dgm:spPr>
    </dgm:pt>
    <dgm:pt modelId="{8E2592D7-0D6E-4B6C-8A3F-84174A1E091D}" type="pres">
      <dgm:prSet presAssocID="{488DC78F-0E41-4BDF-A53C-3423F1C25640}" presName="childText" presStyleLbl="bgAcc1" presStyleIdx="5" presStyleCnt="11">
        <dgm:presLayoutVars>
          <dgm:bulletEnabled val="1"/>
        </dgm:presLayoutVars>
      </dgm:prSet>
      <dgm:spPr>
        <a:prstGeom prst="roundRect">
          <a:avLst>
            <a:gd name="adj" fmla="val 10000"/>
          </a:avLst>
        </a:prstGeom>
      </dgm:spPr>
    </dgm:pt>
    <dgm:pt modelId="{168201BB-7850-4275-9656-4E1C83568609}" type="pres">
      <dgm:prSet presAssocID="{22ACF8FB-8307-4806-A444-EA5F79D436C4}" presName="Name13" presStyleLbl="parChTrans1D2" presStyleIdx="6" presStyleCnt="11"/>
      <dgm:spPr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844616"/>
              </a:lnTo>
              <a:lnTo>
                <a:pt x="130181" y="844616"/>
              </a:lnTo>
            </a:path>
          </a:pathLst>
        </a:custGeom>
      </dgm:spPr>
    </dgm:pt>
    <dgm:pt modelId="{F85FA24B-E46A-4FAF-80C4-49D06521F091}" type="pres">
      <dgm:prSet presAssocID="{4FB77B7A-87BF-4C4B-9990-C35979731A5B}" presName="childText" presStyleLbl="bgAcc1" presStyleIdx="6" presStyleCnt="11">
        <dgm:presLayoutVars>
          <dgm:bulletEnabled val="1"/>
        </dgm:presLayoutVars>
      </dgm:prSet>
      <dgm:spPr>
        <a:prstGeom prst="roundRect">
          <a:avLst>
            <a:gd name="adj" fmla="val 10000"/>
          </a:avLst>
        </a:prstGeom>
      </dgm:spPr>
    </dgm:pt>
    <dgm:pt modelId="{56994F09-39A8-45DB-A6C7-4732B1FF9CE4}" type="pres">
      <dgm:prSet presAssocID="{31933227-AE3F-4515-B721-BEB1460F70B2}" presName="root" presStyleCnt="0"/>
      <dgm:spPr/>
    </dgm:pt>
    <dgm:pt modelId="{EBF83BE2-79EE-4284-B06F-D19661B92B5F}" type="pres">
      <dgm:prSet presAssocID="{31933227-AE3F-4515-B721-BEB1460F70B2}" presName="rootComposite" presStyleCnt="0"/>
      <dgm:spPr/>
    </dgm:pt>
    <dgm:pt modelId="{476CDD6D-D53E-4EB6-9D4F-2CDE7577AA30}" type="pres">
      <dgm:prSet presAssocID="{31933227-AE3F-4515-B721-BEB1460F70B2}" presName="rootText" presStyleLbl="node1" presStyleIdx="3" presStyleCnt="4"/>
      <dgm:spPr>
        <a:prstGeom prst="roundRect">
          <a:avLst>
            <a:gd name="adj" fmla="val 10000"/>
          </a:avLst>
        </a:prstGeom>
      </dgm:spPr>
    </dgm:pt>
    <dgm:pt modelId="{9F514599-2518-497B-9BE0-016526DA7971}" type="pres">
      <dgm:prSet presAssocID="{31933227-AE3F-4515-B721-BEB1460F70B2}" presName="rootConnector" presStyleLbl="node1" presStyleIdx="3" presStyleCnt="4"/>
      <dgm:spPr/>
    </dgm:pt>
    <dgm:pt modelId="{7D91C2C0-A522-45CA-B8ED-EE3496755648}" type="pres">
      <dgm:prSet presAssocID="{31933227-AE3F-4515-B721-BEB1460F70B2}" presName="childShape" presStyleCnt="0"/>
      <dgm:spPr/>
    </dgm:pt>
    <dgm:pt modelId="{56B6E35A-E636-4370-87E5-C381249F48D4}" type="pres">
      <dgm:prSet presAssocID="{45293962-383E-42A3-AAAA-580AEC4BF7F1}" presName="Name13" presStyleLbl="parChTrans1D2" presStyleIdx="7" presStyleCnt="11"/>
      <dgm:spPr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16731"/>
              </a:lnTo>
              <a:lnTo>
                <a:pt x="130181" y="316731"/>
              </a:lnTo>
            </a:path>
          </a:pathLst>
        </a:custGeom>
      </dgm:spPr>
    </dgm:pt>
    <dgm:pt modelId="{A3DD6F16-0DC7-4B2E-B4D5-38E852E4B0E7}" type="pres">
      <dgm:prSet presAssocID="{D3B4C725-7891-4509-ABC3-E44FA1BB0FF0}" presName="childText" presStyleLbl="bgAcc1" presStyleIdx="7" presStyleCnt="11">
        <dgm:presLayoutVars>
          <dgm:bulletEnabled val="1"/>
        </dgm:presLayoutVars>
      </dgm:prSet>
      <dgm:spPr>
        <a:prstGeom prst="roundRect">
          <a:avLst>
            <a:gd name="adj" fmla="val 10000"/>
          </a:avLst>
        </a:prstGeom>
      </dgm:spPr>
    </dgm:pt>
    <dgm:pt modelId="{241AAF7C-6008-4539-8DAA-D868199F4CD6}" type="pres">
      <dgm:prSet presAssocID="{B0D94441-AC84-48A7-AB2E-2566F256EF78}" presName="Name13" presStyleLbl="parChTrans1D2" presStyleIdx="8" presStyleCnt="11"/>
      <dgm:spPr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844616"/>
              </a:lnTo>
              <a:lnTo>
                <a:pt x="130181" y="844616"/>
              </a:lnTo>
            </a:path>
          </a:pathLst>
        </a:custGeom>
      </dgm:spPr>
    </dgm:pt>
    <dgm:pt modelId="{4C487329-2EFF-457E-A2BF-0F758771A588}" type="pres">
      <dgm:prSet presAssocID="{E668C977-42FC-4C8A-8DEF-386C2CE872F0}" presName="childText" presStyleLbl="bgAcc1" presStyleIdx="8" presStyleCnt="11">
        <dgm:presLayoutVars>
          <dgm:bulletEnabled val="1"/>
        </dgm:presLayoutVars>
      </dgm:prSet>
      <dgm:spPr>
        <a:prstGeom prst="roundRect">
          <a:avLst>
            <a:gd name="adj" fmla="val 10000"/>
          </a:avLst>
        </a:prstGeom>
      </dgm:spPr>
    </dgm:pt>
    <dgm:pt modelId="{4614709E-6FE6-4991-8273-C098A0884030}" type="pres">
      <dgm:prSet presAssocID="{A23AE4C5-22FB-4950-A297-6A8D98A701EE}" presName="Name13" presStyleLbl="parChTrans1D2" presStyleIdx="9" presStyleCnt="11"/>
      <dgm:spPr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372501"/>
              </a:lnTo>
              <a:lnTo>
                <a:pt x="130181" y="1372501"/>
              </a:lnTo>
            </a:path>
          </a:pathLst>
        </a:custGeom>
      </dgm:spPr>
    </dgm:pt>
    <dgm:pt modelId="{18A25B1F-A9B1-40D6-A231-D7910ACAA706}" type="pres">
      <dgm:prSet presAssocID="{53ACA0D8-50E7-450D-BFDE-2B8116FDD4C7}" presName="childText" presStyleLbl="bgAcc1" presStyleIdx="9" presStyleCnt="11">
        <dgm:presLayoutVars>
          <dgm:bulletEnabled val="1"/>
        </dgm:presLayoutVars>
      </dgm:prSet>
      <dgm:spPr>
        <a:prstGeom prst="roundRect">
          <a:avLst>
            <a:gd name="adj" fmla="val 10000"/>
          </a:avLst>
        </a:prstGeom>
      </dgm:spPr>
    </dgm:pt>
    <dgm:pt modelId="{F0923E3E-99FC-4159-BAE5-6C8E0136372A}" type="pres">
      <dgm:prSet presAssocID="{ABEBE114-7E89-4A54-829D-29001621F5C4}" presName="Name13" presStyleLbl="parChTrans1D2" presStyleIdx="10" presStyleCnt="11"/>
      <dgm:spPr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00387"/>
              </a:lnTo>
              <a:lnTo>
                <a:pt x="130181" y="1900387"/>
              </a:lnTo>
            </a:path>
          </a:pathLst>
        </a:custGeom>
      </dgm:spPr>
    </dgm:pt>
    <dgm:pt modelId="{626D00A6-B721-4194-811E-BED8001B30B7}" type="pres">
      <dgm:prSet presAssocID="{A79DEDF9-2D1C-425F-A9A2-5D75226E4C70}" presName="childText" presStyleLbl="bgAcc1" presStyleIdx="10" presStyleCnt="11">
        <dgm:presLayoutVars>
          <dgm:bulletEnabled val="1"/>
        </dgm:presLayoutVars>
      </dgm:prSet>
      <dgm:spPr>
        <a:prstGeom prst="roundRect">
          <a:avLst>
            <a:gd name="adj" fmla="val 10000"/>
          </a:avLst>
        </a:prstGeom>
      </dgm:spPr>
    </dgm:pt>
  </dgm:ptLst>
  <dgm:cxnLst>
    <dgm:cxn modelId="{BC11D0BF-A9FF-4003-A434-818E93D1A57C}" type="presOf" srcId="{31933227-AE3F-4515-B721-BEB1460F70B2}" destId="{9F514599-2518-497B-9BE0-016526DA7971}" srcOrd="1" destOrd="0" presId="urn:microsoft.com/office/officeart/2005/8/layout/hierarchy3"/>
    <dgm:cxn modelId="{8E075FCF-CA55-4B9C-B3E7-CE67B041E57F}" srcId="{084DC080-CC7B-4580-99AE-9744DB550DBE}" destId="{BC5BE90B-0CA9-4D25-9960-E25FF28A6035}" srcOrd="0" destOrd="0" parTransId="{41915A60-1E2C-4B8E-B133-02DE0972B187}" sibTransId="{22078916-E521-4A33-8CB3-55687DC3A857}"/>
    <dgm:cxn modelId="{DE7E9859-F6AB-46A6-8082-3257AE44887B}" type="presOf" srcId="{FEDAFA6E-CF15-4423-8EAD-17092E48AF26}" destId="{4B02C2D2-C039-480A-9561-768EE1F6AC42}" srcOrd="0" destOrd="0" presId="urn:microsoft.com/office/officeart/2005/8/layout/hierarchy3"/>
    <dgm:cxn modelId="{5D135802-93B7-4D17-AAD8-B25D9F277526}" type="presOf" srcId="{FEDAFA6E-CF15-4423-8EAD-17092E48AF26}" destId="{152D8376-61D9-4612-A5E6-7D4F637540A4}" srcOrd="1" destOrd="0" presId="urn:microsoft.com/office/officeart/2005/8/layout/hierarchy3"/>
    <dgm:cxn modelId="{D6E5E41E-8BDB-439B-8754-094E7168EAE6}" srcId="{BC5BE90B-0CA9-4D25-9960-E25FF28A6035}" destId="{1FB0683B-4420-409C-A16A-D17534E5C630}" srcOrd="1" destOrd="0" parTransId="{E932C4EA-8518-4905-92D0-2FB3BBF9BD34}" sibTransId="{07C5380E-063A-4A9E-B674-987920DD1337}"/>
    <dgm:cxn modelId="{2F3511F9-58C1-4F71-8472-49154F777A05}" type="presOf" srcId="{953F397B-6164-4E13-BE4D-C4E0B68725E3}" destId="{8E63F2E9-152B-426B-B176-2723AF2B86D0}" srcOrd="0" destOrd="0" presId="urn:microsoft.com/office/officeart/2005/8/layout/hierarchy3"/>
    <dgm:cxn modelId="{E2FB13B9-BFBB-4276-953E-6A8A42D40965}" srcId="{31933227-AE3F-4515-B721-BEB1460F70B2}" destId="{A79DEDF9-2D1C-425F-A9A2-5D75226E4C70}" srcOrd="3" destOrd="0" parTransId="{ABEBE114-7E89-4A54-829D-29001621F5C4}" sibTransId="{F106FB2E-9A62-4EEE-A1F1-4CE29EB9D081}"/>
    <dgm:cxn modelId="{373625BC-E0EE-436D-B2C1-138B96F7669A}" srcId="{084DC080-CC7B-4580-99AE-9744DB550DBE}" destId="{14DE6D50-621C-43BE-AFB8-ABC07633DD0B}" srcOrd="2" destOrd="0" parTransId="{032FC8CD-2272-43C7-8DD5-8655F81479CF}" sibTransId="{05EB6095-E068-4C44-8D77-EADFCBC90BA0}"/>
    <dgm:cxn modelId="{40AD9D7B-E9A0-45FE-8D6A-907A84158F2D}" type="presOf" srcId="{53ACA0D8-50E7-450D-BFDE-2B8116FDD4C7}" destId="{18A25B1F-A9B1-40D6-A231-D7910ACAA706}" srcOrd="0" destOrd="0" presId="urn:microsoft.com/office/officeart/2005/8/layout/hierarchy3"/>
    <dgm:cxn modelId="{EDCB6599-6229-433E-83C7-1F317DC16BA3}" type="presOf" srcId="{ABEBE114-7E89-4A54-829D-29001621F5C4}" destId="{F0923E3E-99FC-4159-BAE5-6C8E0136372A}" srcOrd="0" destOrd="0" presId="urn:microsoft.com/office/officeart/2005/8/layout/hierarchy3"/>
    <dgm:cxn modelId="{61B9745C-B7F0-4CA7-8DF3-B70D05887FF0}" type="presOf" srcId="{FFAA9F18-EF4E-49A6-A555-1F44F99F0A2C}" destId="{89447557-83DD-4C29-879A-0A38D5502729}" srcOrd="0" destOrd="0" presId="urn:microsoft.com/office/officeart/2005/8/layout/hierarchy3"/>
    <dgm:cxn modelId="{464C710D-F602-4BF4-8BA7-C871859D3E48}" type="presOf" srcId="{45293962-383E-42A3-AAAA-580AEC4BF7F1}" destId="{56B6E35A-E636-4370-87E5-C381249F48D4}" srcOrd="0" destOrd="0" presId="urn:microsoft.com/office/officeart/2005/8/layout/hierarchy3"/>
    <dgm:cxn modelId="{0A9B0A59-B66E-4BDC-BF55-A843DABD77A1}" type="presOf" srcId="{EDCD0007-272D-467A-86A4-12D97A5C716D}" destId="{176887FA-8906-44BB-8CB8-6366E5E8939A}" srcOrd="0" destOrd="0" presId="urn:microsoft.com/office/officeart/2005/8/layout/hierarchy3"/>
    <dgm:cxn modelId="{055E5B50-49C6-4DD3-B653-D198901CC05C}" type="presOf" srcId="{E668C977-42FC-4C8A-8DEF-386C2CE872F0}" destId="{4C487329-2EFF-457E-A2BF-0F758771A588}" srcOrd="0" destOrd="0" presId="urn:microsoft.com/office/officeart/2005/8/layout/hierarchy3"/>
    <dgm:cxn modelId="{F80D2092-4782-4419-B9A9-2DA7334C368D}" type="presOf" srcId="{D3B4C725-7891-4509-ABC3-E44FA1BB0FF0}" destId="{A3DD6F16-0DC7-4B2E-B4D5-38E852E4B0E7}" srcOrd="0" destOrd="0" presId="urn:microsoft.com/office/officeart/2005/8/layout/hierarchy3"/>
    <dgm:cxn modelId="{0BE97A44-71D9-41ED-B536-40871B9BBA16}" type="presOf" srcId="{A79DEDF9-2D1C-425F-A9A2-5D75226E4C70}" destId="{626D00A6-B721-4194-811E-BED8001B30B7}" srcOrd="0" destOrd="0" presId="urn:microsoft.com/office/officeart/2005/8/layout/hierarchy3"/>
    <dgm:cxn modelId="{D8A3015B-469F-45B6-B4BB-63AF7C480DA2}" type="presOf" srcId="{22ACF8FB-8307-4806-A444-EA5F79D436C4}" destId="{168201BB-7850-4275-9656-4E1C83568609}" srcOrd="0" destOrd="0" presId="urn:microsoft.com/office/officeart/2005/8/layout/hierarchy3"/>
    <dgm:cxn modelId="{16CC2974-1476-4A7B-8150-14F7BE79701A}" type="presOf" srcId="{BBC166B6-FE95-4AFF-B2A8-222077D8F257}" destId="{A3286ED1-D36B-4909-BD73-84C221A0456A}" srcOrd="0" destOrd="0" presId="urn:microsoft.com/office/officeart/2005/8/layout/hierarchy3"/>
    <dgm:cxn modelId="{552B63B1-8D40-486F-995D-CD0909CCADAE}" srcId="{31933227-AE3F-4515-B721-BEB1460F70B2}" destId="{D3B4C725-7891-4509-ABC3-E44FA1BB0FF0}" srcOrd="0" destOrd="0" parTransId="{45293962-383E-42A3-AAAA-580AEC4BF7F1}" sibTransId="{7322316E-F4DD-4CF9-9CE7-247169586F60}"/>
    <dgm:cxn modelId="{D1FB91A3-1A35-47DA-8719-B06B6FC9A309}" srcId="{31933227-AE3F-4515-B721-BEB1460F70B2}" destId="{E668C977-42FC-4C8A-8DEF-386C2CE872F0}" srcOrd="1" destOrd="0" parTransId="{B0D94441-AC84-48A7-AB2E-2566F256EF78}" sibTransId="{93E308E4-A391-4E19-A264-C21442875E45}"/>
    <dgm:cxn modelId="{B991E0D0-CE3E-4107-AAF3-34A66E5CFBBF}" type="presOf" srcId="{BC5BE90B-0CA9-4D25-9960-E25FF28A6035}" destId="{78A347B7-F558-45BC-BD74-8752263E7936}" srcOrd="1" destOrd="0" presId="urn:microsoft.com/office/officeart/2005/8/layout/hierarchy3"/>
    <dgm:cxn modelId="{D5D30B00-0E8F-423E-8F5C-4F74AEE2BB81}" type="presOf" srcId="{B0D94441-AC84-48A7-AB2E-2566F256EF78}" destId="{241AAF7C-6008-4539-8DAA-D868199F4CD6}" srcOrd="0" destOrd="0" presId="urn:microsoft.com/office/officeart/2005/8/layout/hierarchy3"/>
    <dgm:cxn modelId="{48B94AD2-B2E7-45C9-8070-434A3A7AA014}" srcId="{BC5BE90B-0CA9-4D25-9960-E25FF28A6035}" destId="{953F397B-6164-4E13-BE4D-C4E0B68725E3}" srcOrd="0" destOrd="0" parTransId="{9A51E8C1-F66B-431C-B1D9-0A57F947C755}" sibTransId="{508581E6-2978-464A-A844-8D82F4745B4B}"/>
    <dgm:cxn modelId="{2FA1D163-5421-4D7A-BB17-328C5E524ACC}" type="presOf" srcId="{1FB0683B-4420-409C-A16A-D17534E5C630}" destId="{C28441D0-9310-4928-9ACE-8759C4972D38}" srcOrd="0" destOrd="0" presId="urn:microsoft.com/office/officeart/2005/8/layout/hierarchy3"/>
    <dgm:cxn modelId="{365EC08A-28B5-4C52-81EB-A621A0BC638B}" srcId="{14DE6D50-621C-43BE-AFB8-ABC07633DD0B}" destId="{488DC78F-0E41-4BDF-A53C-3423F1C25640}" srcOrd="0" destOrd="0" parTransId="{0931D7D0-8A3A-4551-86F8-360B7214F3BC}" sibTransId="{E15A99A3-D24A-4A37-9C54-01E6612FB36A}"/>
    <dgm:cxn modelId="{9B94A3CD-1E67-49F2-B585-3F2C025B2003}" srcId="{31933227-AE3F-4515-B721-BEB1460F70B2}" destId="{53ACA0D8-50E7-450D-BFDE-2B8116FDD4C7}" srcOrd="2" destOrd="0" parTransId="{A23AE4C5-22FB-4950-A297-6A8D98A701EE}" sibTransId="{72B15893-AF2A-4882-8A74-C9CE301A86EA}"/>
    <dgm:cxn modelId="{F77BA606-B655-482B-B600-FF134278165A}" type="presOf" srcId="{14DE6D50-621C-43BE-AFB8-ABC07633DD0B}" destId="{EB094134-70CC-4B19-99EB-AD39C829DF03}" srcOrd="0" destOrd="0" presId="urn:microsoft.com/office/officeart/2005/8/layout/hierarchy3"/>
    <dgm:cxn modelId="{C515A3FF-78CA-4DD2-A804-F4D124022AE7}" type="presOf" srcId="{14DE6D50-621C-43BE-AFB8-ABC07633DD0B}" destId="{FBA8A585-FD91-4A77-8B78-2247319F1163}" srcOrd="1" destOrd="0" presId="urn:microsoft.com/office/officeart/2005/8/layout/hierarchy3"/>
    <dgm:cxn modelId="{A5F5DC24-AE4D-444B-897B-1ED19219E72B}" type="presOf" srcId="{31933227-AE3F-4515-B721-BEB1460F70B2}" destId="{476CDD6D-D53E-4EB6-9D4F-2CDE7577AA30}" srcOrd="0" destOrd="0" presId="urn:microsoft.com/office/officeart/2005/8/layout/hierarchy3"/>
    <dgm:cxn modelId="{C3B18013-ED7C-469D-97BA-AD85C8E3985F}" srcId="{FEDAFA6E-CF15-4423-8EAD-17092E48AF26}" destId="{EDCD0007-272D-467A-86A4-12D97A5C716D}" srcOrd="0" destOrd="0" parTransId="{BBC166B6-FE95-4AFF-B2A8-222077D8F257}" sibTransId="{283BD3E5-6034-40AA-B80C-14BE2A571B26}"/>
    <dgm:cxn modelId="{77C0C2F0-62E3-4836-AAFD-5D54ED2A0D72}" type="presOf" srcId="{4FB77B7A-87BF-4C4B-9990-C35979731A5B}" destId="{F85FA24B-E46A-4FAF-80C4-49D06521F091}" srcOrd="0" destOrd="0" presId="urn:microsoft.com/office/officeart/2005/8/layout/hierarchy3"/>
    <dgm:cxn modelId="{F3F6D111-20E6-46FB-9416-EB60D02EBF7E}" srcId="{084DC080-CC7B-4580-99AE-9744DB550DBE}" destId="{FEDAFA6E-CF15-4423-8EAD-17092E48AF26}" srcOrd="1" destOrd="0" parTransId="{9D8FDB68-8420-4C1E-975A-C6854B447784}" sibTransId="{5E88811B-5319-481A-9FA6-98B5A871E158}"/>
    <dgm:cxn modelId="{00FA78E1-433F-4C90-ABC3-1998F3C3FB6E}" type="presOf" srcId="{BC5BE90B-0CA9-4D25-9960-E25FF28A6035}" destId="{9C5B467D-DF2A-48AA-A746-E8A7E2ED69A3}" srcOrd="0" destOrd="0" presId="urn:microsoft.com/office/officeart/2005/8/layout/hierarchy3"/>
    <dgm:cxn modelId="{47868AEF-ED82-4583-AD0E-1B8190F876E0}" type="presOf" srcId="{E932C4EA-8518-4905-92D0-2FB3BBF9BD34}" destId="{667E8A48-B9E6-4ADA-914E-168F8DF29DD3}" srcOrd="0" destOrd="0" presId="urn:microsoft.com/office/officeart/2005/8/layout/hierarchy3"/>
    <dgm:cxn modelId="{10A5AA83-E666-4AFE-996E-5DB76925CED4}" type="presOf" srcId="{9A51E8C1-F66B-431C-B1D9-0A57F947C755}" destId="{6CE2C187-5D93-4E99-8913-3E684DEAB014}" srcOrd="0" destOrd="0" presId="urn:microsoft.com/office/officeart/2005/8/layout/hierarchy3"/>
    <dgm:cxn modelId="{BD38BF59-5B5B-464A-9CF6-9EBB1BE917F7}" type="presOf" srcId="{89442F55-04EA-49F5-ADE9-CD7EA88D31BF}" destId="{716270D6-026A-40E4-A89E-B165ADE49C26}" srcOrd="0" destOrd="0" presId="urn:microsoft.com/office/officeart/2005/8/layout/hierarchy3"/>
    <dgm:cxn modelId="{80B534C1-4090-4D8E-B3C5-D58CC510ED41}" type="presOf" srcId="{488DC78F-0E41-4BDF-A53C-3423F1C25640}" destId="{8E2592D7-0D6E-4B6C-8A3F-84174A1E091D}" srcOrd="0" destOrd="0" presId="urn:microsoft.com/office/officeart/2005/8/layout/hierarchy3"/>
    <dgm:cxn modelId="{E37D9A1E-9E7A-4C3B-B691-77801CF14EFB}" type="presOf" srcId="{7C2EC025-0957-44B0-8803-175EAC3453A4}" destId="{E4F58FE4-87AB-4D31-899D-5D0D4DC403EE}" srcOrd="0" destOrd="0" presId="urn:microsoft.com/office/officeart/2005/8/layout/hierarchy3"/>
    <dgm:cxn modelId="{D4361795-23DD-48C6-BD66-DBC1CD4585C5}" srcId="{084DC080-CC7B-4580-99AE-9744DB550DBE}" destId="{31933227-AE3F-4515-B721-BEB1460F70B2}" srcOrd="3" destOrd="0" parTransId="{AA929BE4-F9B6-4B0E-BBE3-B96E3AE0D3D7}" sibTransId="{6ADF3C0D-9804-48FB-9F1E-EADEBEC939FE}"/>
    <dgm:cxn modelId="{C8030941-D91D-46F5-8FFB-24416226B370}" type="presOf" srcId="{0931D7D0-8A3A-4551-86F8-360B7214F3BC}" destId="{0FE6E63F-13CB-496F-8828-8DA926AD9878}" srcOrd="0" destOrd="0" presId="urn:microsoft.com/office/officeart/2005/8/layout/hierarchy3"/>
    <dgm:cxn modelId="{16F3E0C2-619F-44A3-B1FC-A4588A788D57}" srcId="{BC5BE90B-0CA9-4D25-9960-E25FF28A6035}" destId="{7C2EC025-0957-44B0-8803-175EAC3453A4}" srcOrd="2" destOrd="0" parTransId="{25111445-6112-4BC5-9FEE-C8E2FCCD21A8}" sibTransId="{102054C8-EAFE-4EFB-B8AA-D4BA888E5706}"/>
    <dgm:cxn modelId="{8805A47C-9BE6-414E-9532-759E99AB13FB}" srcId="{FEDAFA6E-CF15-4423-8EAD-17092E48AF26}" destId="{89442F55-04EA-49F5-ADE9-CD7EA88D31BF}" srcOrd="1" destOrd="0" parTransId="{FFAA9F18-EF4E-49A6-A555-1F44F99F0A2C}" sibTransId="{A3103C07-1235-4A13-81F7-AC7E6A6C28CA}"/>
    <dgm:cxn modelId="{CB327299-21B4-4F61-B838-46100276BF51}" type="presOf" srcId="{A23AE4C5-22FB-4950-A297-6A8D98A701EE}" destId="{4614709E-6FE6-4991-8273-C098A0884030}" srcOrd="0" destOrd="0" presId="urn:microsoft.com/office/officeart/2005/8/layout/hierarchy3"/>
    <dgm:cxn modelId="{BBE60DEA-34EF-4E3F-98E1-82143357038D}" type="presOf" srcId="{25111445-6112-4BC5-9FEE-C8E2FCCD21A8}" destId="{BEF58A6C-9F50-40A3-BCC9-554D1FACCD8F}" srcOrd="0" destOrd="0" presId="urn:microsoft.com/office/officeart/2005/8/layout/hierarchy3"/>
    <dgm:cxn modelId="{4D9094EE-5F44-4CFB-A411-ED5B7AA2ADE1}" type="presOf" srcId="{084DC080-CC7B-4580-99AE-9744DB550DBE}" destId="{3C559731-5FD2-40E6-B7A3-7FDCC62A5CF5}" srcOrd="0" destOrd="0" presId="urn:microsoft.com/office/officeart/2005/8/layout/hierarchy3"/>
    <dgm:cxn modelId="{0FA250B4-7369-444A-8A88-CA7770DA1084}" srcId="{14DE6D50-621C-43BE-AFB8-ABC07633DD0B}" destId="{4FB77B7A-87BF-4C4B-9990-C35979731A5B}" srcOrd="1" destOrd="0" parTransId="{22ACF8FB-8307-4806-A444-EA5F79D436C4}" sibTransId="{70D69143-5C49-48FF-B491-3D4D05CBAD31}"/>
    <dgm:cxn modelId="{BF3ACD8D-F8C6-491A-9B9B-B0A7832996B9}" type="presParOf" srcId="{3C559731-5FD2-40E6-B7A3-7FDCC62A5CF5}" destId="{38B883ED-D99E-45D5-A2A9-D6C3593E2273}" srcOrd="0" destOrd="0" presId="urn:microsoft.com/office/officeart/2005/8/layout/hierarchy3"/>
    <dgm:cxn modelId="{42A09BB9-F6C2-4811-A80A-76F83F74DFBB}" type="presParOf" srcId="{38B883ED-D99E-45D5-A2A9-D6C3593E2273}" destId="{F2204673-F8B8-4EB8-AFB9-AF8F91494A94}" srcOrd="0" destOrd="0" presId="urn:microsoft.com/office/officeart/2005/8/layout/hierarchy3"/>
    <dgm:cxn modelId="{4ECA3BAF-A33A-4FDC-A638-7E6739391958}" type="presParOf" srcId="{F2204673-F8B8-4EB8-AFB9-AF8F91494A94}" destId="{9C5B467D-DF2A-48AA-A746-E8A7E2ED69A3}" srcOrd="0" destOrd="0" presId="urn:microsoft.com/office/officeart/2005/8/layout/hierarchy3"/>
    <dgm:cxn modelId="{87C54AE8-6EAD-4514-93CE-8497BD198250}" type="presParOf" srcId="{F2204673-F8B8-4EB8-AFB9-AF8F91494A94}" destId="{78A347B7-F558-45BC-BD74-8752263E7936}" srcOrd="1" destOrd="0" presId="urn:microsoft.com/office/officeart/2005/8/layout/hierarchy3"/>
    <dgm:cxn modelId="{256A4BEA-898D-4C47-8B7D-5BDB2AF95873}" type="presParOf" srcId="{38B883ED-D99E-45D5-A2A9-D6C3593E2273}" destId="{DACE4376-3C32-4739-8DAD-F90A82957168}" srcOrd="1" destOrd="0" presId="urn:microsoft.com/office/officeart/2005/8/layout/hierarchy3"/>
    <dgm:cxn modelId="{87EB8303-D419-4674-BA10-6E9E213CF2C3}" type="presParOf" srcId="{DACE4376-3C32-4739-8DAD-F90A82957168}" destId="{6CE2C187-5D93-4E99-8913-3E684DEAB014}" srcOrd="0" destOrd="0" presId="urn:microsoft.com/office/officeart/2005/8/layout/hierarchy3"/>
    <dgm:cxn modelId="{B841A58B-3CA0-45BF-9175-FC8C42A65794}" type="presParOf" srcId="{DACE4376-3C32-4739-8DAD-F90A82957168}" destId="{8E63F2E9-152B-426B-B176-2723AF2B86D0}" srcOrd="1" destOrd="0" presId="urn:microsoft.com/office/officeart/2005/8/layout/hierarchy3"/>
    <dgm:cxn modelId="{D56DD205-9BD0-4D81-B2AB-0CCD4641198C}" type="presParOf" srcId="{DACE4376-3C32-4739-8DAD-F90A82957168}" destId="{667E8A48-B9E6-4ADA-914E-168F8DF29DD3}" srcOrd="2" destOrd="0" presId="urn:microsoft.com/office/officeart/2005/8/layout/hierarchy3"/>
    <dgm:cxn modelId="{5702434E-979C-4408-8299-A9C378665425}" type="presParOf" srcId="{DACE4376-3C32-4739-8DAD-F90A82957168}" destId="{C28441D0-9310-4928-9ACE-8759C4972D38}" srcOrd="3" destOrd="0" presId="urn:microsoft.com/office/officeart/2005/8/layout/hierarchy3"/>
    <dgm:cxn modelId="{ACA36628-FF6B-47A3-B824-D1ED832DA761}" type="presParOf" srcId="{DACE4376-3C32-4739-8DAD-F90A82957168}" destId="{BEF58A6C-9F50-40A3-BCC9-554D1FACCD8F}" srcOrd="4" destOrd="0" presId="urn:microsoft.com/office/officeart/2005/8/layout/hierarchy3"/>
    <dgm:cxn modelId="{9B7BAE2D-E579-4389-B865-0E15C8206AEE}" type="presParOf" srcId="{DACE4376-3C32-4739-8DAD-F90A82957168}" destId="{E4F58FE4-87AB-4D31-899D-5D0D4DC403EE}" srcOrd="5" destOrd="0" presId="urn:microsoft.com/office/officeart/2005/8/layout/hierarchy3"/>
    <dgm:cxn modelId="{D1D8159D-9343-43FA-89C3-9795CE3E87DC}" type="presParOf" srcId="{3C559731-5FD2-40E6-B7A3-7FDCC62A5CF5}" destId="{E8F9C084-1CFE-47A5-B2A6-4BDBF4B35CDE}" srcOrd="1" destOrd="0" presId="urn:microsoft.com/office/officeart/2005/8/layout/hierarchy3"/>
    <dgm:cxn modelId="{80F9B268-C79E-4CF2-B6F6-FE6A0DD22A8C}" type="presParOf" srcId="{E8F9C084-1CFE-47A5-B2A6-4BDBF4B35CDE}" destId="{D9C770ED-0669-4158-9C12-24B6B5BB8B1F}" srcOrd="0" destOrd="0" presId="urn:microsoft.com/office/officeart/2005/8/layout/hierarchy3"/>
    <dgm:cxn modelId="{6F7CB46F-09BF-4C03-8502-480B25F76522}" type="presParOf" srcId="{D9C770ED-0669-4158-9C12-24B6B5BB8B1F}" destId="{4B02C2D2-C039-480A-9561-768EE1F6AC42}" srcOrd="0" destOrd="0" presId="urn:microsoft.com/office/officeart/2005/8/layout/hierarchy3"/>
    <dgm:cxn modelId="{C6F93A40-663E-4965-B7F5-2DA79F6FA2B6}" type="presParOf" srcId="{D9C770ED-0669-4158-9C12-24B6B5BB8B1F}" destId="{152D8376-61D9-4612-A5E6-7D4F637540A4}" srcOrd="1" destOrd="0" presId="urn:microsoft.com/office/officeart/2005/8/layout/hierarchy3"/>
    <dgm:cxn modelId="{05F5F731-437D-407E-B6EA-8D8055808621}" type="presParOf" srcId="{E8F9C084-1CFE-47A5-B2A6-4BDBF4B35CDE}" destId="{788BA274-1D04-4DFA-94D1-E4C3E3C8FEEC}" srcOrd="1" destOrd="0" presId="urn:microsoft.com/office/officeart/2005/8/layout/hierarchy3"/>
    <dgm:cxn modelId="{5658BEA3-5B60-4FAB-A5EF-CD7711EA9E6B}" type="presParOf" srcId="{788BA274-1D04-4DFA-94D1-E4C3E3C8FEEC}" destId="{A3286ED1-D36B-4909-BD73-84C221A0456A}" srcOrd="0" destOrd="0" presId="urn:microsoft.com/office/officeart/2005/8/layout/hierarchy3"/>
    <dgm:cxn modelId="{62973E37-37E7-472F-951B-7863C768CA14}" type="presParOf" srcId="{788BA274-1D04-4DFA-94D1-E4C3E3C8FEEC}" destId="{176887FA-8906-44BB-8CB8-6366E5E8939A}" srcOrd="1" destOrd="0" presId="urn:microsoft.com/office/officeart/2005/8/layout/hierarchy3"/>
    <dgm:cxn modelId="{A893EFB1-AEF8-4404-B0B6-95201B37D549}" type="presParOf" srcId="{788BA274-1D04-4DFA-94D1-E4C3E3C8FEEC}" destId="{89447557-83DD-4C29-879A-0A38D5502729}" srcOrd="2" destOrd="0" presId="urn:microsoft.com/office/officeart/2005/8/layout/hierarchy3"/>
    <dgm:cxn modelId="{725FC928-F86F-4B6F-838A-1B0E4C73E732}" type="presParOf" srcId="{788BA274-1D04-4DFA-94D1-E4C3E3C8FEEC}" destId="{716270D6-026A-40E4-A89E-B165ADE49C26}" srcOrd="3" destOrd="0" presId="urn:microsoft.com/office/officeart/2005/8/layout/hierarchy3"/>
    <dgm:cxn modelId="{CDB230DE-1BB6-42CA-9130-3E0D697DFDC7}" type="presParOf" srcId="{3C559731-5FD2-40E6-B7A3-7FDCC62A5CF5}" destId="{A83066CC-1D67-4B1C-BFF6-617EEBB1ED02}" srcOrd="2" destOrd="0" presId="urn:microsoft.com/office/officeart/2005/8/layout/hierarchy3"/>
    <dgm:cxn modelId="{A441EF4D-96CB-4576-ADDE-59D3182745D8}" type="presParOf" srcId="{A83066CC-1D67-4B1C-BFF6-617EEBB1ED02}" destId="{4139D668-EC73-41EF-A129-70B93B310F8E}" srcOrd="0" destOrd="0" presId="urn:microsoft.com/office/officeart/2005/8/layout/hierarchy3"/>
    <dgm:cxn modelId="{0693D6BF-D5DE-4482-838D-00C3EF13535A}" type="presParOf" srcId="{4139D668-EC73-41EF-A129-70B93B310F8E}" destId="{EB094134-70CC-4B19-99EB-AD39C829DF03}" srcOrd="0" destOrd="0" presId="urn:microsoft.com/office/officeart/2005/8/layout/hierarchy3"/>
    <dgm:cxn modelId="{8BE091B4-2108-4BA0-828A-D5FAA36E5AC8}" type="presParOf" srcId="{4139D668-EC73-41EF-A129-70B93B310F8E}" destId="{FBA8A585-FD91-4A77-8B78-2247319F1163}" srcOrd="1" destOrd="0" presId="urn:microsoft.com/office/officeart/2005/8/layout/hierarchy3"/>
    <dgm:cxn modelId="{EB027013-E15A-4720-A669-013C9B913921}" type="presParOf" srcId="{A83066CC-1D67-4B1C-BFF6-617EEBB1ED02}" destId="{04FC04D4-D182-420F-B271-025813D6EA57}" srcOrd="1" destOrd="0" presId="urn:microsoft.com/office/officeart/2005/8/layout/hierarchy3"/>
    <dgm:cxn modelId="{EB5007F3-0741-4E57-8B90-FED9A50FCF89}" type="presParOf" srcId="{04FC04D4-D182-420F-B271-025813D6EA57}" destId="{0FE6E63F-13CB-496F-8828-8DA926AD9878}" srcOrd="0" destOrd="0" presId="urn:microsoft.com/office/officeart/2005/8/layout/hierarchy3"/>
    <dgm:cxn modelId="{7FE2AF58-D5E0-465A-8FBA-0553AF5124F9}" type="presParOf" srcId="{04FC04D4-D182-420F-B271-025813D6EA57}" destId="{8E2592D7-0D6E-4B6C-8A3F-84174A1E091D}" srcOrd="1" destOrd="0" presId="urn:microsoft.com/office/officeart/2005/8/layout/hierarchy3"/>
    <dgm:cxn modelId="{FCA6A4C8-51BA-4768-B79D-453AC26FCC8D}" type="presParOf" srcId="{04FC04D4-D182-420F-B271-025813D6EA57}" destId="{168201BB-7850-4275-9656-4E1C83568609}" srcOrd="2" destOrd="0" presId="urn:microsoft.com/office/officeart/2005/8/layout/hierarchy3"/>
    <dgm:cxn modelId="{9C89E75E-485C-4C9E-92B8-392D6F23A970}" type="presParOf" srcId="{04FC04D4-D182-420F-B271-025813D6EA57}" destId="{F85FA24B-E46A-4FAF-80C4-49D06521F091}" srcOrd="3" destOrd="0" presId="urn:microsoft.com/office/officeart/2005/8/layout/hierarchy3"/>
    <dgm:cxn modelId="{3783CBB9-526D-4928-80CA-E9B73A35E681}" type="presParOf" srcId="{3C559731-5FD2-40E6-B7A3-7FDCC62A5CF5}" destId="{56994F09-39A8-45DB-A6C7-4732B1FF9CE4}" srcOrd="3" destOrd="0" presId="urn:microsoft.com/office/officeart/2005/8/layout/hierarchy3"/>
    <dgm:cxn modelId="{0473EE7D-678D-49B6-BF45-CC5677FD3C1F}" type="presParOf" srcId="{56994F09-39A8-45DB-A6C7-4732B1FF9CE4}" destId="{EBF83BE2-79EE-4284-B06F-D19661B92B5F}" srcOrd="0" destOrd="0" presId="urn:microsoft.com/office/officeart/2005/8/layout/hierarchy3"/>
    <dgm:cxn modelId="{9CE9A4F5-55EB-4F05-A96A-BEB7246CADCA}" type="presParOf" srcId="{EBF83BE2-79EE-4284-B06F-D19661B92B5F}" destId="{476CDD6D-D53E-4EB6-9D4F-2CDE7577AA30}" srcOrd="0" destOrd="0" presId="urn:microsoft.com/office/officeart/2005/8/layout/hierarchy3"/>
    <dgm:cxn modelId="{A9C172C8-F43D-435E-A8FB-6969F1B5B467}" type="presParOf" srcId="{EBF83BE2-79EE-4284-B06F-D19661B92B5F}" destId="{9F514599-2518-497B-9BE0-016526DA7971}" srcOrd="1" destOrd="0" presId="urn:microsoft.com/office/officeart/2005/8/layout/hierarchy3"/>
    <dgm:cxn modelId="{80145E4A-BCC0-43F8-BCD1-B30A348BB92E}" type="presParOf" srcId="{56994F09-39A8-45DB-A6C7-4732B1FF9CE4}" destId="{7D91C2C0-A522-45CA-B8ED-EE3496755648}" srcOrd="1" destOrd="0" presId="urn:microsoft.com/office/officeart/2005/8/layout/hierarchy3"/>
    <dgm:cxn modelId="{C4751B57-9464-4839-9C6C-ED0D52E50C09}" type="presParOf" srcId="{7D91C2C0-A522-45CA-B8ED-EE3496755648}" destId="{56B6E35A-E636-4370-87E5-C381249F48D4}" srcOrd="0" destOrd="0" presId="urn:microsoft.com/office/officeart/2005/8/layout/hierarchy3"/>
    <dgm:cxn modelId="{D94F8A60-1980-48AC-946C-2B5C18A7729B}" type="presParOf" srcId="{7D91C2C0-A522-45CA-B8ED-EE3496755648}" destId="{A3DD6F16-0DC7-4B2E-B4D5-38E852E4B0E7}" srcOrd="1" destOrd="0" presId="urn:microsoft.com/office/officeart/2005/8/layout/hierarchy3"/>
    <dgm:cxn modelId="{8BAD3424-28C9-4865-B841-86619FE1B045}" type="presParOf" srcId="{7D91C2C0-A522-45CA-B8ED-EE3496755648}" destId="{241AAF7C-6008-4539-8DAA-D868199F4CD6}" srcOrd="2" destOrd="0" presId="urn:microsoft.com/office/officeart/2005/8/layout/hierarchy3"/>
    <dgm:cxn modelId="{14F392EA-97AF-431D-81AA-838EA69DC32D}" type="presParOf" srcId="{7D91C2C0-A522-45CA-B8ED-EE3496755648}" destId="{4C487329-2EFF-457E-A2BF-0F758771A588}" srcOrd="3" destOrd="0" presId="urn:microsoft.com/office/officeart/2005/8/layout/hierarchy3"/>
    <dgm:cxn modelId="{02486902-E19B-438D-9C46-AA5DDF92D9BA}" type="presParOf" srcId="{7D91C2C0-A522-45CA-B8ED-EE3496755648}" destId="{4614709E-6FE6-4991-8273-C098A0884030}" srcOrd="4" destOrd="0" presId="urn:microsoft.com/office/officeart/2005/8/layout/hierarchy3"/>
    <dgm:cxn modelId="{C216C8D5-9FC4-4115-AEFA-DFC26FDF5328}" type="presParOf" srcId="{7D91C2C0-A522-45CA-B8ED-EE3496755648}" destId="{18A25B1F-A9B1-40D6-A231-D7910ACAA706}" srcOrd="5" destOrd="0" presId="urn:microsoft.com/office/officeart/2005/8/layout/hierarchy3"/>
    <dgm:cxn modelId="{4ECC23F7-8F47-4A50-8C4E-C40571A595EF}" type="presParOf" srcId="{7D91C2C0-A522-45CA-B8ED-EE3496755648}" destId="{F0923E3E-99FC-4159-BAE5-6C8E0136372A}" srcOrd="6" destOrd="0" presId="urn:microsoft.com/office/officeart/2005/8/layout/hierarchy3"/>
    <dgm:cxn modelId="{00B7BCF0-988E-4D40-BD4A-0210B5CAFC31}" type="presParOf" srcId="{7D91C2C0-A522-45CA-B8ED-EE3496755648}" destId="{626D00A6-B721-4194-811E-BED8001B30B7}" srcOrd="7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5B467D-DF2A-48AA-A746-E8A7E2ED69A3}">
      <dsp:nvSpPr>
        <dsp:cNvPr id="0" name=""/>
        <dsp:cNvSpPr/>
      </dsp:nvSpPr>
      <dsp:spPr>
        <a:xfrm>
          <a:off x="904054" y="650"/>
          <a:ext cx="829169" cy="4145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4000"/>
                <a:alpha val="100000"/>
                <a:satMod val="105000"/>
                <a:lumMod val="11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Calibri"/>
              <a:ea typeface="+mn-ea"/>
              <a:cs typeface="+mn-cs"/>
            </a:rPr>
            <a:t>Problem</a:t>
          </a:r>
          <a:endParaRPr lang="en-US" sz="1200" kern="1200" dirty="0">
            <a:latin typeface="Calibri"/>
            <a:ea typeface="+mn-ea"/>
            <a:cs typeface="+mn-cs"/>
          </a:endParaRPr>
        </a:p>
      </dsp:txBody>
      <dsp:txXfrm>
        <a:off x="916197" y="12793"/>
        <a:ext cx="804883" cy="390298"/>
      </dsp:txXfrm>
    </dsp:sp>
    <dsp:sp modelId="{6CE2C187-5D93-4E99-8913-3E684DEAB014}">
      <dsp:nvSpPr>
        <dsp:cNvPr id="0" name=""/>
        <dsp:cNvSpPr/>
      </dsp:nvSpPr>
      <dsp:spPr>
        <a:xfrm>
          <a:off x="941251" y="415235"/>
          <a:ext cx="91440" cy="3109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16731"/>
              </a:lnTo>
              <a:lnTo>
                <a:pt x="130181" y="316731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63F2E9-152B-426B-B176-2723AF2B86D0}">
      <dsp:nvSpPr>
        <dsp:cNvPr id="0" name=""/>
        <dsp:cNvSpPr/>
      </dsp:nvSpPr>
      <dsp:spPr>
        <a:xfrm>
          <a:off x="1069888" y="518881"/>
          <a:ext cx="663335" cy="4145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>
              <a:latin typeface="Calibri"/>
              <a:ea typeface="+mn-ea"/>
              <a:cs typeface="+mn-cs"/>
            </a:rPr>
            <a:t>What is a problem?</a:t>
          </a:r>
          <a:endParaRPr lang="en-US" sz="800" kern="1200" dirty="0">
            <a:latin typeface="Calibri"/>
            <a:ea typeface="+mn-ea"/>
            <a:cs typeface="+mn-cs"/>
          </a:endParaRPr>
        </a:p>
      </dsp:txBody>
      <dsp:txXfrm>
        <a:off x="1082031" y="531024"/>
        <a:ext cx="639049" cy="390298"/>
      </dsp:txXfrm>
    </dsp:sp>
    <dsp:sp modelId="{667E8A48-B9E6-4ADA-914E-168F8DF29DD3}">
      <dsp:nvSpPr>
        <dsp:cNvPr id="0" name=""/>
        <dsp:cNvSpPr/>
      </dsp:nvSpPr>
      <dsp:spPr>
        <a:xfrm>
          <a:off x="941251" y="415235"/>
          <a:ext cx="91440" cy="82916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844616"/>
              </a:lnTo>
              <a:lnTo>
                <a:pt x="130181" y="844616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8441D0-9310-4928-9ACE-8759C4972D38}">
      <dsp:nvSpPr>
        <dsp:cNvPr id="0" name=""/>
        <dsp:cNvSpPr/>
      </dsp:nvSpPr>
      <dsp:spPr>
        <a:xfrm>
          <a:off x="1069888" y="1037112"/>
          <a:ext cx="663335" cy="4145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>
              <a:latin typeface="Calibri"/>
              <a:ea typeface="+mn-ea"/>
              <a:cs typeface="+mn-cs"/>
            </a:rPr>
            <a:t>What is problem solving?</a:t>
          </a:r>
          <a:endParaRPr lang="en-US" sz="800" kern="1200" dirty="0">
            <a:latin typeface="Calibri"/>
            <a:ea typeface="+mn-ea"/>
            <a:cs typeface="+mn-cs"/>
          </a:endParaRPr>
        </a:p>
      </dsp:txBody>
      <dsp:txXfrm>
        <a:off x="1082031" y="1049255"/>
        <a:ext cx="639049" cy="390298"/>
      </dsp:txXfrm>
    </dsp:sp>
    <dsp:sp modelId="{BEF58A6C-9F50-40A3-BCC9-554D1FACCD8F}">
      <dsp:nvSpPr>
        <dsp:cNvPr id="0" name=""/>
        <dsp:cNvSpPr/>
      </dsp:nvSpPr>
      <dsp:spPr>
        <a:xfrm>
          <a:off x="941251" y="415235"/>
          <a:ext cx="91440" cy="13474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347400"/>
              </a:lnTo>
              <a:lnTo>
                <a:pt x="128636" y="1347400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F58FE4-87AB-4D31-899D-5D0D4DC403EE}">
      <dsp:nvSpPr>
        <dsp:cNvPr id="0" name=""/>
        <dsp:cNvSpPr/>
      </dsp:nvSpPr>
      <dsp:spPr>
        <a:xfrm>
          <a:off x="1069888" y="1555343"/>
          <a:ext cx="663335" cy="4145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How do you analyze a  problem?</a:t>
          </a:r>
        </a:p>
      </dsp:txBody>
      <dsp:txXfrm>
        <a:off x="1082031" y="1567486"/>
        <a:ext cx="639049" cy="390298"/>
      </dsp:txXfrm>
    </dsp:sp>
    <dsp:sp modelId="{4B02C2D2-C039-480A-9561-768EE1F6AC42}">
      <dsp:nvSpPr>
        <dsp:cNvPr id="0" name=""/>
        <dsp:cNvSpPr/>
      </dsp:nvSpPr>
      <dsp:spPr>
        <a:xfrm>
          <a:off x="1940516" y="650"/>
          <a:ext cx="829169" cy="4145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4000"/>
                <a:alpha val="100000"/>
                <a:satMod val="105000"/>
                <a:lumMod val="11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Calibri"/>
              <a:ea typeface="+mn-ea"/>
              <a:cs typeface="+mn-cs"/>
            </a:rPr>
            <a:t>Role of questions</a:t>
          </a:r>
        </a:p>
      </dsp:txBody>
      <dsp:txXfrm>
        <a:off x="1952659" y="12793"/>
        <a:ext cx="804883" cy="390298"/>
      </dsp:txXfrm>
    </dsp:sp>
    <dsp:sp modelId="{A3286ED1-D36B-4909-BD73-84C221A0456A}">
      <dsp:nvSpPr>
        <dsp:cNvPr id="0" name=""/>
        <dsp:cNvSpPr/>
      </dsp:nvSpPr>
      <dsp:spPr>
        <a:xfrm>
          <a:off x="1977713" y="415235"/>
          <a:ext cx="91440" cy="3109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16731"/>
              </a:lnTo>
              <a:lnTo>
                <a:pt x="130181" y="316731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6887FA-8906-44BB-8CB8-6366E5E8939A}">
      <dsp:nvSpPr>
        <dsp:cNvPr id="0" name=""/>
        <dsp:cNvSpPr/>
      </dsp:nvSpPr>
      <dsp:spPr>
        <a:xfrm>
          <a:off x="2106350" y="518881"/>
          <a:ext cx="663335" cy="4145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>
              <a:latin typeface="Calibri"/>
              <a:ea typeface="+mn-ea"/>
              <a:cs typeface="+mn-cs"/>
            </a:rPr>
            <a:t>Why do we ask questions?</a:t>
          </a:r>
          <a:endParaRPr lang="en-US" sz="800" kern="1200" dirty="0">
            <a:latin typeface="Calibri"/>
            <a:ea typeface="+mn-ea"/>
            <a:cs typeface="+mn-cs"/>
          </a:endParaRPr>
        </a:p>
      </dsp:txBody>
      <dsp:txXfrm>
        <a:off x="2118493" y="531024"/>
        <a:ext cx="639049" cy="390298"/>
      </dsp:txXfrm>
    </dsp:sp>
    <dsp:sp modelId="{89447557-83DD-4C29-879A-0A38D5502729}">
      <dsp:nvSpPr>
        <dsp:cNvPr id="0" name=""/>
        <dsp:cNvSpPr/>
      </dsp:nvSpPr>
      <dsp:spPr>
        <a:xfrm>
          <a:off x="1977713" y="415235"/>
          <a:ext cx="91440" cy="82916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844616"/>
              </a:lnTo>
              <a:lnTo>
                <a:pt x="130181" y="844616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6270D6-026A-40E4-A89E-B165ADE49C26}">
      <dsp:nvSpPr>
        <dsp:cNvPr id="0" name=""/>
        <dsp:cNvSpPr/>
      </dsp:nvSpPr>
      <dsp:spPr>
        <a:xfrm>
          <a:off x="2106350" y="1037112"/>
          <a:ext cx="663335" cy="4145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>
              <a:latin typeface="Calibri"/>
              <a:ea typeface="+mn-ea"/>
              <a:cs typeface="+mn-cs"/>
            </a:rPr>
            <a:t>Types of questions</a:t>
          </a:r>
          <a:endParaRPr lang="en-US" sz="800" kern="1200" dirty="0">
            <a:latin typeface="Calibri"/>
            <a:ea typeface="+mn-ea"/>
            <a:cs typeface="+mn-cs"/>
          </a:endParaRPr>
        </a:p>
      </dsp:txBody>
      <dsp:txXfrm>
        <a:off x="2118493" y="1049255"/>
        <a:ext cx="639049" cy="390298"/>
      </dsp:txXfrm>
    </dsp:sp>
    <dsp:sp modelId="{EB094134-70CC-4B19-99EB-AD39C829DF03}">
      <dsp:nvSpPr>
        <dsp:cNvPr id="0" name=""/>
        <dsp:cNvSpPr/>
      </dsp:nvSpPr>
      <dsp:spPr>
        <a:xfrm>
          <a:off x="2976979" y="650"/>
          <a:ext cx="829169" cy="4145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4000"/>
                <a:alpha val="100000"/>
                <a:satMod val="105000"/>
                <a:lumMod val="11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Calibri"/>
              <a:ea typeface="+mn-ea"/>
              <a:cs typeface="+mn-cs"/>
            </a:rPr>
            <a:t>Data vs. Information</a:t>
          </a:r>
          <a:endParaRPr lang="en-US" sz="1200" kern="1200" dirty="0">
            <a:latin typeface="Calibri"/>
            <a:ea typeface="+mn-ea"/>
            <a:cs typeface="+mn-cs"/>
          </a:endParaRPr>
        </a:p>
      </dsp:txBody>
      <dsp:txXfrm>
        <a:off x="2989122" y="12793"/>
        <a:ext cx="804883" cy="390298"/>
      </dsp:txXfrm>
    </dsp:sp>
    <dsp:sp modelId="{0FE6E63F-13CB-496F-8828-8DA926AD9878}">
      <dsp:nvSpPr>
        <dsp:cNvPr id="0" name=""/>
        <dsp:cNvSpPr/>
      </dsp:nvSpPr>
      <dsp:spPr>
        <a:xfrm>
          <a:off x="3014176" y="415235"/>
          <a:ext cx="91440" cy="3109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16731"/>
              </a:lnTo>
              <a:lnTo>
                <a:pt x="130181" y="316731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2592D7-0D6E-4B6C-8A3F-84174A1E091D}">
      <dsp:nvSpPr>
        <dsp:cNvPr id="0" name=""/>
        <dsp:cNvSpPr/>
      </dsp:nvSpPr>
      <dsp:spPr>
        <a:xfrm>
          <a:off x="3142813" y="518881"/>
          <a:ext cx="663335" cy="4145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latin typeface="Calibri"/>
              <a:ea typeface="+mn-ea"/>
              <a:cs typeface="+mn-cs"/>
            </a:rPr>
            <a:t>What is data or facts?</a:t>
          </a:r>
        </a:p>
      </dsp:txBody>
      <dsp:txXfrm>
        <a:off x="3154956" y="531024"/>
        <a:ext cx="639049" cy="390298"/>
      </dsp:txXfrm>
    </dsp:sp>
    <dsp:sp modelId="{168201BB-7850-4275-9656-4E1C83568609}">
      <dsp:nvSpPr>
        <dsp:cNvPr id="0" name=""/>
        <dsp:cNvSpPr/>
      </dsp:nvSpPr>
      <dsp:spPr>
        <a:xfrm>
          <a:off x="3014176" y="415235"/>
          <a:ext cx="91440" cy="82916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844616"/>
              </a:lnTo>
              <a:lnTo>
                <a:pt x="130181" y="844616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5FA24B-E46A-4FAF-80C4-49D06521F091}">
      <dsp:nvSpPr>
        <dsp:cNvPr id="0" name=""/>
        <dsp:cNvSpPr/>
      </dsp:nvSpPr>
      <dsp:spPr>
        <a:xfrm>
          <a:off x="3142813" y="1037112"/>
          <a:ext cx="663335" cy="4145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latin typeface="Calibri"/>
              <a:ea typeface="+mn-ea"/>
              <a:cs typeface="+mn-cs"/>
            </a:rPr>
            <a:t>What is information?</a:t>
          </a:r>
        </a:p>
      </dsp:txBody>
      <dsp:txXfrm>
        <a:off x="3154956" y="1049255"/>
        <a:ext cx="639049" cy="390298"/>
      </dsp:txXfrm>
    </dsp:sp>
    <dsp:sp modelId="{476CDD6D-D53E-4EB6-9D4F-2CDE7577AA30}">
      <dsp:nvSpPr>
        <dsp:cNvPr id="0" name=""/>
        <dsp:cNvSpPr/>
      </dsp:nvSpPr>
      <dsp:spPr>
        <a:xfrm>
          <a:off x="4013441" y="650"/>
          <a:ext cx="829169" cy="4145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4000"/>
                <a:alpha val="100000"/>
                <a:satMod val="105000"/>
                <a:lumMod val="11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Calibri"/>
              <a:ea typeface="+mn-ea"/>
              <a:cs typeface="+mn-cs"/>
            </a:rPr>
            <a:t>Sources of information</a:t>
          </a:r>
        </a:p>
      </dsp:txBody>
      <dsp:txXfrm>
        <a:off x="4025584" y="12793"/>
        <a:ext cx="804883" cy="390298"/>
      </dsp:txXfrm>
    </dsp:sp>
    <dsp:sp modelId="{56B6E35A-E636-4370-87E5-C381249F48D4}">
      <dsp:nvSpPr>
        <dsp:cNvPr id="0" name=""/>
        <dsp:cNvSpPr/>
      </dsp:nvSpPr>
      <dsp:spPr>
        <a:xfrm>
          <a:off x="4050638" y="415235"/>
          <a:ext cx="91440" cy="3109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16731"/>
              </a:lnTo>
              <a:lnTo>
                <a:pt x="130181" y="316731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DD6F16-0DC7-4B2E-B4D5-38E852E4B0E7}">
      <dsp:nvSpPr>
        <dsp:cNvPr id="0" name=""/>
        <dsp:cNvSpPr/>
      </dsp:nvSpPr>
      <dsp:spPr>
        <a:xfrm>
          <a:off x="4179275" y="518881"/>
          <a:ext cx="663335" cy="4145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>
              <a:latin typeface="Calibri"/>
              <a:ea typeface="+mn-ea"/>
              <a:cs typeface="+mn-cs"/>
            </a:rPr>
            <a:t>Electronic media</a:t>
          </a:r>
          <a:endParaRPr lang="en-US" sz="800" kern="1200" dirty="0">
            <a:latin typeface="Calibri"/>
            <a:ea typeface="+mn-ea"/>
            <a:cs typeface="+mn-cs"/>
          </a:endParaRPr>
        </a:p>
      </dsp:txBody>
      <dsp:txXfrm>
        <a:off x="4191418" y="531024"/>
        <a:ext cx="639049" cy="390298"/>
      </dsp:txXfrm>
    </dsp:sp>
    <dsp:sp modelId="{241AAF7C-6008-4539-8DAA-D868199F4CD6}">
      <dsp:nvSpPr>
        <dsp:cNvPr id="0" name=""/>
        <dsp:cNvSpPr/>
      </dsp:nvSpPr>
      <dsp:spPr>
        <a:xfrm>
          <a:off x="4050638" y="415235"/>
          <a:ext cx="91440" cy="82916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844616"/>
              </a:lnTo>
              <a:lnTo>
                <a:pt x="130181" y="844616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487329-2EFF-457E-A2BF-0F758771A588}">
      <dsp:nvSpPr>
        <dsp:cNvPr id="0" name=""/>
        <dsp:cNvSpPr/>
      </dsp:nvSpPr>
      <dsp:spPr>
        <a:xfrm>
          <a:off x="4179275" y="1037112"/>
          <a:ext cx="663335" cy="4145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>
              <a:latin typeface="Calibri"/>
              <a:ea typeface="+mn-ea"/>
              <a:cs typeface="+mn-cs"/>
            </a:rPr>
            <a:t>Printed media</a:t>
          </a:r>
          <a:endParaRPr lang="en-US" sz="800" kern="1200" dirty="0">
            <a:latin typeface="Calibri"/>
            <a:ea typeface="+mn-ea"/>
            <a:cs typeface="+mn-cs"/>
          </a:endParaRPr>
        </a:p>
      </dsp:txBody>
      <dsp:txXfrm>
        <a:off x="4191418" y="1049255"/>
        <a:ext cx="639049" cy="390298"/>
      </dsp:txXfrm>
    </dsp:sp>
    <dsp:sp modelId="{4614709E-6FE6-4991-8273-C098A0884030}">
      <dsp:nvSpPr>
        <dsp:cNvPr id="0" name=""/>
        <dsp:cNvSpPr/>
      </dsp:nvSpPr>
      <dsp:spPr>
        <a:xfrm>
          <a:off x="4050638" y="415235"/>
          <a:ext cx="91440" cy="13474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372501"/>
              </a:lnTo>
              <a:lnTo>
                <a:pt x="130181" y="1372501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A25B1F-A9B1-40D6-A231-D7910ACAA706}">
      <dsp:nvSpPr>
        <dsp:cNvPr id="0" name=""/>
        <dsp:cNvSpPr/>
      </dsp:nvSpPr>
      <dsp:spPr>
        <a:xfrm>
          <a:off x="4179275" y="1555343"/>
          <a:ext cx="663335" cy="4145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>
              <a:latin typeface="Calibri"/>
              <a:ea typeface="+mn-ea"/>
              <a:cs typeface="+mn-cs"/>
            </a:rPr>
            <a:t>People</a:t>
          </a:r>
          <a:endParaRPr lang="en-ZA" sz="800" kern="1200" dirty="0">
            <a:latin typeface="Calibri"/>
            <a:ea typeface="+mn-ea"/>
            <a:cs typeface="+mn-cs"/>
          </a:endParaRPr>
        </a:p>
      </dsp:txBody>
      <dsp:txXfrm>
        <a:off x="4191418" y="1567486"/>
        <a:ext cx="639049" cy="390298"/>
      </dsp:txXfrm>
    </dsp:sp>
    <dsp:sp modelId="{F0923E3E-99FC-4159-BAE5-6C8E0136372A}">
      <dsp:nvSpPr>
        <dsp:cNvPr id="0" name=""/>
        <dsp:cNvSpPr/>
      </dsp:nvSpPr>
      <dsp:spPr>
        <a:xfrm>
          <a:off x="4050638" y="415235"/>
          <a:ext cx="91440" cy="186563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00387"/>
              </a:lnTo>
              <a:lnTo>
                <a:pt x="130181" y="1900387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6D00A6-B721-4194-811E-BED8001B30B7}">
      <dsp:nvSpPr>
        <dsp:cNvPr id="0" name=""/>
        <dsp:cNvSpPr/>
      </dsp:nvSpPr>
      <dsp:spPr>
        <a:xfrm>
          <a:off x="4179275" y="2073574"/>
          <a:ext cx="663335" cy="4145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>
              <a:latin typeface="Calibri"/>
              <a:ea typeface="+mn-ea"/>
              <a:cs typeface="+mn-cs"/>
            </a:rPr>
            <a:t>Other</a:t>
          </a:r>
          <a:endParaRPr lang="en-ZA" sz="800" kern="1200" dirty="0">
            <a:latin typeface="Calibri"/>
            <a:ea typeface="+mn-ea"/>
            <a:cs typeface="+mn-cs"/>
          </a:endParaRPr>
        </a:p>
      </dsp:txBody>
      <dsp:txXfrm>
        <a:off x="4191418" y="2085717"/>
        <a:ext cx="639049" cy="3902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CCE8C0-A47E-4AD1-8861-04ECC3D51013}" type="datetimeFigureOut">
              <a:rPr lang="en-ZA" smtClean="0"/>
              <a:t>2017/01/21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51F71E-47B2-4E0B-BD70-2E971CE7000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50080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58CEB-E57D-4BAD-9832-693392072B1D}" type="datetime1">
              <a:rPr lang="en-US" smtClean="0"/>
              <a:t>1/21/2017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4176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F0BB5-F32D-447D-B409-061FB291BD76}" type="datetime1">
              <a:rPr lang="en-US" smtClean="0"/>
              <a:t>1/21/2017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6039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A1044-523D-492C-8C82-3598D39FC7C5}" type="datetime1">
              <a:rPr lang="en-US" smtClean="0"/>
              <a:t>1/21/2017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9024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FBF2A-390C-4FDA-BCD4-160858DEA500}" type="datetime1">
              <a:rPr lang="en-US" smtClean="0"/>
              <a:t>1/21/2017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3835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DDDD5-F6C2-468A-90AD-685595F74F80}" type="datetime1">
              <a:rPr lang="en-US" smtClean="0"/>
              <a:t>1/21/2017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938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CE910-FF91-47E3-AF20-A99D8F4D200C}" type="datetime1">
              <a:rPr lang="en-US" smtClean="0"/>
              <a:t>1/21/2017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701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5596F-D969-4BF9-A923-ED33FA81ADD5}" type="datetime1">
              <a:rPr lang="en-US" smtClean="0"/>
              <a:t>1/21/2017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421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D2B0D-EB01-4524-9554-E8AAECEDBEF5}" type="datetime1">
              <a:rPr lang="en-US" smtClean="0"/>
              <a:t>1/21/2017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6846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B0332478-FFA5-4171-931A-8069E0ACD6A7}" type="datetime1">
              <a:rPr lang="en-US" smtClean="0"/>
              <a:t>1/21/2017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400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B4EDE-2587-4087-B92F-96C266D06D16}" type="datetime1">
              <a:rPr lang="en-US" smtClean="0"/>
              <a:t>1/21/2017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204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BD683-A065-494E-9D57-BC3DEE1004E2}" type="datetime1">
              <a:rPr lang="en-US" smtClean="0"/>
              <a:t>1/21/2017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9414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4AC23-66E0-4897-9348-9FFF238F7192}" type="datetime1">
              <a:rPr lang="en-US" smtClean="0"/>
              <a:t>1/21/2017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281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5.xml"/><Relationship Id="rId3" Type="http://schemas.openxmlformats.org/officeDocument/2006/relationships/slide" Target="slide5.xml"/><Relationship Id="rId7" Type="http://schemas.openxmlformats.org/officeDocument/2006/relationships/slide" Target="slide1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4" Type="http://schemas.openxmlformats.org/officeDocument/2006/relationships/slide" Target="slide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Relationship Id="rId4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slide" Target="slide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 strategy </a:t>
            </a:r>
            <a:r>
              <a:rPr lang="en-GB"/>
              <a:t>for solving problems</a:t>
            </a:r>
            <a:endParaRPr lang="en-Z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2025" dirty="0"/>
              <a:t>Module 6.1 </a:t>
            </a:r>
            <a:endParaRPr lang="en-ZA" sz="2025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50" y="1982261"/>
            <a:ext cx="1324595" cy="1890000"/>
          </a:xfrm>
          <a:prstGeom prst="rect">
            <a:avLst/>
          </a:prstGeom>
          <a:ln w="19050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4175359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9513" y="2357080"/>
            <a:ext cx="3646463" cy="2818769"/>
          </a:xfrm>
        </p:spPr>
        <p:txBody>
          <a:bodyPr>
            <a:noAutofit/>
          </a:bodyPr>
          <a:lstStyle/>
          <a:p>
            <a:pPr indent="-243000"/>
            <a:r>
              <a:rPr lang="en-ZA" sz="1463" b="1" dirty="0">
                <a:hlinkClick r:id="rId2" action="ppaction://hlinksldjump"/>
              </a:rPr>
              <a:t>Introduction</a:t>
            </a:r>
            <a:endParaRPr lang="en-ZA" sz="1463" b="1" dirty="0"/>
          </a:p>
          <a:p>
            <a:pPr indent="-243000"/>
            <a:r>
              <a:rPr lang="en-ZA" sz="1463" b="1" dirty="0">
                <a:hlinkClick r:id="rId3" action="ppaction://hlinksldjump"/>
              </a:rPr>
              <a:t>General problem solving</a:t>
            </a:r>
            <a:endParaRPr lang="en-ZA" sz="1463" b="1" dirty="0"/>
          </a:p>
          <a:p>
            <a:pPr indent="-243000"/>
            <a:r>
              <a:rPr lang="en-GB" sz="1463" b="1" dirty="0">
                <a:hlinkClick r:id="rId4" action="ppaction://hlinksldjump"/>
              </a:rPr>
              <a:t>The role of questions</a:t>
            </a:r>
            <a:endParaRPr lang="en-ZA" sz="1463" b="1" dirty="0"/>
          </a:p>
          <a:p>
            <a:pPr indent="-243000"/>
            <a:r>
              <a:rPr lang="en-GB" sz="1463" b="1" i="1">
                <a:hlinkClick r:id="rId5" action="ppaction://hlinksldjump"/>
              </a:rPr>
              <a:t>Activity 1</a:t>
            </a:r>
            <a:endParaRPr lang="en-ZA" sz="1463" b="1" i="1" dirty="0"/>
          </a:p>
          <a:p>
            <a:pPr indent="-243000"/>
            <a:r>
              <a:rPr lang="en-GB" sz="1463" b="1" dirty="0">
                <a:hlinkClick r:id="rId6" action="ppaction://hlinksldjump"/>
              </a:rPr>
              <a:t>Data and information</a:t>
            </a:r>
            <a:endParaRPr lang="en-ZA" sz="1463" b="1" dirty="0"/>
          </a:p>
          <a:p>
            <a:pPr indent="-243000"/>
            <a:r>
              <a:rPr lang="af-ZA" sz="1463" b="1" i="1" dirty="0">
                <a:hlinkClick r:id="rId7" action="ppaction://hlinksldjump"/>
              </a:rPr>
              <a:t>Activity 2 </a:t>
            </a:r>
            <a:endParaRPr lang="en-ZA" sz="1463" b="1" i="1" dirty="0"/>
          </a:p>
          <a:p>
            <a:pPr indent="-243000"/>
            <a:r>
              <a:rPr lang="en-GB" sz="1463" b="1" dirty="0">
                <a:hlinkClick r:id="rId8" action="ppaction://hlinksldjump"/>
              </a:rPr>
              <a:t>Test and </a:t>
            </a:r>
            <a:r>
              <a:rPr lang="en-GB" sz="1463" b="1">
                <a:hlinkClick r:id="rId8" action="ppaction://hlinksldjump"/>
              </a:rPr>
              <a:t>improve </a:t>
            </a:r>
            <a:endParaRPr lang="en-ZA" sz="1463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959513" y="749583"/>
            <a:ext cx="6408111" cy="5529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350"/>
              </a:spcBef>
            </a:pPr>
            <a:r>
              <a:rPr lang="en-US" b="1"/>
              <a:t>Content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987292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dirty="0"/>
              <a:t>Introduction</a:t>
            </a:r>
            <a:br>
              <a:rPr lang="en-ZA" b="1" dirty="0"/>
            </a:br>
            <a:endParaRPr lang="en-ZA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172089" y="1135860"/>
            <a:ext cx="30027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problems are solved ‘automatically’. You don’t even realise that you are actually following some steps.</a:t>
            </a:r>
            <a:endParaRPr lang="en-ZA" sz="12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869234" y="2859996"/>
            <a:ext cx="961780" cy="18466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Rectangle 13"/>
          <p:cNvSpPr/>
          <p:nvPr/>
        </p:nvSpPr>
        <p:spPr>
          <a:xfrm>
            <a:off x="1738658" y="2458568"/>
            <a:ext cx="5650673" cy="3312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38"/>
              </a:spcAft>
            </a:pPr>
            <a:r>
              <a:rPr lang="en-US" sz="1350" dirty="0"/>
              <a:t>Suppose you want to go out with friends and need to decide what to wear.</a:t>
            </a:r>
            <a:endParaRPr lang="en-ZA" sz="13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035043" y="3469863"/>
            <a:ext cx="2373301" cy="2654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125" dirty="0"/>
              <a:t>What do I have in </a:t>
            </a:r>
            <a:r>
              <a:rPr lang="en-GB" sz="1125"/>
              <a:t>my cupboard?</a:t>
            </a:r>
            <a:endParaRPr lang="en-ZA" sz="1125" dirty="0"/>
          </a:p>
        </p:txBody>
      </p:sp>
      <p:sp>
        <p:nvSpPr>
          <p:cNvPr id="16" name="Rectangle 15"/>
          <p:cNvSpPr/>
          <p:nvPr/>
        </p:nvSpPr>
        <p:spPr>
          <a:xfrm>
            <a:off x="3157229" y="2927599"/>
            <a:ext cx="2018501" cy="2654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125" dirty="0"/>
              <a:t>What will the weather be like? </a:t>
            </a:r>
            <a:endParaRPr lang="en-ZA" sz="1125" dirty="0"/>
          </a:p>
        </p:txBody>
      </p:sp>
      <p:sp>
        <p:nvSpPr>
          <p:cNvPr id="17" name="Rectangle 16"/>
          <p:cNvSpPr/>
          <p:nvPr/>
        </p:nvSpPr>
        <p:spPr>
          <a:xfrm>
            <a:off x="3420612" y="4022833"/>
            <a:ext cx="1478290" cy="2654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125" dirty="0"/>
              <a:t>Where are we going? </a:t>
            </a:r>
            <a:endParaRPr lang="en-ZA" sz="1125" dirty="0"/>
          </a:p>
        </p:txBody>
      </p:sp>
      <p:sp>
        <p:nvSpPr>
          <p:cNvPr id="18" name="Oval Callout 17"/>
          <p:cNvSpPr/>
          <p:nvPr/>
        </p:nvSpPr>
        <p:spPr>
          <a:xfrm>
            <a:off x="3035043" y="2828341"/>
            <a:ext cx="2048410" cy="433064"/>
          </a:xfrm>
          <a:prstGeom prst="wedgeEllipseCallout">
            <a:avLst>
              <a:gd name="adj1" fmla="val -61682"/>
              <a:gd name="adj2" fmla="val 53756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013"/>
          </a:p>
        </p:txBody>
      </p:sp>
      <p:sp>
        <p:nvSpPr>
          <p:cNvPr id="19" name="Oval Callout 18"/>
          <p:cNvSpPr/>
          <p:nvPr/>
        </p:nvSpPr>
        <p:spPr>
          <a:xfrm>
            <a:off x="3039666" y="3370463"/>
            <a:ext cx="2043786" cy="415718"/>
          </a:xfrm>
          <a:prstGeom prst="wedgeEllipseCallout">
            <a:avLst>
              <a:gd name="adj1" fmla="val -62743"/>
              <a:gd name="adj2" fmla="val -26702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013"/>
          </a:p>
        </p:txBody>
      </p:sp>
      <p:sp>
        <p:nvSpPr>
          <p:cNvPr id="20" name="Oval Callout 19"/>
          <p:cNvSpPr/>
          <p:nvPr/>
        </p:nvSpPr>
        <p:spPr>
          <a:xfrm>
            <a:off x="3039665" y="3944767"/>
            <a:ext cx="2019896" cy="412865"/>
          </a:xfrm>
          <a:prstGeom prst="wedgeEllipseCallout">
            <a:avLst>
              <a:gd name="adj1" fmla="val -63008"/>
              <a:gd name="adj2" fmla="val -11494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013"/>
          </a:p>
        </p:txBody>
      </p:sp>
      <p:sp>
        <p:nvSpPr>
          <p:cNvPr id="21" name="Rectangle 20"/>
          <p:cNvSpPr/>
          <p:nvPr/>
        </p:nvSpPr>
        <p:spPr>
          <a:xfrm>
            <a:off x="3453019" y="4496335"/>
            <a:ext cx="1506823" cy="3312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Bef>
                <a:spcPts val="338"/>
              </a:spcBef>
              <a:spcAft>
                <a:spcPts val="169"/>
              </a:spcAft>
            </a:pPr>
            <a:r>
              <a:rPr lang="en-US" sz="1350" b="1" dirty="0">
                <a:solidFill>
                  <a:srgbClr val="FF0000"/>
                </a:solidFill>
              </a:rPr>
              <a:t>Make a decision </a:t>
            </a:r>
            <a:endParaRPr lang="en-ZA" sz="1350" b="1" dirty="0">
              <a:solidFill>
                <a:srgbClr val="FF0000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172090" y="4496335"/>
            <a:ext cx="2592761" cy="3312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Bef>
                <a:spcPts val="338"/>
              </a:spcBef>
              <a:spcAft>
                <a:spcPts val="169"/>
              </a:spcAft>
            </a:pPr>
            <a:r>
              <a:rPr lang="en-US" sz="1350" dirty="0"/>
              <a:t>Wear a shirt and the warm jacket </a:t>
            </a:r>
            <a:endParaRPr lang="en-ZA" sz="13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172091" y="3370461"/>
            <a:ext cx="2502098" cy="570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GB" sz="1350" dirty="0"/>
              <a:t>I have 3 nice shirts; there is a warm jacket in my closet</a:t>
            </a:r>
            <a:endParaRPr lang="en-ZA" sz="1350" dirty="0"/>
          </a:p>
        </p:txBody>
      </p:sp>
      <p:sp>
        <p:nvSpPr>
          <p:cNvPr id="25" name="Rectangle 24"/>
          <p:cNvSpPr/>
          <p:nvPr/>
        </p:nvSpPr>
        <p:spPr>
          <a:xfrm>
            <a:off x="5172089" y="2901324"/>
            <a:ext cx="1367630" cy="331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GB" sz="1350" dirty="0"/>
              <a:t>It will be chilly</a:t>
            </a:r>
            <a:endParaRPr lang="en-ZA" sz="1350" dirty="0"/>
          </a:p>
        </p:txBody>
      </p:sp>
      <p:sp>
        <p:nvSpPr>
          <p:cNvPr id="26" name="Rectangle 25"/>
          <p:cNvSpPr/>
          <p:nvPr/>
        </p:nvSpPr>
        <p:spPr>
          <a:xfrm>
            <a:off x="5172089" y="4012832"/>
            <a:ext cx="2189267" cy="331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GB" sz="1350" dirty="0"/>
              <a:t>We’re going to the movies</a:t>
            </a:r>
            <a:endParaRPr lang="en-ZA" sz="1350" dirty="0"/>
          </a:p>
        </p:txBody>
      </p:sp>
    </p:spTree>
    <p:extLst>
      <p:ext uri="{BB962C8B-B14F-4D97-AF65-F5344CB8AC3E}">
        <p14:creationId xmlns:p14="http://schemas.microsoft.com/office/powerpoint/2010/main" val="599248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21" grpId="0"/>
      <p:bldP spid="23" grpId="0" animBg="1"/>
      <p:bldP spid="24" grpId="0"/>
      <p:bldP spid="25" grpId="0"/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dirty="0"/>
              <a:t>Introduction (</a:t>
            </a:r>
            <a:r>
              <a:rPr lang="en-ZA" b="1" cap="none" dirty="0"/>
              <a:t>continued</a:t>
            </a:r>
            <a:r>
              <a:rPr lang="en-ZA" b="1" dirty="0"/>
              <a:t>)</a:t>
            </a:r>
            <a:br>
              <a:rPr lang="en-ZA" b="1" dirty="0"/>
            </a:br>
            <a:endParaRPr lang="en-ZA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9514" y="3055484"/>
            <a:ext cx="1307197" cy="15392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ectangle 2"/>
          <p:cNvSpPr/>
          <p:nvPr/>
        </p:nvSpPr>
        <p:spPr>
          <a:xfrm>
            <a:off x="1960681" y="2329527"/>
            <a:ext cx="5400675" cy="5701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38"/>
              </a:spcAft>
            </a:pPr>
            <a:r>
              <a:rPr lang="en-US" sz="1350" dirty="0"/>
              <a:t>Suppose you get a mark of 50 for a test.  You want to know whether the mark is good or bad. </a:t>
            </a:r>
            <a:endParaRPr lang="en-ZA" sz="13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461666" y="3073885"/>
            <a:ext cx="2113207" cy="3114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338"/>
              </a:spcAft>
            </a:pPr>
            <a:r>
              <a:rPr lang="en-US" sz="1238" dirty="0"/>
              <a:t>How much is the test out of? </a:t>
            </a:r>
            <a:endParaRPr lang="en-ZA" sz="1238" dirty="0"/>
          </a:p>
        </p:txBody>
      </p:sp>
      <p:sp>
        <p:nvSpPr>
          <p:cNvPr id="5" name="Rectangle 4"/>
          <p:cNvSpPr/>
          <p:nvPr/>
        </p:nvSpPr>
        <p:spPr>
          <a:xfrm>
            <a:off x="3630307" y="3344586"/>
            <a:ext cx="1544012" cy="3114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69"/>
              </a:spcAft>
            </a:pPr>
            <a:r>
              <a:rPr lang="en-US" sz="1238" dirty="0"/>
              <a:t>The test is out of 60.</a:t>
            </a:r>
            <a:endParaRPr lang="en-ZA" sz="1238" dirty="0"/>
          </a:p>
        </p:txBody>
      </p:sp>
      <p:sp>
        <p:nvSpPr>
          <p:cNvPr id="6" name="Rectangle 5"/>
          <p:cNvSpPr/>
          <p:nvPr/>
        </p:nvSpPr>
        <p:spPr>
          <a:xfrm>
            <a:off x="3935202" y="3614765"/>
            <a:ext cx="2495555" cy="3114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338"/>
              </a:spcAft>
            </a:pPr>
            <a:r>
              <a:rPr lang="en-US" sz="1238" dirty="0"/>
              <a:t>Process this: 50 ÷ 60 x 100 = 83.3%</a:t>
            </a:r>
            <a:endParaRPr lang="en-ZA" sz="1238" dirty="0"/>
          </a:p>
        </p:txBody>
      </p:sp>
      <p:sp>
        <p:nvSpPr>
          <p:cNvPr id="11" name="Rectangle 10"/>
          <p:cNvSpPr/>
          <p:nvPr/>
        </p:nvSpPr>
        <p:spPr>
          <a:xfrm>
            <a:off x="4199513" y="4043307"/>
            <a:ext cx="2169004" cy="5958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38"/>
              </a:spcBef>
              <a:spcAft>
                <a:spcPts val="169"/>
              </a:spcAft>
            </a:pPr>
            <a:r>
              <a:rPr lang="en-US" sz="1350" b="1" dirty="0">
                <a:solidFill>
                  <a:srgbClr val="FF0000"/>
                </a:solidFill>
              </a:rPr>
              <a:t>Make a decision</a:t>
            </a:r>
            <a:endParaRPr lang="en-ZA" sz="1350" b="1" dirty="0">
              <a:solidFill>
                <a:srgbClr val="FF0000"/>
              </a:solidFill>
            </a:endParaRPr>
          </a:p>
          <a:p>
            <a:pPr>
              <a:lnSpc>
                <a:spcPct val="115000"/>
              </a:lnSpc>
              <a:spcAft>
                <a:spcPts val="338"/>
              </a:spcAft>
            </a:pPr>
            <a:r>
              <a:rPr lang="en-US" sz="1350" dirty="0"/>
              <a:t>83% is a very good mark! </a:t>
            </a:r>
            <a:r>
              <a:rPr lang="en-US" sz="1350" dirty="0">
                <a:sym typeface="Wingdings" panose="05000000000000000000" pitchFamily="2" charset="2"/>
              </a:rPr>
              <a:t></a:t>
            </a:r>
            <a:endParaRPr lang="en-ZA" sz="13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3459" y="3308023"/>
            <a:ext cx="1217340" cy="12873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Action Button: Home 7">
            <a:hlinkClick r:id="rId4" action="ppaction://hlinksldjump" highlightClick="1"/>
          </p:cNvPr>
          <p:cNvSpPr/>
          <p:nvPr/>
        </p:nvSpPr>
        <p:spPr>
          <a:xfrm>
            <a:off x="1150914" y="5021508"/>
            <a:ext cx="356089" cy="328393"/>
          </a:xfrm>
          <a:prstGeom prst="actionButtonHom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013"/>
          </a:p>
        </p:txBody>
      </p:sp>
    </p:spTree>
    <p:extLst>
      <p:ext uri="{BB962C8B-B14F-4D97-AF65-F5344CB8AC3E}">
        <p14:creationId xmlns:p14="http://schemas.microsoft.com/office/powerpoint/2010/main" val="2877963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dirty="0"/>
              <a:t>General problem solving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959513" y="2644005"/>
            <a:ext cx="5401842" cy="14893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13"/>
              </a:spcAft>
            </a:pPr>
            <a:r>
              <a:rPr lang="en-GB" sz="1575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following basic steps can be followed to solve problems: </a:t>
            </a:r>
          </a:p>
          <a:p>
            <a:pPr marL="192881" indent="-303750">
              <a:lnSpc>
                <a:spcPct val="115000"/>
              </a:lnSpc>
              <a:spcAft>
                <a:spcPts val="563"/>
              </a:spcAft>
              <a:buFont typeface="+mj-lt"/>
              <a:buAutoNum type="arabicPeriod"/>
              <a:tabLst>
                <a:tab pos="128588" algn="l"/>
              </a:tabLst>
            </a:pPr>
            <a:r>
              <a:rPr lang="en-ZA" sz="157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Analyse the problem</a:t>
            </a:r>
          </a:p>
          <a:p>
            <a:pPr marL="192881" indent="-303750">
              <a:lnSpc>
                <a:spcPct val="115000"/>
              </a:lnSpc>
              <a:spcAft>
                <a:spcPts val="563"/>
              </a:spcAft>
              <a:buFont typeface="+mj-lt"/>
              <a:buAutoNum type="arabicPeriod"/>
              <a:tabLst>
                <a:tab pos="128588" algn="l"/>
              </a:tabLst>
            </a:pPr>
            <a:r>
              <a:rPr lang="en-ZA" sz="157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Collect data and information and process it</a:t>
            </a:r>
          </a:p>
          <a:p>
            <a:pPr marL="192881" indent="-303750">
              <a:lnSpc>
                <a:spcPct val="115000"/>
              </a:lnSpc>
              <a:spcAft>
                <a:spcPts val="563"/>
              </a:spcAft>
              <a:buFont typeface="+mj-lt"/>
              <a:buAutoNum type="arabicPeriod"/>
            </a:pPr>
            <a:r>
              <a:rPr lang="en-ZA" sz="157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Solve the problem and present the solution / information </a:t>
            </a:r>
          </a:p>
        </p:txBody>
      </p:sp>
      <p:sp>
        <p:nvSpPr>
          <p:cNvPr id="6" name="Action Button: Home 7">
            <a:hlinkClick r:id="rId2" action="ppaction://hlinksldjump" highlightClick="1"/>
          </p:cNvPr>
          <p:cNvSpPr/>
          <p:nvPr/>
        </p:nvSpPr>
        <p:spPr>
          <a:xfrm>
            <a:off x="1150914" y="5021508"/>
            <a:ext cx="356089" cy="328393"/>
          </a:xfrm>
          <a:prstGeom prst="actionButtonHom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013"/>
          </a:p>
        </p:txBody>
      </p:sp>
    </p:spTree>
    <p:extLst>
      <p:ext uri="{BB962C8B-B14F-4D97-AF65-F5344CB8AC3E}">
        <p14:creationId xmlns:p14="http://schemas.microsoft.com/office/powerpoint/2010/main" val="2739424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The role of questions</a:t>
            </a:r>
            <a:br>
              <a:rPr lang="en-ZA" b="1" dirty="0"/>
            </a:b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3100" y="4027336"/>
            <a:ext cx="5578361" cy="67844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0000"/>
                </a:solidFill>
              </a:rPr>
              <a:t>Closed questions:</a:t>
            </a:r>
            <a:r>
              <a:rPr lang="en-US" sz="1575" dirty="0"/>
              <a:t>		</a:t>
            </a:r>
            <a:r>
              <a:rPr lang="en-GB" sz="1350" dirty="0"/>
              <a:t>What?   When?   Who?   How many?   Where?</a:t>
            </a:r>
          </a:p>
          <a:p>
            <a:pPr marL="0" indent="0">
              <a:buNone/>
            </a:pPr>
            <a:r>
              <a:rPr lang="en-GB" sz="1350" b="1" dirty="0">
                <a:solidFill>
                  <a:srgbClr val="FF0000"/>
                </a:solidFill>
              </a:rPr>
              <a:t>Open-ended questions: </a:t>
            </a:r>
            <a:r>
              <a:rPr lang="en-GB" sz="1350" dirty="0"/>
              <a:t>	How?   What if? </a:t>
            </a:r>
            <a:endParaRPr lang="en-US" sz="1350" dirty="0"/>
          </a:p>
          <a:p>
            <a:endParaRPr lang="en-ZA" sz="1350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924133" y="1737131"/>
            <a:ext cx="265778" cy="571311"/>
          </a:xfrm>
          <a:prstGeom prst="rect">
            <a:avLst/>
          </a:prstGeom>
          <a:noFill/>
        </p:spPr>
        <p:txBody>
          <a:bodyPr wrap="none" lIns="51435" tIns="25718" rIns="51435" bIns="25718">
            <a:spAutoFit/>
          </a:bodyPr>
          <a:lstStyle/>
          <a:p>
            <a:pPr algn="ctr"/>
            <a:r>
              <a:rPr lang="en-US" sz="3375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?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9491" y="1656164"/>
            <a:ext cx="265778" cy="571311"/>
          </a:xfrm>
          <a:prstGeom prst="rect">
            <a:avLst/>
          </a:prstGeom>
          <a:noFill/>
        </p:spPr>
        <p:txBody>
          <a:bodyPr wrap="none" lIns="51435" tIns="25718" rIns="51435" bIns="25718">
            <a:spAutoFit/>
          </a:bodyPr>
          <a:lstStyle/>
          <a:p>
            <a:pPr algn="ctr"/>
            <a:r>
              <a:rPr lang="en-US" sz="3375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?</a:t>
            </a:r>
          </a:p>
        </p:txBody>
      </p:sp>
      <p:sp>
        <p:nvSpPr>
          <p:cNvPr id="6" name="Rectangle 5"/>
          <p:cNvSpPr/>
          <p:nvPr/>
        </p:nvSpPr>
        <p:spPr>
          <a:xfrm>
            <a:off x="6115380" y="1912801"/>
            <a:ext cx="265778" cy="571311"/>
          </a:xfrm>
          <a:prstGeom prst="rect">
            <a:avLst/>
          </a:prstGeom>
          <a:noFill/>
        </p:spPr>
        <p:txBody>
          <a:bodyPr wrap="none" lIns="51435" tIns="25718" rIns="51435" bIns="25718">
            <a:spAutoFit/>
          </a:bodyPr>
          <a:lstStyle/>
          <a:p>
            <a:pPr algn="ctr"/>
            <a:r>
              <a:rPr lang="en-US" sz="3375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?</a:t>
            </a:r>
          </a:p>
        </p:txBody>
      </p:sp>
      <p:sp>
        <p:nvSpPr>
          <p:cNvPr id="7" name="Rectangle 6"/>
          <p:cNvSpPr/>
          <p:nvPr/>
        </p:nvSpPr>
        <p:spPr>
          <a:xfrm>
            <a:off x="6386295" y="1656164"/>
            <a:ext cx="265778" cy="571311"/>
          </a:xfrm>
          <a:prstGeom prst="rect">
            <a:avLst/>
          </a:prstGeom>
          <a:noFill/>
        </p:spPr>
        <p:txBody>
          <a:bodyPr wrap="none" lIns="51435" tIns="25718" rIns="51435" bIns="25718">
            <a:spAutoFit/>
          </a:bodyPr>
          <a:lstStyle/>
          <a:p>
            <a:pPr algn="ctr"/>
            <a:r>
              <a:rPr lang="en-US" sz="3375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?</a:t>
            </a:r>
          </a:p>
        </p:txBody>
      </p:sp>
      <p:sp>
        <p:nvSpPr>
          <p:cNvPr id="8" name="Rectangle 7"/>
          <p:cNvSpPr/>
          <p:nvPr/>
        </p:nvSpPr>
        <p:spPr>
          <a:xfrm>
            <a:off x="6667866" y="1866961"/>
            <a:ext cx="265778" cy="571311"/>
          </a:xfrm>
          <a:prstGeom prst="rect">
            <a:avLst/>
          </a:prstGeom>
          <a:noFill/>
        </p:spPr>
        <p:txBody>
          <a:bodyPr wrap="none" lIns="51435" tIns="25718" rIns="51435" bIns="25718">
            <a:spAutoFit/>
          </a:bodyPr>
          <a:lstStyle/>
          <a:p>
            <a:pPr algn="ctr"/>
            <a:r>
              <a:rPr lang="en-US" sz="3375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1134" y="2616908"/>
            <a:ext cx="4415888" cy="13172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92881" indent="-243000">
              <a:lnSpc>
                <a:spcPct val="115000"/>
              </a:lnSpc>
              <a:spcBef>
                <a:spcPts val="675"/>
              </a:spcBef>
              <a:buClr>
                <a:schemeClr val="accent1">
                  <a:lumMod val="75000"/>
                </a:schemeClr>
              </a:buClr>
              <a:buSzPct val="200000"/>
              <a:buFont typeface="Symbol" panose="05050102010706020507" pitchFamily="18" charset="2"/>
              <a:buChar char=""/>
              <a:tabLst>
                <a:tab pos="128588" algn="l"/>
              </a:tabLst>
            </a:pPr>
            <a:r>
              <a:rPr lang="af-ZA" sz="13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needs to be done or solved?</a:t>
            </a:r>
            <a:endParaRPr lang="en-ZA" sz="13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92881" indent="-243000">
              <a:lnSpc>
                <a:spcPct val="115000"/>
              </a:lnSpc>
              <a:spcBef>
                <a:spcPts val="675"/>
              </a:spcBef>
              <a:buClr>
                <a:schemeClr val="accent1">
                  <a:lumMod val="75000"/>
                </a:schemeClr>
              </a:buClr>
              <a:buSzPct val="200000"/>
              <a:buFont typeface="Symbol" panose="05050102010706020507" pitchFamily="18" charset="2"/>
              <a:buChar char=""/>
              <a:tabLst>
                <a:tab pos="128588" algn="l"/>
              </a:tabLst>
            </a:pPr>
            <a:r>
              <a:rPr lang="af-ZA" sz="13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aspects of the problem should I take into account? </a:t>
            </a:r>
            <a:endParaRPr lang="en-ZA" sz="13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92881" indent="-243000">
              <a:lnSpc>
                <a:spcPct val="115000"/>
              </a:lnSpc>
              <a:spcBef>
                <a:spcPts val="675"/>
              </a:spcBef>
              <a:buClr>
                <a:schemeClr val="accent1">
                  <a:lumMod val="75000"/>
                </a:schemeClr>
              </a:buClr>
              <a:buSzPct val="200000"/>
              <a:buFont typeface="Symbol" panose="05050102010706020507" pitchFamily="18" charset="2"/>
              <a:buChar char=""/>
              <a:tabLst>
                <a:tab pos="128588" algn="l"/>
              </a:tabLst>
            </a:pPr>
            <a:r>
              <a:rPr lang="af-ZA" sz="13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given? What is known?</a:t>
            </a:r>
            <a:endParaRPr lang="en-ZA" sz="13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92881" indent="-243000">
              <a:lnSpc>
                <a:spcPct val="115000"/>
              </a:lnSpc>
              <a:spcBef>
                <a:spcPts val="675"/>
              </a:spcBef>
              <a:spcAft>
                <a:spcPts val="563"/>
              </a:spcAft>
              <a:buClr>
                <a:schemeClr val="accent1">
                  <a:lumMod val="75000"/>
                </a:schemeClr>
              </a:buClr>
              <a:buSzPct val="200000"/>
              <a:buFont typeface="Symbol" panose="05050102010706020507" pitchFamily="18" charset="2"/>
              <a:buChar char=""/>
              <a:tabLst>
                <a:tab pos="128588" algn="l"/>
              </a:tabLst>
            </a:pPr>
            <a:r>
              <a:rPr lang="af-ZA" sz="13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missing? What information do I still need?</a:t>
            </a:r>
            <a:endParaRPr lang="en-ZA" sz="13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990425" y="2349490"/>
            <a:ext cx="446363" cy="1488935"/>
          </a:xfrm>
          <a:prstGeom prst="rect">
            <a:avLst/>
          </a:prstGeom>
          <a:noFill/>
        </p:spPr>
        <p:txBody>
          <a:bodyPr wrap="square" lIns="51435" tIns="25718" rIns="51435" bIns="25718">
            <a:spAutoFit/>
          </a:bodyPr>
          <a:lstStyle/>
          <a:p>
            <a:pPr algn="ctr"/>
            <a:r>
              <a:rPr lang="en-US" sz="9338" b="1" dirty="0">
                <a:ln w="12700">
                  <a:solidFill>
                    <a:schemeClr val="accent1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6991" y="2594312"/>
            <a:ext cx="1157471" cy="15465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sz="135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Helps you to understand the problem, and what facts and information you still need</a:t>
            </a:r>
            <a:endParaRPr lang="en-ZA" sz="135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4" name="Action Button: Home 7">
            <a:hlinkClick r:id="rId2" action="ppaction://hlinksldjump" highlightClick="1"/>
          </p:cNvPr>
          <p:cNvSpPr/>
          <p:nvPr/>
        </p:nvSpPr>
        <p:spPr>
          <a:xfrm>
            <a:off x="1150914" y="5021508"/>
            <a:ext cx="356089" cy="328393"/>
          </a:xfrm>
          <a:prstGeom prst="actionButtonHom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013"/>
          </a:p>
        </p:txBody>
      </p:sp>
    </p:spTree>
    <p:extLst>
      <p:ext uri="{BB962C8B-B14F-4D97-AF65-F5344CB8AC3E}">
        <p14:creationId xmlns:p14="http://schemas.microsoft.com/office/powerpoint/2010/main" val="3348184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7003" y="2488012"/>
            <a:ext cx="2413489" cy="1061972"/>
          </a:xfrm>
        </p:spPr>
        <p:txBody>
          <a:bodyPr>
            <a:normAutofit/>
          </a:bodyPr>
          <a:lstStyle/>
          <a:p>
            <a:r>
              <a:rPr lang="en-GB" b="1" i="1" dirty="0">
                <a:solidFill>
                  <a:schemeClr val="accent2">
                    <a:lumMod val="75000"/>
                  </a:schemeClr>
                </a:solidFill>
              </a:rPr>
              <a:t>Activity 1</a:t>
            </a:r>
            <a:br>
              <a:rPr lang="en-ZA" b="1" i="1" dirty="0"/>
            </a:br>
            <a:endParaRPr lang="en-ZA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4069" y="2091243"/>
            <a:ext cx="2732957" cy="20633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Action Button: Home 7">
            <a:hlinkClick r:id="rId3" action="ppaction://hlinksldjump" highlightClick="1"/>
          </p:cNvPr>
          <p:cNvSpPr/>
          <p:nvPr/>
        </p:nvSpPr>
        <p:spPr>
          <a:xfrm>
            <a:off x="1150914" y="5021508"/>
            <a:ext cx="356089" cy="328393"/>
          </a:xfrm>
          <a:prstGeom prst="actionButtonHom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013"/>
          </a:p>
        </p:txBody>
      </p:sp>
    </p:spTree>
    <p:extLst>
      <p:ext uri="{BB962C8B-B14F-4D97-AF65-F5344CB8AC3E}">
        <p14:creationId xmlns:p14="http://schemas.microsoft.com/office/powerpoint/2010/main" val="1142809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7532" y="866580"/>
            <a:ext cx="5899149" cy="285352"/>
          </a:xfrm>
        </p:spPr>
        <p:txBody>
          <a:bodyPr>
            <a:noAutofit/>
          </a:bodyPr>
          <a:lstStyle/>
          <a:p>
            <a:pPr>
              <a:spcBef>
                <a:spcPts val="1350"/>
              </a:spcBef>
            </a:pPr>
            <a:r>
              <a:rPr lang="en-GB" b="1" dirty="0"/>
              <a:t>Data and information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9515" y="2910995"/>
            <a:ext cx="2480016" cy="1398336"/>
          </a:xfrm>
        </p:spPr>
        <p:txBody>
          <a:bodyPr>
            <a:normAutofit fontScale="77500" lnSpcReduction="20000"/>
          </a:bodyPr>
          <a:lstStyle/>
          <a:p>
            <a:pPr marL="0" indent="0">
              <a:spcAft>
                <a:spcPts val="675"/>
              </a:spcAft>
              <a:buNone/>
            </a:pPr>
            <a:r>
              <a:rPr lang="af-ZA" sz="1969" b="1" dirty="0"/>
              <a:t>Data</a:t>
            </a:r>
            <a:r>
              <a:rPr lang="af-ZA" sz="1969" b="1"/>
              <a:t>:</a:t>
            </a:r>
            <a:r>
              <a:rPr lang="af-ZA" sz="1969"/>
              <a:t> </a:t>
            </a:r>
            <a:br>
              <a:rPr lang="af-ZA" sz="1969"/>
            </a:br>
            <a:r>
              <a:rPr lang="af-ZA" sz="2300"/>
              <a:t>raw </a:t>
            </a:r>
            <a:r>
              <a:rPr lang="af-ZA" sz="2300" dirty="0"/>
              <a:t>facts or </a:t>
            </a:r>
            <a:r>
              <a:rPr lang="af-ZA" sz="2300"/>
              <a:t>items.</a:t>
            </a:r>
            <a:endParaRPr lang="en-ZA" sz="2300" dirty="0"/>
          </a:p>
          <a:p>
            <a:pPr marL="0" indent="0">
              <a:buNone/>
            </a:pPr>
            <a:r>
              <a:rPr lang="af-ZA" sz="1969" b="1" dirty="0"/>
              <a:t>Information</a:t>
            </a:r>
            <a:r>
              <a:rPr lang="af-ZA" sz="1969" b="1"/>
              <a:t>:</a:t>
            </a:r>
            <a:r>
              <a:rPr lang="af-ZA" sz="1969"/>
              <a:t> </a:t>
            </a:r>
            <a:br>
              <a:rPr lang="af-ZA" sz="1969"/>
            </a:br>
            <a:r>
              <a:rPr lang="af-ZA" sz="2100"/>
              <a:t>processed </a:t>
            </a:r>
            <a:r>
              <a:rPr lang="af-ZA" sz="2100" dirty="0"/>
              <a:t>facts or data</a:t>
            </a:r>
            <a:r>
              <a:rPr lang="af-ZA" sz="2100"/>
              <a:t>. </a:t>
            </a:r>
            <a:endParaRPr lang="en-ZA" sz="1575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59514" y="2442091"/>
            <a:ext cx="5767167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75" b="1" cap="all" dirty="0">
                <a:solidFill>
                  <a:schemeClr val="accent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The difference between data and information</a:t>
            </a:r>
            <a:endParaRPr lang="en-US" sz="1575" b="1" cap="all" dirty="0">
              <a:solidFill>
                <a:schemeClr val="accent2">
                  <a:lumMod val="5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Action Button: Home 7">
            <a:hlinkClick r:id="rId2" action="ppaction://hlinksldjump" highlightClick="1"/>
          </p:cNvPr>
          <p:cNvSpPr/>
          <p:nvPr/>
        </p:nvSpPr>
        <p:spPr>
          <a:xfrm>
            <a:off x="1150914" y="5021508"/>
            <a:ext cx="356089" cy="328393"/>
          </a:xfrm>
          <a:prstGeom prst="actionButtonHom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013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466">
            <a:off x="4146232" y="2932981"/>
            <a:ext cx="4477643" cy="2572469"/>
          </a:xfrm>
          <a:prstGeom prst="rect">
            <a:avLst/>
          </a:prstGeom>
          <a:ln w="12700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3467669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9513" y="749583"/>
            <a:ext cx="6408111" cy="301179"/>
          </a:xfrm>
        </p:spPr>
        <p:txBody>
          <a:bodyPr>
            <a:normAutofit fontScale="90000"/>
          </a:bodyPr>
          <a:lstStyle/>
          <a:p>
            <a:pPr>
              <a:spcBef>
                <a:spcPts val="1350"/>
              </a:spcBef>
            </a:pPr>
            <a:r>
              <a:rPr lang="en-GB" b="1" dirty="0"/>
              <a:t>Data and information (</a:t>
            </a:r>
            <a:r>
              <a:rPr lang="en-GB" b="1" cap="none" dirty="0"/>
              <a:t>continued</a:t>
            </a:r>
            <a:r>
              <a:rPr lang="en-GB" b="1" dirty="0"/>
              <a:t>)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9514" y="2722665"/>
            <a:ext cx="2958025" cy="894272"/>
          </a:xfrm>
        </p:spPr>
        <p:txBody>
          <a:bodyPr>
            <a:normAutofit/>
          </a:bodyPr>
          <a:lstStyle/>
          <a:p>
            <a:pPr marL="0" indent="0">
              <a:spcAft>
                <a:spcPts val="1013"/>
              </a:spcAft>
              <a:buNone/>
            </a:pPr>
            <a:r>
              <a:rPr lang="af-ZA" sz="1350" b="1" dirty="0"/>
              <a:t>Electronic media</a:t>
            </a:r>
            <a:br>
              <a:rPr lang="af-ZA" sz="1350" b="1" dirty="0"/>
            </a:br>
            <a:r>
              <a:rPr lang="af-ZA" sz="1350" dirty="0"/>
              <a:t>A</a:t>
            </a:r>
            <a:r>
              <a:rPr lang="en-GB" sz="1350" dirty="0"/>
              <a:t> way of using an electronic device to get digital content to a user</a:t>
            </a:r>
            <a:endParaRPr lang="af-ZA" sz="1350" b="1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3714" y="2648486"/>
            <a:ext cx="2634193" cy="197564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693020" y="3098579"/>
            <a:ext cx="1171136" cy="784830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sz="1125" b="1" dirty="0"/>
              <a:t>Web preferred source of information</a:t>
            </a:r>
            <a:endParaRPr lang="en-ZA" sz="1125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959513" y="2329439"/>
            <a:ext cx="3043808" cy="334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75" b="1">
                <a:solidFill>
                  <a:schemeClr val="accent2">
                    <a:lumMod val="50000"/>
                  </a:schemeClr>
                </a:solidFill>
              </a:rPr>
              <a:t>INFORMATION SOURCES</a:t>
            </a:r>
            <a:endParaRPr lang="en-US" sz="1575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014906" y="3602697"/>
            <a:ext cx="1565056" cy="1061829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marL="160735" indent="-160735">
              <a:buFont typeface="Arial" panose="020B0604020202020204" pitchFamily="34" charset="0"/>
              <a:buChar char="•"/>
            </a:pPr>
            <a:r>
              <a:rPr lang="en-GB" sz="1575">
                <a:solidFill>
                  <a:srgbClr val="FF0000"/>
                </a:solidFill>
              </a:rPr>
              <a:t>computers</a:t>
            </a:r>
            <a:endParaRPr lang="en-GB" sz="1575" dirty="0">
              <a:solidFill>
                <a:srgbClr val="FF0000"/>
              </a:solidFill>
            </a:endParaRPr>
          </a:p>
          <a:p>
            <a:pPr marL="160735" indent="-160735">
              <a:buFont typeface="Arial" panose="020B0604020202020204" pitchFamily="34" charset="0"/>
              <a:buChar char="•"/>
            </a:pPr>
            <a:r>
              <a:rPr lang="en-GB" sz="1575" dirty="0">
                <a:solidFill>
                  <a:srgbClr val="FF0000"/>
                </a:solidFill>
              </a:rPr>
              <a:t>smartphones</a:t>
            </a:r>
          </a:p>
          <a:p>
            <a:pPr marL="160735" indent="-160735">
              <a:buFont typeface="Arial" panose="020B0604020202020204" pitchFamily="34" charset="0"/>
              <a:buChar char="•"/>
            </a:pPr>
            <a:r>
              <a:rPr lang="en-GB" sz="1575" dirty="0">
                <a:solidFill>
                  <a:srgbClr val="FF0000"/>
                </a:solidFill>
              </a:rPr>
              <a:t>radio</a:t>
            </a:r>
          </a:p>
          <a:p>
            <a:pPr marL="160735" indent="-160735">
              <a:buFont typeface="Arial" panose="020B0604020202020204" pitchFamily="34" charset="0"/>
              <a:buChar char="•"/>
            </a:pPr>
            <a:r>
              <a:rPr lang="en-GB" sz="1575" dirty="0">
                <a:solidFill>
                  <a:srgbClr val="FF0000"/>
                </a:solidFill>
              </a:rPr>
              <a:t>TV</a:t>
            </a:r>
            <a:endParaRPr lang="en-US" sz="1575" dirty="0">
              <a:solidFill>
                <a:srgbClr val="FF0000"/>
              </a:solidFill>
            </a:endParaRPr>
          </a:p>
        </p:txBody>
      </p:sp>
      <p:sp>
        <p:nvSpPr>
          <p:cNvPr id="9" name="Action Button: Home 7">
            <a:hlinkClick r:id="rId3" action="ppaction://hlinksldjump" highlightClick="1"/>
          </p:cNvPr>
          <p:cNvSpPr/>
          <p:nvPr/>
        </p:nvSpPr>
        <p:spPr>
          <a:xfrm>
            <a:off x="1150914" y="5021508"/>
            <a:ext cx="356089" cy="328393"/>
          </a:xfrm>
          <a:prstGeom prst="actionButtonHom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013"/>
          </a:p>
        </p:txBody>
      </p:sp>
    </p:spTree>
    <p:extLst>
      <p:ext uri="{BB962C8B-B14F-4D97-AF65-F5344CB8AC3E}">
        <p14:creationId xmlns:p14="http://schemas.microsoft.com/office/powerpoint/2010/main" val="206928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9514" y="2718709"/>
            <a:ext cx="2950112" cy="194097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af-ZA" sz="1350" b="1" dirty="0"/>
              <a:t>Printed media</a:t>
            </a:r>
          </a:p>
          <a:p>
            <a:pPr marL="0" indent="0">
              <a:buNone/>
            </a:pPr>
            <a:r>
              <a:rPr lang="en-GB" sz="1238" dirty="0"/>
              <a:t>A lot of material has never been published digitally and is available only in hardcopy</a:t>
            </a:r>
            <a:endParaRPr lang="en-ZA" sz="1238" dirty="0"/>
          </a:p>
          <a:p>
            <a:pPr marL="0" indent="0">
              <a:buNone/>
            </a:pPr>
            <a:r>
              <a:rPr lang="en-GB" sz="1238" dirty="0"/>
              <a:t>Books often contain more in-depth information than can be found online</a:t>
            </a:r>
            <a:endParaRPr lang="en-ZA" sz="1238" dirty="0"/>
          </a:p>
          <a:p>
            <a:pPr marL="0" indent="0">
              <a:buNone/>
            </a:pPr>
            <a:r>
              <a:rPr lang="en-GB" sz="1238" dirty="0"/>
              <a:t>Printed media can be easier to work with, in terms of paging and making physical notes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959513" y="2329439"/>
            <a:ext cx="3224962" cy="334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75" b="1">
                <a:solidFill>
                  <a:schemeClr val="accent2">
                    <a:lumMod val="50000"/>
                  </a:schemeClr>
                </a:solidFill>
              </a:rPr>
              <a:t>INFORMATION SOURCES</a:t>
            </a:r>
            <a:endParaRPr lang="en-US" sz="1575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550584" y="3213102"/>
            <a:ext cx="1361049" cy="99899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marL="160735" indent="-160735"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GB" sz="1575" dirty="0">
                <a:solidFill>
                  <a:srgbClr val="FF0000"/>
                </a:solidFill>
              </a:rPr>
              <a:t>books</a:t>
            </a:r>
          </a:p>
          <a:p>
            <a:pPr marL="160735" indent="-160735"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GB" sz="1575" dirty="0">
                <a:solidFill>
                  <a:srgbClr val="FF0000"/>
                </a:solidFill>
              </a:rPr>
              <a:t>magazines</a:t>
            </a:r>
          </a:p>
          <a:p>
            <a:pPr marL="160735" indent="-160735">
              <a:buFont typeface="Arial" panose="020B0604020202020204" pitchFamily="34" charset="0"/>
              <a:buChar char="•"/>
            </a:pPr>
            <a:r>
              <a:rPr lang="en-GB" sz="1575" dirty="0">
                <a:solidFill>
                  <a:srgbClr val="FF0000"/>
                </a:solidFill>
              </a:rPr>
              <a:t>journals</a:t>
            </a:r>
            <a:endParaRPr lang="en-US" sz="1575" dirty="0">
              <a:solidFill>
                <a:srgbClr val="FF0000"/>
              </a:solidFill>
            </a:endParaRPr>
          </a:p>
        </p:txBody>
      </p:sp>
      <p:sp>
        <p:nvSpPr>
          <p:cNvPr id="10" name="Action Button: Home 7">
            <a:hlinkClick r:id="rId2" action="ppaction://hlinksldjump" highlightClick="1"/>
          </p:cNvPr>
          <p:cNvSpPr/>
          <p:nvPr/>
        </p:nvSpPr>
        <p:spPr>
          <a:xfrm>
            <a:off x="1150914" y="5021508"/>
            <a:ext cx="356089" cy="328393"/>
          </a:xfrm>
          <a:prstGeom prst="actionButtonHom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013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959513" y="749583"/>
            <a:ext cx="6408111" cy="301179"/>
          </a:xfrm>
        </p:spPr>
        <p:txBody>
          <a:bodyPr>
            <a:normAutofit fontScale="90000"/>
          </a:bodyPr>
          <a:lstStyle/>
          <a:p>
            <a:pPr>
              <a:spcBef>
                <a:spcPts val="1350"/>
              </a:spcBef>
            </a:pPr>
            <a:r>
              <a:rPr lang="en-GB" b="1" dirty="0"/>
              <a:t>Data and information (</a:t>
            </a:r>
            <a:r>
              <a:rPr lang="en-GB" b="1" cap="none" dirty="0"/>
              <a:t>continued</a:t>
            </a:r>
            <a:r>
              <a:rPr lang="en-GB" b="1" dirty="0"/>
              <a:t>)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076708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9513" y="2726618"/>
            <a:ext cx="3480288" cy="194097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af-ZA" sz="1575" b="1" dirty="0"/>
              <a:t>People</a:t>
            </a:r>
            <a:r>
              <a:rPr lang="af-ZA" sz="1463" b="1" dirty="0"/>
              <a:t> </a:t>
            </a:r>
          </a:p>
          <a:p>
            <a:pPr marL="0" indent="0">
              <a:buNone/>
            </a:pPr>
            <a:r>
              <a:rPr lang="af-ZA" sz="1463" b="1" dirty="0">
                <a:solidFill>
                  <a:schemeClr val="accent6">
                    <a:lumMod val="50000"/>
                  </a:schemeClr>
                </a:solidFill>
              </a:rPr>
              <a:t>Questionnaires</a:t>
            </a:r>
          </a:p>
          <a:p>
            <a:pPr lvl="1" indent="-202500"/>
            <a:r>
              <a:rPr lang="en-ZA" dirty="0"/>
              <a:t>Information about people’s ideas, opinions, habits, likes and dislikes</a:t>
            </a:r>
          </a:p>
          <a:p>
            <a:pPr lvl="1" indent="-202500"/>
            <a:r>
              <a:rPr lang="en-ZA" dirty="0"/>
              <a:t>Let respondent select an answer (closed question)</a:t>
            </a:r>
          </a:p>
          <a:p>
            <a:pPr lvl="1" indent="-202500"/>
            <a:r>
              <a:rPr lang="en-ZA" dirty="0"/>
              <a:t>These values are the </a:t>
            </a:r>
            <a:r>
              <a:rPr lang="en-ZA" b="1" dirty="0">
                <a:solidFill>
                  <a:srgbClr val="FF0000"/>
                </a:solidFill>
              </a:rPr>
              <a:t>data</a:t>
            </a:r>
            <a:r>
              <a:rPr lang="en-ZA" dirty="0"/>
              <a:t>,</a:t>
            </a:r>
            <a:br>
              <a:rPr lang="en-ZA" dirty="0"/>
            </a:br>
            <a:r>
              <a:rPr lang="en-ZA" dirty="0"/>
              <a:t>after processing it becomes </a:t>
            </a:r>
            <a:r>
              <a:rPr lang="en-ZA" b="1" dirty="0">
                <a:solidFill>
                  <a:srgbClr val="FF0000"/>
                </a:solidFill>
              </a:rPr>
              <a:t>information</a:t>
            </a:r>
            <a:r>
              <a:rPr lang="en-US" dirty="0"/>
              <a:t>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11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959512" y="2329439"/>
            <a:ext cx="3190457" cy="334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75" b="1">
                <a:solidFill>
                  <a:schemeClr val="accent2">
                    <a:lumMod val="50000"/>
                  </a:schemeClr>
                </a:solidFill>
              </a:rPr>
              <a:t>INFORMATION SOURCES</a:t>
            </a:r>
            <a:endParaRPr lang="en-US" sz="1575" b="1" dirty="0"/>
          </a:p>
        </p:txBody>
      </p:sp>
      <p:sp>
        <p:nvSpPr>
          <p:cNvPr id="10" name="Action Button: Home 7">
            <a:hlinkClick r:id="rId2" action="ppaction://hlinksldjump" highlightClick="1"/>
          </p:cNvPr>
          <p:cNvSpPr/>
          <p:nvPr/>
        </p:nvSpPr>
        <p:spPr>
          <a:xfrm>
            <a:off x="1150914" y="5021508"/>
            <a:ext cx="356089" cy="328393"/>
          </a:xfrm>
          <a:prstGeom prst="actionButtonHom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013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959513" y="749583"/>
            <a:ext cx="6408111" cy="301179"/>
          </a:xfrm>
        </p:spPr>
        <p:txBody>
          <a:bodyPr>
            <a:normAutofit fontScale="90000"/>
          </a:bodyPr>
          <a:lstStyle/>
          <a:p>
            <a:pPr>
              <a:spcBef>
                <a:spcPts val="1350"/>
              </a:spcBef>
            </a:pPr>
            <a:r>
              <a:rPr lang="en-GB" b="1" dirty="0"/>
              <a:t>Data and information (</a:t>
            </a:r>
            <a:r>
              <a:rPr lang="en-GB" b="1" cap="none" dirty="0"/>
              <a:t>continued</a:t>
            </a:r>
            <a:r>
              <a:rPr lang="en-GB" b="1" dirty="0"/>
              <a:t>)</a:t>
            </a:r>
            <a:endParaRPr lang="en-ZA" dirty="0"/>
          </a:p>
        </p:txBody>
      </p:sp>
      <p:pic>
        <p:nvPicPr>
          <p:cNvPr id="12" name="Picture 11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07035">
            <a:off x="5588963" y="2060618"/>
            <a:ext cx="2338337" cy="3449142"/>
          </a:xfrm>
          <a:prstGeom prst="rect">
            <a:avLst/>
          </a:prstGeom>
          <a:ln w="12700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2502436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9513" y="2677563"/>
            <a:ext cx="3759800" cy="22015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af-ZA" sz="1463" b="1" dirty="0"/>
              <a:t>People</a:t>
            </a:r>
          </a:p>
          <a:p>
            <a:pPr marL="0" indent="0">
              <a:buNone/>
            </a:pPr>
            <a:r>
              <a:rPr lang="af-ZA" sz="1350" b="1" dirty="0">
                <a:solidFill>
                  <a:schemeClr val="accent6">
                    <a:lumMod val="50000"/>
                  </a:schemeClr>
                </a:solidFill>
              </a:rPr>
              <a:t>Interviews</a:t>
            </a:r>
          </a:p>
          <a:p>
            <a:pPr lvl="1" indent="-202500"/>
            <a:r>
              <a:rPr lang="af-ZA" sz="1238" dirty="0"/>
              <a:t>Plan your questions and write them down </a:t>
            </a:r>
          </a:p>
          <a:p>
            <a:pPr lvl="1" indent="-202500"/>
            <a:r>
              <a:rPr lang="af-ZA" sz="1238" dirty="0"/>
              <a:t>Make an appointment with the person</a:t>
            </a:r>
            <a:endParaRPr lang="en-ZA" sz="1238" dirty="0"/>
          </a:p>
          <a:p>
            <a:pPr lvl="1" indent="-202500"/>
            <a:r>
              <a:rPr lang="af-ZA" sz="1238" dirty="0"/>
              <a:t>Be polite and be friendly</a:t>
            </a:r>
            <a:endParaRPr lang="en-ZA" sz="1238" dirty="0"/>
          </a:p>
          <a:p>
            <a:pPr lvl="1" indent="-202500"/>
            <a:r>
              <a:rPr lang="af-ZA" sz="1238" dirty="0"/>
              <a:t>Confirm whether you may make notes or record the interview</a:t>
            </a:r>
            <a:endParaRPr lang="en-ZA" sz="1238" dirty="0"/>
          </a:p>
          <a:p>
            <a:pPr lvl="1" indent="-202500"/>
            <a:r>
              <a:rPr lang="af-ZA" sz="1238" dirty="0"/>
              <a:t>Do not take too long and stick to the topic</a:t>
            </a:r>
            <a:endParaRPr lang="en-ZA" sz="1238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Trapezoid 4"/>
          <p:cNvSpPr/>
          <p:nvPr/>
        </p:nvSpPr>
        <p:spPr>
          <a:xfrm rot="7730102">
            <a:off x="6650105" y="2761840"/>
            <a:ext cx="267462" cy="1008212"/>
          </a:xfrm>
          <a:prstGeom prst="trapezoid">
            <a:avLst/>
          </a:prstGeom>
          <a:gradFill flip="none" rotWithShape="1">
            <a:gsLst>
              <a:gs pos="0">
                <a:schemeClr val="accent6">
                  <a:lumMod val="75000"/>
                  <a:tint val="66000"/>
                  <a:satMod val="160000"/>
                </a:schemeClr>
              </a:gs>
              <a:gs pos="50000">
                <a:schemeClr val="accent6">
                  <a:lumMod val="75000"/>
                  <a:tint val="44500"/>
                  <a:satMod val="160000"/>
                </a:schemeClr>
              </a:gs>
              <a:gs pos="100000">
                <a:schemeClr val="accent6">
                  <a:lumMod val="75000"/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013"/>
          </a:p>
        </p:txBody>
      </p:sp>
      <p:sp>
        <p:nvSpPr>
          <p:cNvPr id="6" name="Oval 5"/>
          <p:cNvSpPr/>
          <p:nvPr/>
        </p:nvSpPr>
        <p:spPr>
          <a:xfrm>
            <a:off x="6012449" y="2561284"/>
            <a:ext cx="514350" cy="519494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75000"/>
                  <a:tint val="66000"/>
                  <a:satMod val="160000"/>
                </a:schemeClr>
              </a:gs>
              <a:gs pos="50000">
                <a:schemeClr val="accent6">
                  <a:lumMod val="75000"/>
                  <a:tint val="44500"/>
                  <a:satMod val="160000"/>
                </a:schemeClr>
              </a:gs>
              <a:gs pos="100000">
                <a:schemeClr val="accent6">
                  <a:lumMod val="7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013"/>
          </a:p>
        </p:txBody>
      </p:sp>
      <p:sp>
        <p:nvSpPr>
          <p:cNvPr id="7" name="Freeform 6"/>
          <p:cNvSpPr/>
          <p:nvPr/>
        </p:nvSpPr>
        <p:spPr>
          <a:xfrm>
            <a:off x="7019938" y="3579742"/>
            <a:ext cx="384545" cy="908792"/>
          </a:xfrm>
          <a:custGeom>
            <a:avLst/>
            <a:gdLst>
              <a:gd name="connsiteX0" fmla="*/ 284349 w 683634"/>
              <a:gd name="connsiteY0" fmla="*/ 0 h 1615631"/>
              <a:gd name="connsiteX1" fmla="*/ 677541 w 683634"/>
              <a:gd name="connsiteY1" fmla="*/ 502920 h 1615631"/>
              <a:gd name="connsiteX2" fmla="*/ 10029 w 683634"/>
              <a:gd name="connsiteY2" fmla="*/ 1042416 h 1615631"/>
              <a:gd name="connsiteX3" fmla="*/ 275205 w 683634"/>
              <a:gd name="connsiteY3" fmla="*/ 1563624 h 1615631"/>
              <a:gd name="connsiteX4" fmla="*/ 266061 w 683634"/>
              <a:gd name="connsiteY4" fmla="*/ 1600200 h 1615631"/>
              <a:gd name="connsiteX5" fmla="*/ 293493 w 683634"/>
              <a:gd name="connsiteY5" fmla="*/ 1591056 h 1615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3634" h="1615631">
                <a:moveTo>
                  <a:pt x="284349" y="0"/>
                </a:moveTo>
                <a:cubicBezTo>
                  <a:pt x="503805" y="164592"/>
                  <a:pt x="723261" y="329184"/>
                  <a:pt x="677541" y="502920"/>
                </a:cubicBezTo>
                <a:cubicBezTo>
                  <a:pt x="631821" y="676656"/>
                  <a:pt x="77085" y="865632"/>
                  <a:pt x="10029" y="1042416"/>
                </a:cubicBezTo>
                <a:cubicBezTo>
                  <a:pt x="-57027" y="1219200"/>
                  <a:pt x="232533" y="1470660"/>
                  <a:pt x="275205" y="1563624"/>
                </a:cubicBezTo>
                <a:cubicBezTo>
                  <a:pt x="317877" y="1656588"/>
                  <a:pt x="263013" y="1595628"/>
                  <a:pt x="266061" y="1600200"/>
                </a:cubicBezTo>
                <a:cubicBezTo>
                  <a:pt x="269109" y="1604772"/>
                  <a:pt x="281301" y="1597914"/>
                  <a:pt x="293493" y="1591056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013"/>
          </a:p>
        </p:txBody>
      </p:sp>
      <p:sp>
        <p:nvSpPr>
          <p:cNvPr id="11" name="TextBox 10"/>
          <p:cNvSpPr txBox="1"/>
          <p:nvPr/>
        </p:nvSpPr>
        <p:spPr>
          <a:xfrm>
            <a:off x="1959513" y="2329439"/>
            <a:ext cx="3224962" cy="334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75" b="1">
                <a:solidFill>
                  <a:schemeClr val="accent2">
                    <a:lumMod val="50000"/>
                  </a:schemeClr>
                </a:solidFill>
              </a:rPr>
              <a:t>INFORMATION SOURCES</a:t>
            </a:r>
            <a:endParaRPr lang="en-US" sz="1575" b="1" dirty="0"/>
          </a:p>
        </p:txBody>
      </p:sp>
      <p:sp>
        <p:nvSpPr>
          <p:cNvPr id="12" name="Action Button: Home 7">
            <a:hlinkClick r:id="rId2" action="ppaction://hlinksldjump" highlightClick="1"/>
          </p:cNvPr>
          <p:cNvSpPr/>
          <p:nvPr/>
        </p:nvSpPr>
        <p:spPr>
          <a:xfrm>
            <a:off x="1150914" y="5021508"/>
            <a:ext cx="356089" cy="328393"/>
          </a:xfrm>
          <a:prstGeom prst="actionButtonHom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013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959513" y="749583"/>
            <a:ext cx="6408111" cy="301179"/>
          </a:xfrm>
        </p:spPr>
        <p:txBody>
          <a:bodyPr>
            <a:normAutofit fontScale="90000"/>
          </a:bodyPr>
          <a:lstStyle/>
          <a:p>
            <a:pPr>
              <a:spcBef>
                <a:spcPts val="1350"/>
              </a:spcBef>
            </a:pPr>
            <a:r>
              <a:rPr lang="en-GB" b="1" dirty="0"/>
              <a:t>Data and information (</a:t>
            </a:r>
            <a:r>
              <a:rPr lang="en-GB" b="1" cap="none" dirty="0"/>
              <a:t>continued</a:t>
            </a:r>
            <a:r>
              <a:rPr lang="en-GB" b="1" dirty="0"/>
              <a:t>)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875179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9514" y="2677558"/>
            <a:ext cx="3908825" cy="19957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af-ZA" sz="1463" b="1" dirty="0"/>
              <a:t>People</a:t>
            </a:r>
          </a:p>
          <a:p>
            <a:pPr marL="0" indent="0">
              <a:buNone/>
            </a:pPr>
            <a:r>
              <a:rPr lang="af-ZA" sz="1350" b="1" dirty="0">
                <a:solidFill>
                  <a:schemeClr val="accent6">
                    <a:lumMod val="50000"/>
                  </a:schemeClr>
                </a:solidFill>
              </a:rPr>
              <a:t>Interviews – make notes of the content</a:t>
            </a:r>
          </a:p>
          <a:p>
            <a:pPr lvl="1" indent="-202500"/>
            <a:r>
              <a:rPr lang="af-ZA" sz="1238" dirty="0"/>
              <a:t>the date</a:t>
            </a:r>
          </a:p>
          <a:p>
            <a:pPr lvl="1" indent="-202500"/>
            <a:r>
              <a:rPr lang="af-ZA" sz="1238" dirty="0"/>
              <a:t>the person interviewed</a:t>
            </a:r>
          </a:p>
          <a:p>
            <a:pPr lvl="1" indent="-202500"/>
            <a:r>
              <a:rPr lang="af-ZA" sz="1238" dirty="0"/>
              <a:t>the rank or position of the person, i.e. the reason why you interviewed the person</a:t>
            </a:r>
          </a:p>
          <a:p>
            <a:pPr marL="257175" lvl="1" indent="0">
              <a:spcBef>
                <a:spcPts val="675"/>
              </a:spcBef>
              <a:buNone/>
            </a:pPr>
            <a:r>
              <a:rPr lang="af-ZA" sz="1238" b="1" dirty="0"/>
              <a:t>(You are going to use this in your references)</a:t>
            </a:r>
            <a:endParaRPr lang="en-ZA" sz="1238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959512" y="2329439"/>
            <a:ext cx="3233589" cy="334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75" b="1">
                <a:solidFill>
                  <a:schemeClr val="accent2">
                    <a:lumMod val="50000"/>
                  </a:schemeClr>
                </a:solidFill>
              </a:rPr>
              <a:t>INFORMATION SOURCES</a:t>
            </a:r>
            <a:endParaRPr lang="en-US" sz="1575" b="1" dirty="0"/>
          </a:p>
        </p:txBody>
      </p:sp>
      <p:sp>
        <p:nvSpPr>
          <p:cNvPr id="13" name="Trapezoid 12"/>
          <p:cNvSpPr/>
          <p:nvPr/>
        </p:nvSpPr>
        <p:spPr>
          <a:xfrm rot="7730102">
            <a:off x="6650105" y="2761840"/>
            <a:ext cx="267462" cy="1008212"/>
          </a:xfrm>
          <a:prstGeom prst="trapezoid">
            <a:avLst/>
          </a:prstGeom>
          <a:gradFill flip="none" rotWithShape="1">
            <a:gsLst>
              <a:gs pos="0">
                <a:schemeClr val="accent6">
                  <a:lumMod val="75000"/>
                  <a:tint val="66000"/>
                  <a:satMod val="160000"/>
                </a:schemeClr>
              </a:gs>
              <a:gs pos="50000">
                <a:schemeClr val="accent6">
                  <a:lumMod val="75000"/>
                  <a:tint val="44500"/>
                  <a:satMod val="160000"/>
                </a:schemeClr>
              </a:gs>
              <a:gs pos="100000">
                <a:schemeClr val="accent6">
                  <a:lumMod val="75000"/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013"/>
          </a:p>
        </p:txBody>
      </p:sp>
      <p:sp>
        <p:nvSpPr>
          <p:cNvPr id="14" name="Oval 13"/>
          <p:cNvSpPr/>
          <p:nvPr/>
        </p:nvSpPr>
        <p:spPr>
          <a:xfrm>
            <a:off x="6012449" y="2561284"/>
            <a:ext cx="514350" cy="519494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75000"/>
                  <a:tint val="66000"/>
                  <a:satMod val="160000"/>
                </a:schemeClr>
              </a:gs>
              <a:gs pos="50000">
                <a:schemeClr val="accent6">
                  <a:lumMod val="75000"/>
                  <a:tint val="44500"/>
                  <a:satMod val="160000"/>
                </a:schemeClr>
              </a:gs>
              <a:gs pos="100000">
                <a:schemeClr val="accent6">
                  <a:lumMod val="7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013"/>
          </a:p>
        </p:txBody>
      </p:sp>
      <p:sp>
        <p:nvSpPr>
          <p:cNvPr id="15" name="Freeform 6"/>
          <p:cNvSpPr/>
          <p:nvPr/>
        </p:nvSpPr>
        <p:spPr>
          <a:xfrm>
            <a:off x="7019938" y="3579742"/>
            <a:ext cx="384545" cy="908792"/>
          </a:xfrm>
          <a:custGeom>
            <a:avLst/>
            <a:gdLst>
              <a:gd name="connsiteX0" fmla="*/ 284349 w 683634"/>
              <a:gd name="connsiteY0" fmla="*/ 0 h 1615631"/>
              <a:gd name="connsiteX1" fmla="*/ 677541 w 683634"/>
              <a:gd name="connsiteY1" fmla="*/ 502920 h 1615631"/>
              <a:gd name="connsiteX2" fmla="*/ 10029 w 683634"/>
              <a:gd name="connsiteY2" fmla="*/ 1042416 h 1615631"/>
              <a:gd name="connsiteX3" fmla="*/ 275205 w 683634"/>
              <a:gd name="connsiteY3" fmla="*/ 1563624 h 1615631"/>
              <a:gd name="connsiteX4" fmla="*/ 266061 w 683634"/>
              <a:gd name="connsiteY4" fmla="*/ 1600200 h 1615631"/>
              <a:gd name="connsiteX5" fmla="*/ 293493 w 683634"/>
              <a:gd name="connsiteY5" fmla="*/ 1591056 h 1615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3634" h="1615631">
                <a:moveTo>
                  <a:pt x="284349" y="0"/>
                </a:moveTo>
                <a:cubicBezTo>
                  <a:pt x="503805" y="164592"/>
                  <a:pt x="723261" y="329184"/>
                  <a:pt x="677541" y="502920"/>
                </a:cubicBezTo>
                <a:cubicBezTo>
                  <a:pt x="631821" y="676656"/>
                  <a:pt x="77085" y="865632"/>
                  <a:pt x="10029" y="1042416"/>
                </a:cubicBezTo>
                <a:cubicBezTo>
                  <a:pt x="-57027" y="1219200"/>
                  <a:pt x="232533" y="1470660"/>
                  <a:pt x="275205" y="1563624"/>
                </a:cubicBezTo>
                <a:cubicBezTo>
                  <a:pt x="317877" y="1656588"/>
                  <a:pt x="263013" y="1595628"/>
                  <a:pt x="266061" y="1600200"/>
                </a:cubicBezTo>
                <a:cubicBezTo>
                  <a:pt x="269109" y="1604772"/>
                  <a:pt x="281301" y="1597914"/>
                  <a:pt x="293493" y="1591056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013"/>
          </a:p>
        </p:txBody>
      </p:sp>
      <p:sp>
        <p:nvSpPr>
          <p:cNvPr id="16" name="Action Button: Home 7">
            <a:hlinkClick r:id="rId2" action="ppaction://hlinksldjump" highlightClick="1"/>
          </p:cNvPr>
          <p:cNvSpPr/>
          <p:nvPr/>
        </p:nvSpPr>
        <p:spPr>
          <a:xfrm>
            <a:off x="1150914" y="5021508"/>
            <a:ext cx="356089" cy="328393"/>
          </a:xfrm>
          <a:prstGeom prst="actionButtonHom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013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959513" y="749583"/>
            <a:ext cx="6408111" cy="301179"/>
          </a:xfrm>
        </p:spPr>
        <p:txBody>
          <a:bodyPr>
            <a:normAutofit fontScale="90000"/>
          </a:bodyPr>
          <a:lstStyle/>
          <a:p>
            <a:pPr>
              <a:spcBef>
                <a:spcPts val="1350"/>
              </a:spcBef>
            </a:pPr>
            <a:r>
              <a:rPr lang="en-GB" b="1" dirty="0"/>
              <a:t>Data and information (</a:t>
            </a:r>
            <a:r>
              <a:rPr lang="en-GB" b="1" cap="none" dirty="0"/>
              <a:t>continued</a:t>
            </a:r>
            <a:r>
              <a:rPr lang="en-GB" b="1" dirty="0"/>
              <a:t>)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529241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725283" y="2488012"/>
            <a:ext cx="2195209" cy="1061972"/>
          </a:xfrm>
        </p:spPr>
        <p:txBody>
          <a:bodyPr>
            <a:normAutofit fontScale="90000"/>
          </a:bodyPr>
          <a:lstStyle/>
          <a:p>
            <a:r>
              <a:rPr lang="en-GB" b="1" i="1" dirty="0">
                <a:solidFill>
                  <a:schemeClr val="accent2">
                    <a:lumMod val="75000"/>
                  </a:schemeClr>
                </a:solidFill>
              </a:rPr>
              <a:t>Activity 2</a:t>
            </a:r>
            <a:br>
              <a:rPr lang="en-ZA" b="1" i="1" dirty="0"/>
            </a:br>
            <a:endParaRPr lang="en-ZA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14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4069" y="2091243"/>
            <a:ext cx="2732957" cy="20633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Action Button: Home 7">
            <a:hlinkClick r:id="rId3" action="ppaction://hlinksldjump" highlightClick="1"/>
          </p:cNvPr>
          <p:cNvSpPr/>
          <p:nvPr/>
        </p:nvSpPr>
        <p:spPr>
          <a:xfrm>
            <a:off x="1150914" y="5021508"/>
            <a:ext cx="356089" cy="328393"/>
          </a:xfrm>
          <a:prstGeom prst="actionButtonHom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013"/>
          </a:p>
        </p:txBody>
      </p:sp>
    </p:spTree>
    <p:extLst>
      <p:ext uri="{BB962C8B-B14F-4D97-AF65-F5344CB8AC3E}">
        <p14:creationId xmlns:p14="http://schemas.microsoft.com/office/powerpoint/2010/main" val="4250748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Test </a:t>
            </a:r>
            <a:r>
              <a:rPr lang="en-GB" b="1"/>
              <a:t>and improve</a:t>
            </a:r>
            <a:br>
              <a:rPr lang="en-ZA" b="1" dirty="0"/>
            </a:br>
            <a:endParaRPr lang="en-ZA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15</a:t>
            </a:fld>
            <a:endParaRPr lang="en-US" dirty="0"/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3080901949"/>
              </p:ext>
            </p:extLst>
          </p:nvPr>
        </p:nvGraphicFramePr>
        <p:xfrm>
          <a:off x="1507003" y="2388770"/>
          <a:ext cx="5746666" cy="24888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Action Button: Home 7">
            <a:hlinkClick r:id="rId7" action="ppaction://hlinksldjump" highlightClick="1"/>
          </p:cNvPr>
          <p:cNvSpPr/>
          <p:nvPr/>
        </p:nvSpPr>
        <p:spPr>
          <a:xfrm>
            <a:off x="1150914" y="5021508"/>
            <a:ext cx="356089" cy="328393"/>
          </a:xfrm>
          <a:prstGeom prst="actionButtonHom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013"/>
          </a:p>
        </p:txBody>
      </p:sp>
    </p:spTree>
    <p:extLst>
      <p:ext uri="{BB962C8B-B14F-4D97-AF65-F5344CB8AC3E}">
        <p14:creationId xmlns:p14="http://schemas.microsoft.com/office/powerpoint/2010/main" val="148033125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315</TotalTime>
  <Words>573</Words>
  <Application>Microsoft Office PowerPoint</Application>
  <PresentationFormat>On-screen Show (4:3)</PresentationFormat>
  <Paragraphs>124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Gill Sans MT</vt:lpstr>
      <vt:lpstr>Symbol</vt:lpstr>
      <vt:lpstr>Wingdings</vt:lpstr>
      <vt:lpstr>Gallery</vt:lpstr>
      <vt:lpstr>A strategy for solving problems</vt:lpstr>
      <vt:lpstr>PowerPoint Presentation</vt:lpstr>
      <vt:lpstr>Introduction </vt:lpstr>
      <vt:lpstr>Introduction (continued) </vt:lpstr>
      <vt:lpstr>General problem solving</vt:lpstr>
      <vt:lpstr>The role of questions </vt:lpstr>
      <vt:lpstr>Activity 1 </vt:lpstr>
      <vt:lpstr>Data and information</vt:lpstr>
      <vt:lpstr>Data and information (continued)</vt:lpstr>
      <vt:lpstr>Data and information (continued)</vt:lpstr>
      <vt:lpstr>Data and information (continued)</vt:lpstr>
      <vt:lpstr>Data and information (continued)</vt:lpstr>
      <vt:lpstr>Data and information (continued)</vt:lpstr>
      <vt:lpstr>Activity 2 </vt:lpstr>
      <vt:lpstr>Test and improve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strategy for solving problems</dc:title>
  <dc:creator>R Barnard</dc:creator>
  <dcterms:created xsi:type="dcterms:W3CDTF">2016-09-11T11:52:12Z</dcterms:created>
  <dcterms:modified xsi:type="dcterms:W3CDTF">2017-01-21T11:43:04Z</dcterms:modified>
</cp:coreProperties>
</file>