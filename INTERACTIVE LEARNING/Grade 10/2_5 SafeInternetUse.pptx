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</p:sldMasterIdLst>
  <p:notesMasterIdLst>
    <p:notesMasterId r:id="rId30"/>
  </p:notesMasterIdLst>
  <p:sldIdLst>
    <p:sldId id="257" r:id="rId2"/>
    <p:sldId id="296" r:id="rId3"/>
    <p:sldId id="288" r:id="rId4"/>
    <p:sldId id="339" r:id="rId5"/>
    <p:sldId id="340" r:id="rId6"/>
    <p:sldId id="341" r:id="rId7"/>
    <p:sldId id="342" r:id="rId8"/>
    <p:sldId id="358" r:id="rId9"/>
    <p:sldId id="364" r:id="rId10"/>
    <p:sldId id="343" r:id="rId11"/>
    <p:sldId id="344" r:id="rId12"/>
    <p:sldId id="345" r:id="rId13"/>
    <p:sldId id="297" r:id="rId14"/>
    <p:sldId id="360" r:id="rId15"/>
    <p:sldId id="346" r:id="rId16"/>
    <p:sldId id="347" r:id="rId17"/>
    <p:sldId id="348" r:id="rId18"/>
    <p:sldId id="349" r:id="rId19"/>
    <p:sldId id="350" r:id="rId20"/>
    <p:sldId id="351" r:id="rId21"/>
    <p:sldId id="361" r:id="rId22"/>
    <p:sldId id="352" r:id="rId23"/>
    <p:sldId id="354" r:id="rId24"/>
    <p:sldId id="362" r:id="rId25"/>
    <p:sldId id="355" r:id="rId26"/>
    <p:sldId id="365" r:id="rId27"/>
    <p:sldId id="359" r:id="rId28"/>
    <p:sldId id="363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0000"/>
    <a:srgbClr val="FF5050"/>
    <a:srgbClr val="66FF33"/>
    <a:srgbClr val="0066FF"/>
    <a:srgbClr val="33CC33"/>
    <a:srgbClr val="DAEDEF"/>
    <a:srgbClr val="000000"/>
    <a:srgbClr val="33CCFF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25" autoAdjust="0"/>
    <p:restoredTop sz="96370" autoAdjust="0"/>
  </p:normalViewPr>
  <p:slideViewPr>
    <p:cSldViewPr>
      <p:cViewPr varScale="1">
        <p:scale>
          <a:sx n="111" d="100"/>
          <a:sy n="111" d="100"/>
        </p:scale>
        <p:origin x="154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9ACB8D-6AAF-4287-888A-7EDCA9DC1FE1}" type="doc">
      <dgm:prSet loTypeId="urn:microsoft.com/office/officeart/2005/8/layout/hList7" loCatId="list" qsTypeId="urn:microsoft.com/office/officeart/2005/8/quickstyle/simple1" qsCatId="simple" csTypeId="urn:microsoft.com/office/officeart/2005/8/colors/colorful1#1" csCatId="colorful" phldr="1"/>
      <dgm:spPr/>
    </dgm:pt>
    <dgm:pt modelId="{D3B7F4F6-BB84-479B-B27E-9F0EB8E5F840}">
      <dgm:prSet phldrT="[Text]"/>
      <dgm:spPr/>
      <dgm:t>
        <a:bodyPr/>
        <a:lstStyle/>
        <a:p>
          <a:r>
            <a:rPr lang="en-ZA" dirty="0"/>
            <a:t>email attachments</a:t>
          </a:r>
        </a:p>
      </dgm:t>
    </dgm:pt>
    <dgm:pt modelId="{B1D9241B-6456-4200-9C26-77D3ECA0C02F}" type="parTrans" cxnId="{E05B6905-C9CE-4785-ABB0-F2E344460C0B}">
      <dgm:prSet/>
      <dgm:spPr/>
      <dgm:t>
        <a:bodyPr/>
        <a:lstStyle/>
        <a:p>
          <a:endParaRPr lang="en-ZA"/>
        </a:p>
      </dgm:t>
    </dgm:pt>
    <dgm:pt modelId="{23C879D9-E6B7-4A34-9915-867E3652818D}" type="sibTrans" cxnId="{E05B6905-C9CE-4785-ABB0-F2E344460C0B}">
      <dgm:prSet/>
      <dgm:spPr/>
      <dgm:t>
        <a:bodyPr/>
        <a:lstStyle/>
        <a:p>
          <a:endParaRPr lang="en-ZA"/>
        </a:p>
      </dgm:t>
    </dgm:pt>
    <dgm:pt modelId="{DA6F4D39-A44D-42CB-BB3A-D6739BC331FA}">
      <dgm:prSet phldrT="[Text]"/>
      <dgm:spPr/>
      <dgm:t>
        <a:bodyPr/>
        <a:lstStyle/>
        <a:p>
          <a:r>
            <a:rPr lang="en-ZA" dirty="0"/>
            <a:t>internet downloads</a:t>
          </a:r>
        </a:p>
      </dgm:t>
    </dgm:pt>
    <dgm:pt modelId="{E80F1DDC-7F74-4CF5-9C4B-C8464254BF47}" type="parTrans" cxnId="{61733899-9671-4A62-A7C5-8DA4DC731AA8}">
      <dgm:prSet/>
      <dgm:spPr/>
      <dgm:t>
        <a:bodyPr/>
        <a:lstStyle/>
        <a:p>
          <a:endParaRPr lang="en-ZA"/>
        </a:p>
      </dgm:t>
    </dgm:pt>
    <dgm:pt modelId="{4D6E9698-44E3-4248-BCD6-1C3AF57C27D9}" type="sibTrans" cxnId="{61733899-9671-4A62-A7C5-8DA4DC731AA8}">
      <dgm:prSet/>
      <dgm:spPr/>
      <dgm:t>
        <a:bodyPr/>
        <a:lstStyle/>
        <a:p>
          <a:endParaRPr lang="en-ZA"/>
        </a:p>
      </dgm:t>
    </dgm:pt>
    <dgm:pt modelId="{33ED8B4F-3323-4657-A491-E6C985AC1665}">
      <dgm:prSet phldrT="[Text]"/>
      <dgm:spPr/>
      <dgm:t>
        <a:bodyPr/>
        <a:lstStyle/>
        <a:p>
          <a:r>
            <a:rPr lang="en-ZA">
              <a:solidFill>
                <a:schemeClr val="bg1"/>
              </a:solidFill>
            </a:rPr>
            <a:t>files </a:t>
          </a:r>
          <a:r>
            <a:rPr lang="en-ZA" dirty="0">
              <a:solidFill>
                <a:schemeClr val="bg1"/>
              </a:solidFill>
            </a:rPr>
            <a:t>shared on network</a:t>
          </a:r>
        </a:p>
      </dgm:t>
    </dgm:pt>
    <dgm:pt modelId="{5819793F-7FD8-41C3-BB9A-2B1FC4555B3D}" type="parTrans" cxnId="{573F7A10-FE0A-446A-8CC3-E52484D157B0}">
      <dgm:prSet/>
      <dgm:spPr/>
      <dgm:t>
        <a:bodyPr/>
        <a:lstStyle/>
        <a:p>
          <a:endParaRPr lang="en-ZA"/>
        </a:p>
      </dgm:t>
    </dgm:pt>
    <dgm:pt modelId="{60B95197-4CE1-4ADB-A49F-1B963C8DD94A}" type="sibTrans" cxnId="{573F7A10-FE0A-446A-8CC3-E52484D157B0}">
      <dgm:prSet/>
      <dgm:spPr/>
      <dgm:t>
        <a:bodyPr/>
        <a:lstStyle/>
        <a:p>
          <a:endParaRPr lang="en-ZA"/>
        </a:p>
      </dgm:t>
    </dgm:pt>
    <dgm:pt modelId="{AF3D77D6-96EC-4E5C-87C2-985575E08F0A}">
      <dgm:prSet/>
      <dgm:spPr/>
      <dgm:t>
        <a:bodyPr/>
        <a:lstStyle/>
        <a:p>
          <a:r>
            <a:rPr lang="en-US"/>
            <a:t>files </a:t>
          </a:r>
          <a:r>
            <a:rPr lang="en-US" dirty="0"/>
            <a:t>on portable media</a:t>
          </a:r>
        </a:p>
      </dgm:t>
    </dgm:pt>
    <dgm:pt modelId="{039738AE-4F9F-47A5-977A-D58444497D6C}" type="parTrans" cxnId="{0939520F-8C7F-450B-912A-CBFB91E57689}">
      <dgm:prSet/>
      <dgm:spPr/>
      <dgm:t>
        <a:bodyPr/>
        <a:lstStyle/>
        <a:p>
          <a:endParaRPr lang="en-US"/>
        </a:p>
      </dgm:t>
    </dgm:pt>
    <dgm:pt modelId="{15DB97B2-75E5-4D1C-96BB-5FE582F57EE9}" type="sibTrans" cxnId="{0939520F-8C7F-450B-912A-CBFB91E57689}">
      <dgm:prSet/>
      <dgm:spPr/>
      <dgm:t>
        <a:bodyPr/>
        <a:lstStyle/>
        <a:p>
          <a:endParaRPr lang="en-US"/>
        </a:p>
      </dgm:t>
    </dgm:pt>
    <dgm:pt modelId="{0A7C28D2-E553-457B-B1F4-189C8B32C4BC}" type="pres">
      <dgm:prSet presAssocID="{AC9ACB8D-6AAF-4287-888A-7EDCA9DC1FE1}" presName="Name0" presStyleCnt="0">
        <dgm:presLayoutVars>
          <dgm:dir/>
          <dgm:resizeHandles val="exact"/>
        </dgm:presLayoutVars>
      </dgm:prSet>
      <dgm:spPr/>
    </dgm:pt>
    <dgm:pt modelId="{454CCD5E-B490-4520-8A5F-A3D0393FA1B9}" type="pres">
      <dgm:prSet presAssocID="{AC9ACB8D-6AAF-4287-888A-7EDCA9DC1FE1}" presName="fgShape" presStyleLbl="fgShp" presStyleIdx="0" presStyleCnt="1"/>
      <dgm:spPr/>
    </dgm:pt>
    <dgm:pt modelId="{891C4235-3C93-42D9-B8C9-4621932764C5}" type="pres">
      <dgm:prSet presAssocID="{AC9ACB8D-6AAF-4287-888A-7EDCA9DC1FE1}" presName="linComp" presStyleCnt="0"/>
      <dgm:spPr/>
    </dgm:pt>
    <dgm:pt modelId="{9AB76DFE-C75D-4C06-872C-F96719E89933}" type="pres">
      <dgm:prSet presAssocID="{D3B7F4F6-BB84-479B-B27E-9F0EB8E5F840}" presName="compNode" presStyleCnt="0"/>
      <dgm:spPr/>
    </dgm:pt>
    <dgm:pt modelId="{5BC725E4-FA65-4BF1-A2CB-2FDAD24CD65C}" type="pres">
      <dgm:prSet presAssocID="{D3B7F4F6-BB84-479B-B27E-9F0EB8E5F840}" presName="bkgdShape" presStyleLbl="node1" presStyleIdx="0" presStyleCnt="4"/>
      <dgm:spPr/>
    </dgm:pt>
    <dgm:pt modelId="{A2FF0944-1824-4E80-A8B7-C29C410AADF9}" type="pres">
      <dgm:prSet presAssocID="{D3B7F4F6-BB84-479B-B27E-9F0EB8E5F840}" presName="nodeTx" presStyleLbl="node1" presStyleIdx="0" presStyleCnt="4">
        <dgm:presLayoutVars>
          <dgm:bulletEnabled val="1"/>
        </dgm:presLayoutVars>
      </dgm:prSet>
      <dgm:spPr/>
    </dgm:pt>
    <dgm:pt modelId="{CAFBE720-71AB-4176-8B25-65470FDD47E0}" type="pres">
      <dgm:prSet presAssocID="{D3B7F4F6-BB84-479B-B27E-9F0EB8E5F840}" presName="invisiNode" presStyleLbl="node1" presStyleIdx="0" presStyleCnt="4"/>
      <dgm:spPr/>
    </dgm:pt>
    <dgm:pt modelId="{008C1554-8104-4FE0-9480-187644AFD804}" type="pres">
      <dgm:prSet presAssocID="{D3B7F4F6-BB84-479B-B27E-9F0EB8E5F840}" presName="imagNode" presStyleLbl="fgImgPlac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" r="-1000"/>
          </a:stretch>
        </a:blipFill>
      </dgm:spPr>
    </dgm:pt>
    <dgm:pt modelId="{009C1B17-E195-4196-A919-9463521EDE43}" type="pres">
      <dgm:prSet presAssocID="{23C879D9-E6B7-4A34-9915-867E3652818D}" presName="sibTrans" presStyleLbl="sibTrans2D1" presStyleIdx="0" presStyleCnt="0"/>
      <dgm:spPr/>
    </dgm:pt>
    <dgm:pt modelId="{C3381EE5-4CC3-442C-A7B4-4E848D8C7FCA}" type="pres">
      <dgm:prSet presAssocID="{DA6F4D39-A44D-42CB-BB3A-D6739BC331FA}" presName="compNode" presStyleCnt="0"/>
      <dgm:spPr/>
    </dgm:pt>
    <dgm:pt modelId="{D2897D74-B0A1-42BC-9C8D-E97EF1378734}" type="pres">
      <dgm:prSet presAssocID="{DA6F4D39-A44D-42CB-BB3A-D6739BC331FA}" presName="bkgdShape" presStyleLbl="node1" presStyleIdx="1" presStyleCnt="4" custLinFactNeighborX="1051" custLinFactNeighborY="-246"/>
      <dgm:spPr/>
    </dgm:pt>
    <dgm:pt modelId="{141B69C2-E113-4A04-8C74-C3169E5DEC56}" type="pres">
      <dgm:prSet presAssocID="{DA6F4D39-A44D-42CB-BB3A-D6739BC331FA}" presName="nodeTx" presStyleLbl="node1" presStyleIdx="1" presStyleCnt="4">
        <dgm:presLayoutVars>
          <dgm:bulletEnabled val="1"/>
        </dgm:presLayoutVars>
      </dgm:prSet>
      <dgm:spPr/>
    </dgm:pt>
    <dgm:pt modelId="{581380FB-DCAF-4777-9B52-A6798C07A362}" type="pres">
      <dgm:prSet presAssocID="{DA6F4D39-A44D-42CB-BB3A-D6739BC331FA}" presName="invisiNode" presStyleLbl="node1" presStyleIdx="1" presStyleCnt="4"/>
      <dgm:spPr/>
    </dgm:pt>
    <dgm:pt modelId="{1C9B75AE-2FAC-4887-9A81-C65C29884D5E}" type="pres">
      <dgm:prSet presAssocID="{DA6F4D39-A44D-42CB-BB3A-D6739BC331FA}" presName="imagNode" presStyleLbl="fgImgPlace1" presStyleIdx="1" presStyleCnt="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6FAC99C0-9B71-4ED1-901D-05F5B13EF1FD}" type="pres">
      <dgm:prSet presAssocID="{4D6E9698-44E3-4248-BCD6-1C3AF57C27D9}" presName="sibTrans" presStyleLbl="sibTrans2D1" presStyleIdx="0" presStyleCnt="0"/>
      <dgm:spPr/>
    </dgm:pt>
    <dgm:pt modelId="{078A4600-2213-45D4-82F5-B44641ED90BF}" type="pres">
      <dgm:prSet presAssocID="{33ED8B4F-3323-4657-A491-E6C985AC1665}" presName="compNode" presStyleCnt="0"/>
      <dgm:spPr/>
    </dgm:pt>
    <dgm:pt modelId="{39CEFDBF-44A5-404B-A728-F96363C682FC}" type="pres">
      <dgm:prSet presAssocID="{33ED8B4F-3323-4657-A491-E6C985AC1665}" presName="bkgdShape" presStyleLbl="node1" presStyleIdx="2" presStyleCnt="4"/>
      <dgm:spPr/>
    </dgm:pt>
    <dgm:pt modelId="{85407769-826D-49CB-8C53-01FFFA4B72F3}" type="pres">
      <dgm:prSet presAssocID="{33ED8B4F-3323-4657-A491-E6C985AC1665}" presName="nodeTx" presStyleLbl="node1" presStyleIdx="2" presStyleCnt="4">
        <dgm:presLayoutVars>
          <dgm:bulletEnabled val="1"/>
        </dgm:presLayoutVars>
      </dgm:prSet>
      <dgm:spPr/>
    </dgm:pt>
    <dgm:pt modelId="{37BF219C-C7E9-48AB-8989-A0109A941509}" type="pres">
      <dgm:prSet presAssocID="{33ED8B4F-3323-4657-A491-E6C985AC1665}" presName="invisiNode" presStyleLbl="node1" presStyleIdx="2" presStyleCnt="4"/>
      <dgm:spPr/>
    </dgm:pt>
    <dgm:pt modelId="{E3F7E699-C16C-4885-B222-9F9CC7591AD4}" type="pres">
      <dgm:prSet presAssocID="{33ED8B4F-3323-4657-A491-E6C985AC1665}" presName="imagNode" presStyleLbl="fgImgPlace1" presStyleIdx="2" presStyleCnt="4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902747C4-44B2-4E83-9ADC-A485F9B98709}" type="pres">
      <dgm:prSet presAssocID="{60B95197-4CE1-4ADB-A49F-1B963C8DD94A}" presName="sibTrans" presStyleLbl="sibTrans2D1" presStyleIdx="0" presStyleCnt="0"/>
      <dgm:spPr/>
    </dgm:pt>
    <dgm:pt modelId="{AEB2096F-1B10-4343-8043-DC33CAC61513}" type="pres">
      <dgm:prSet presAssocID="{AF3D77D6-96EC-4E5C-87C2-985575E08F0A}" presName="compNode" presStyleCnt="0"/>
      <dgm:spPr/>
    </dgm:pt>
    <dgm:pt modelId="{BE8FD9DD-88B5-4CE8-B493-3D6100042016}" type="pres">
      <dgm:prSet presAssocID="{AF3D77D6-96EC-4E5C-87C2-985575E08F0A}" presName="bkgdShape" presStyleLbl="node1" presStyleIdx="3" presStyleCnt="4"/>
      <dgm:spPr/>
    </dgm:pt>
    <dgm:pt modelId="{680E4C01-C065-457A-93DD-7F45309E52F9}" type="pres">
      <dgm:prSet presAssocID="{AF3D77D6-96EC-4E5C-87C2-985575E08F0A}" presName="nodeTx" presStyleLbl="node1" presStyleIdx="3" presStyleCnt="4">
        <dgm:presLayoutVars>
          <dgm:bulletEnabled val="1"/>
        </dgm:presLayoutVars>
      </dgm:prSet>
      <dgm:spPr/>
    </dgm:pt>
    <dgm:pt modelId="{AF1CA48B-C95C-4321-8A4A-F08FBED4EA0A}" type="pres">
      <dgm:prSet presAssocID="{AF3D77D6-96EC-4E5C-87C2-985575E08F0A}" presName="invisiNode" presStyleLbl="node1" presStyleIdx="3" presStyleCnt="4"/>
      <dgm:spPr/>
    </dgm:pt>
    <dgm:pt modelId="{1023F8A7-156A-4719-A29A-0AB649B7D944}" type="pres">
      <dgm:prSet presAssocID="{AF3D77D6-96EC-4E5C-87C2-985575E08F0A}" presName="imagNode" presStyleLbl="fgImgPlace1" presStyleIdx="3" presStyleCnt="4"/>
      <dgm:spPr>
        <a:blipFill rotWithShape="1">
          <a:blip xmlns:r="http://schemas.openxmlformats.org/officeDocument/2006/relationships" r:embed="rId4"/>
          <a:stretch>
            <a:fillRect/>
          </a:stretch>
        </a:blipFill>
      </dgm:spPr>
    </dgm:pt>
  </dgm:ptLst>
  <dgm:cxnLst>
    <dgm:cxn modelId="{E05B6905-C9CE-4785-ABB0-F2E344460C0B}" srcId="{AC9ACB8D-6AAF-4287-888A-7EDCA9DC1FE1}" destId="{D3B7F4F6-BB84-479B-B27E-9F0EB8E5F840}" srcOrd="0" destOrd="0" parTransId="{B1D9241B-6456-4200-9C26-77D3ECA0C02F}" sibTransId="{23C879D9-E6B7-4A34-9915-867E3652818D}"/>
    <dgm:cxn modelId="{9CCB102A-17C9-46CF-A918-BE6AC38FAAC9}" type="presOf" srcId="{4D6E9698-44E3-4248-BCD6-1C3AF57C27D9}" destId="{6FAC99C0-9B71-4ED1-901D-05F5B13EF1FD}" srcOrd="0" destOrd="0" presId="urn:microsoft.com/office/officeart/2005/8/layout/hList7"/>
    <dgm:cxn modelId="{4B2C08BB-4CA4-4630-92F5-27CB5182E860}" type="presOf" srcId="{D3B7F4F6-BB84-479B-B27E-9F0EB8E5F840}" destId="{A2FF0944-1824-4E80-A8B7-C29C410AADF9}" srcOrd="1" destOrd="0" presId="urn:microsoft.com/office/officeart/2005/8/layout/hList7"/>
    <dgm:cxn modelId="{616C9504-4194-4919-A438-9B28DB3EA3D4}" type="presOf" srcId="{D3B7F4F6-BB84-479B-B27E-9F0EB8E5F840}" destId="{5BC725E4-FA65-4BF1-A2CB-2FDAD24CD65C}" srcOrd="0" destOrd="0" presId="urn:microsoft.com/office/officeart/2005/8/layout/hList7"/>
    <dgm:cxn modelId="{0939520F-8C7F-450B-912A-CBFB91E57689}" srcId="{AC9ACB8D-6AAF-4287-888A-7EDCA9DC1FE1}" destId="{AF3D77D6-96EC-4E5C-87C2-985575E08F0A}" srcOrd="3" destOrd="0" parTransId="{039738AE-4F9F-47A5-977A-D58444497D6C}" sibTransId="{15DB97B2-75E5-4D1C-96BB-5FE582F57EE9}"/>
    <dgm:cxn modelId="{573F7A10-FE0A-446A-8CC3-E52484D157B0}" srcId="{AC9ACB8D-6AAF-4287-888A-7EDCA9DC1FE1}" destId="{33ED8B4F-3323-4657-A491-E6C985AC1665}" srcOrd="2" destOrd="0" parTransId="{5819793F-7FD8-41C3-BB9A-2B1FC4555B3D}" sibTransId="{60B95197-4CE1-4ADB-A49F-1B963C8DD94A}"/>
    <dgm:cxn modelId="{81A08AD4-9F38-4BB8-A3A2-5FDA4CF1E687}" type="presOf" srcId="{33ED8B4F-3323-4657-A491-E6C985AC1665}" destId="{85407769-826D-49CB-8C53-01FFFA4B72F3}" srcOrd="1" destOrd="0" presId="urn:microsoft.com/office/officeart/2005/8/layout/hList7"/>
    <dgm:cxn modelId="{F2B05DBF-4193-4CAE-A30A-408A80B0B5E4}" type="presOf" srcId="{33ED8B4F-3323-4657-A491-E6C985AC1665}" destId="{39CEFDBF-44A5-404B-A728-F96363C682FC}" srcOrd="0" destOrd="0" presId="urn:microsoft.com/office/officeart/2005/8/layout/hList7"/>
    <dgm:cxn modelId="{1C2DC6F8-DC36-481F-9AE6-BBB629188DD0}" type="presOf" srcId="{AC9ACB8D-6AAF-4287-888A-7EDCA9DC1FE1}" destId="{0A7C28D2-E553-457B-B1F4-189C8B32C4BC}" srcOrd="0" destOrd="0" presId="urn:microsoft.com/office/officeart/2005/8/layout/hList7"/>
    <dgm:cxn modelId="{61733899-9671-4A62-A7C5-8DA4DC731AA8}" srcId="{AC9ACB8D-6AAF-4287-888A-7EDCA9DC1FE1}" destId="{DA6F4D39-A44D-42CB-BB3A-D6739BC331FA}" srcOrd="1" destOrd="0" parTransId="{E80F1DDC-7F74-4CF5-9C4B-C8464254BF47}" sibTransId="{4D6E9698-44E3-4248-BCD6-1C3AF57C27D9}"/>
    <dgm:cxn modelId="{657AD480-A736-4595-8895-4E2508F27653}" type="presOf" srcId="{AF3D77D6-96EC-4E5C-87C2-985575E08F0A}" destId="{680E4C01-C065-457A-93DD-7F45309E52F9}" srcOrd="1" destOrd="0" presId="urn:microsoft.com/office/officeart/2005/8/layout/hList7"/>
    <dgm:cxn modelId="{3BEB8EC0-03EE-4F61-9076-855154E1A695}" type="presOf" srcId="{AF3D77D6-96EC-4E5C-87C2-985575E08F0A}" destId="{BE8FD9DD-88B5-4CE8-B493-3D6100042016}" srcOrd="0" destOrd="0" presId="urn:microsoft.com/office/officeart/2005/8/layout/hList7"/>
    <dgm:cxn modelId="{0F5090CF-944D-4769-8CA2-ECE96094F166}" type="presOf" srcId="{DA6F4D39-A44D-42CB-BB3A-D6739BC331FA}" destId="{141B69C2-E113-4A04-8C74-C3169E5DEC56}" srcOrd="1" destOrd="0" presId="urn:microsoft.com/office/officeart/2005/8/layout/hList7"/>
    <dgm:cxn modelId="{03CD18EC-9FA9-4BA9-82CF-53BD0D434DED}" type="presOf" srcId="{23C879D9-E6B7-4A34-9915-867E3652818D}" destId="{009C1B17-E195-4196-A919-9463521EDE43}" srcOrd="0" destOrd="0" presId="urn:microsoft.com/office/officeart/2005/8/layout/hList7"/>
    <dgm:cxn modelId="{B0787A07-8877-4E5F-9419-EE48BAAFEBBF}" type="presOf" srcId="{DA6F4D39-A44D-42CB-BB3A-D6739BC331FA}" destId="{D2897D74-B0A1-42BC-9C8D-E97EF1378734}" srcOrd="0" destOrd="0" presId="urn:microsoft.com/office/officeart/2005/8/layout/hList7"/>
    <dgm:cxn modelId="{F1264DF9-F14B-4B81-B701-917D57ABE118}" type="presOf" srcId="{60B95197-4CE1-4ADB-A49F-1B963C8DD94A}" destId="{902747C4-44B2-4E83-9ADC-A485F9B98709}" srcOrd="0" destOrd="0" presId="urn:microsoft.com/office/officeart/2005/8/layout/hList7"/>
    <dgm:cxn modelId="{ED29BC4B-617E-4AD2-A78D-B4C025EA7E9B}" type="presParOf" srcId="{0A7C28D2-E553-457B-B1F4-189C8B32C4BC}" destId="{454CCD5E-B490-4520-8A5F-A3D0393FA1B9}" srcOrd="0" destOrd="0" presId="urn:microsoft.com/office/officeart/2005/8/layout/hList7"/>
    <dgm:cxn modelId="{B69A4C77-9D22-469E-93A2-35FAF613DC1D}" type="presParOf" srcId="{0A7C28D2-E553-457B-B1F4-189C8B32C4BC}" destId="{891C4235-3C93-42D9-B8C9-4621932764C5}" srcOrd="1" destOrd="0" presId="urn:microsoft.com/office/officeart/2005/8/layout/hList7"/>
    <dgm:cxn modelId="{9C82FCC1-D812-462C-882E-3D7BCB86A744}" type="presParOf" srcId="{891C4235-3C93-42D9-B8C9-4621932764C5}" destId="{9AB76DFE-C75D-4C06-872C-F96719E89933}" srcOrd="0" destOrd="0" presId="urn:microsoft.com/office/officeart/2005/8/layout/hList7"/>
    <dgm:cxn modelId="{F90EDBC6-3774-4C57-9270-F528C17AA8AC}" type="presParOf" srcId="{9AB76DFE-C75D-4C06-872C-F96719E89933}" destId="{5BC725E4-FA65-4BF1-A2CB-2FDAD24CD65C}" srcOrd="0" destOrd="0" presId="urn:microsoft.com/office/officeart/2005/8/layout/hList7"/>
    <dgm:cxn modelId="{795A74E4-C85F-4B08-A9CB-D1DAA06FB445}" type="presParOf" srcId="{9AB76DFE-C75D-4C06-872C-F96719E89933}" destId="{A2FF0944-1824-4E80-A8B7-C29C410AADF9}" srcOrd="1" destOrd="0" presId="urn:microsoft.com/office/officeart/2005/8/layout/hList7"/>
    <dgm:cxn modelId="{86CA6C29-3B0D-4EFE-9BFD-E2AF77A9601B}" type="presParOf" srcId="{9AB76DFE-C75D-4C06-872C-F96719E89933}" destId="{CAFBE720-71AB-4176-8B25-65470FDD47E0}" srcOrd="2" destOrd="0" presId="urn:microsoft.com/office/officeart/2005/8/layout/hList7"/>
    <dgm:cxn modelId="{D41EDC5D-689F-4FFA-9CC3-3B2A5B0882BD}" type="presParOf" srcId="{9AB76DFE-C75D-4C06-872C-F96719E89933}" destId="{008C1554-8104-4FE0-9480-187644AFD804}" srcOrd="3" destOrd="0" presId="urn:microsoft.com/office/officeart/2005/8/layout/hList7"/>
    <dgm:cxn modelId="{16F97E14-AF0D-4686-9084-1A3134BDA6BB}" type="presParOf" srcId="{891C4235-3C93-42D9-B8C9-4621932764C5}" destId="{009C1B17-E195-4196-A919-9463521EDE43}" srcOrd="1" destOrd="0" presId="urn:microsoft.com/office/officeart/2005/8/layout/hList7"/>
    <dgm:cxn modelId="{204EFA7C-D476-4268-A4F5-C8AD39AB6280}" type="presParOf" srcId="{891C4235-3C93-42D9-B8C9-4621932764C5}" destId="{C3381EE5-4CC3-442C-A7B4-4E848D8C7FCA}" srcOrd="2" destOrd="0" presId="urn:microsoft.com/office/officeart/2005/8/layout/hList7"/>
    <dgm:cxn modelId="{5F09DA5C-24AC-41E4-90CB-2BBA673D9449}" type="presParOf" srcId="{C3381EE5-4CC3-442C-A7B4-4E848D8C7FCA}" destId="{D2897D74-B0A1-42BC-9C8D-E97EF1378734}" srcOrd="0" destOrd="0" presId="urn:microsoft.com/office/officeart/2005/8/layout/hList7"/>
    <dgm:cxn modelId="{CC8102FD-BCB2-459C-A2CC-86A4368ABCA6}" type="presParOf" srcId="{C3381EE5-4CC3-442C-A7B4-4E848D8C7FCA}" destId="{141B69C2-E113-4A04-8C74-C3169E5DEC56}" srcOrd="1" destOrd="0" presId="urn:microsoft.com/office/officeart/2005/8/layout/hList7"/>
    <dgm:cxn modelId="{D23EB4D2-1E03-4C4F-8685-E9ED48805E80}" type="presParOf" srcId="{C3381EE5-4CC3-442C-A7B4-4E848D8C7FCA}" destId="{581380FB-DCAF-4777-9B52-A6798C07A362}" srcOrd="2" destOrd="0" presId="urn:microsoft.com/office/officeart/2005/8/layout/hList7"/>
    <dgm:cxn modelId="{E80BDE10-EA22-414B-B3A7-24C0A0BE0E4A}" type="presParOf" srcId="{C3381EE5-4CC3-442C-A7B4-4E848D8C7FCA}" destId="{1C9B75AE-2FAC-4887-9A81-C65C29884D5E}" srcOrd="3" destOrd="0" presId="urn:microsoft.com/office/officeart/2005/8/layout/hList7"/>
    <dgm:cxn modelId="{867A0D60-C3AD-45D7-B015-7F5256729252}" type="presParOf" srcId="{891C4235-3C93-42D9-B8C9-4621932764C5}" destId="{6FAC99C0-9B71-4ED1-901D-05F5B13EF1FD}" srcOrd="3" destOrd="0" presId="urn:microsoft.com/office/officeart/2005/8/layout/hList7"/>
    <dgm:cxn modelId="{447BA14F-2EE0-4A99-B5DE-D7AC28FD19D7}" type="presParOf" srcId="{891C4235-3C93-42D9-B8C9-4621932764C5}" destId="{078A4600-2213-45D4-82F5-B44641ED90BF}" srcOrd="4" destOrd="0" presId="urn:microsoft.com/office/officeart/2005/8/layout/hList7"/>
    <dgm:cxn modelId="{DD45B367-5ABA-4CF0-908B-E8E0D4C5B8DF}" type="presParOf" srcId="{078A4600-2213-45D4-82F5-B44641ED90BF}" destId="{39CEFDBF-44A5-404B-A728-F96363C682FC}" srcOrd="0" destOrd="0" presId="urn:microsoft.com/office/officeart/2005/8/layout/hList7"/>
    <dgm:cxn modelId="{ADD3FA7A-7B44-4CD7-A429-C246D49AB076}" type="presParOf" srcId="{078A4600-2213-45D4-82F5-B44641ED90BF}" destId="{85407769-826D-49CB-8C53-01FFFA4B72F3}" srcOrd="1" destOrd="0" presId="urn:microsoft.com/office/officeart/2005/8/layout/hList7"/>
    <dgm:cxn modelId="{2C44F75F-9D20-4594-B806-C3C299F4842E}" type="presParOf" srcId="{078A4600-2213-45D4-82F5-B44641ED90BF}" destId="{37BF219C-C7E9-48AB-8989-A0109A941509}" srcOrd="2" destOrd="0" presId="urn:microsoft.com/office/officeart/2005/8/layout/hList7"/>
    <dgm:cxn modelId="{33C96ECE-1FB0-4B03-9009-8B18A697587C}" type="presParOf" srcId="{078A4600-2213-45D4-82F5-B44641ED90BF}" destId="{E3F7E699-C16C-4885-B222-9F9CC7591AD4}" srcOrd="3" destOrd="0" presId="urn:microsoft.com/office/officeart/2005/8/layout/hList7"/>
    <dgm:cxn modelId="{59A68517-976E-4A9B-BF50-2501861853B8}" type="presParOf" srcId="{891C4235-3C93-42D9-B8C9-4621932764C5}" destId="{902747C4-44B2-4E83-9ADC-A485F9B98709}" srcOrd="5" destOrd="0" presId="urn:microsoft.com/office/officeart/2005/8/layout/hList7"/>
    <dgm:cxn modelId="{AC4F6C28-2574-4B48-A2C3-D13CEBBF0344}" type="presParOf" srcId="{891C4235-3C93-42D9-B8C9-4621932764C5}" destId="{AEB2096F-1B10-4343-8043-DC33CAC61513}" srcOrd="6" destOrd="0" presId="urn:microsoft.com/office/officeart/2005/8/layout/hList7"/>
    <dgm:cxn modelId="{BB8B035B-CA94-47FA-918E-245B0579F3C6}" type="presParOf" srcId="{AEB2096F-1B10-4343-8043-DC33CAC61513}" destId="{BE8FD9DD-88B5-4CE8-B493-3D6100042016}" srcOrd="0" destOrd="0" presId="urn:microsoft.com/office/officeart/2005/8/layout/hList7"/>
    <dgm:cxn modelId="{CF00C66D-26E4-427B-9B68-DA2C96A93524}" type="presParOf" srcId="{AEB2096F-1B10-4343-8043-DC33CAC61513}" destId="{680E4C01-C065-457A-93DD-7F45309E52F9}" srcOrd="1" destOrd="0" presId="urn:microsoft.com/office/officeart/2005/8/layout/hList7"/>
    <dgm:cxn modelId="{2B505B8B-7278-4C0E-9C6E-5018401DFC6A}" type="presParOf" srcId="{AEB2096F-1B10-4343-8043-DC33CAC61513}" destId="{AF1CA48B-C95C-4321-8A4A-F08FBED4EA0A}" srcOrd="2" destOrd="0" presId="urn:microsoft.com/office/officeart/2005/8/layout/hList7"/>
    <dgm:cxn modelId="{3C734D32-F59D-4548-9A73-682E40328874}" type="presParOf" srcId="{AEB2096F-1B10-4343-8043-DC33CAC61513}" destId="{1023F8A7-156A-4719-A29A-0AB649B7D944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93691A4-9AEE-4EBD-A871-C28D6361191A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1498193-493A-4640-AF1F-AF41CB1CB395}">
      <dgm:prSet phldrT="[Text]"/>
      <dgm:spPr/>
      <dgm:t>
        <a:bodyPr/>
        <a:lstStyle/>
        <a:p>
          <a:r>
            <a:rPr lang="en-ZA" b="1" dirty="0"/>
            <a:t>Malware </a:t>
          </a:r>
          <a:endParaRPr lang="en-US" dirty="0"/>
        </a:p>
      </dgm:t>
    </dgm:pt>
    <dgm:pt modelId="{99BDE136-A602-46AA-89B7-8B4888938646}" type="parTrans" cxnId="{DCDD4B90-25DC-4714-AA72-C98922355C7B}">
      <dgm:prSet/>
      <dgm:spPr/>
      <dgm:t>
        <a:bodyPr/>
        <a:lstStyle/>
        <a:p>
          <a:endParaRPr lang="en-US"/>
        </a:p>
      </dgm:t>
    </dgm:pt>
    <dgm:pt modelId="{44D39417-7177-4AB4-85F6-1B6BFE21C920}" type="sibTrans" cxnId="{DCDD4B90-25DC-4714-AA72-C98922355C7B}">
      <dgm:prSet/>
      <dgm:spPr/>
      <dgm:t>
        <a:bodyPr/>
        <a:lstStyle/>
        <a:p>
          <a:endParaRPr lang="en-US"/>
        </a:p>
      </dgm:t>
    </dgm:pt>
    <dgm:pt modelId="{1F8974E8-DE00-4691-8001-306094B2C2ED}">
      <dgm:prSet phldrT="[Text]"/>
      <dgm:spPr/>
      <dgm:t>
        <a:bodyPr/>
        <a:lstStyle/>
        <a:p>
          <a:r>
            <a:rPr lang="en-ZA" b="1" dirty="0"/>
            <a:t>Computer worm</a:t>
          </a:r>
          <a:r>
            <a:rPr lang="en-ZA" dirty="0"/>
            <a:t> </a:t>
          </a:r>
          <a:endParaRPr lang="en-US" dirty="0"/>
        </a:p>
      </dgm:t>
    </dgm:pt>
    <dgm:pt modelId="{5A131D2A-F19B-4F3A-B5C3-6ABD873814EF}" type="parTrans" cxnId="{D5DF2024-DD72-45A1-A8B6-9225C1CAD536}">
      <dgm:prSet/>
      <dgm:spPr/>
      <dgm:t>
        <a:bodyPr/>
        <a:lstStyle/>
        <a:p>
          <a:endParaRPr lang="en-US"/>
        </a:p>
      </dgm:t>
    </dgm:pt>
    <dgm:pt modelId="{8FB0DF38-C698-4A92-8531-212432A3CE59}" type="sibTrans" cxnId="{D5DF2024-DD72-45A1-A8B6-9225C1CAD536}">
      <dgm:prSet/>
      <dgm:spPr/>
      <dgm:t>
        <a:bodyPr/>
        <a:lstStyle/>
        <a:p>
          <a:endParaRPr lang="en-US"/>
        </a:p>
      </dgm:t>
    </dgm:pt>
    <dgm:pt modelId="{DA55E773-ED76-4A15-9E32-F01C5F0CC545}">
      <dgm:prSet phldrT="[Text]"/>
      <dgm:spPr/>
      <dgm:t>
        <a:bodyPr/>
        <a:lstStyle/>
        <a:p>
          <a:r>
            <a:rPr lang="en-ZA" b="1" dirty="0"/>
            <a:t>Trojan </a:t>
          </a:r>
          <a:endParaRPr lang="en-US" dirty="0"/>
        </a:p>
      </dgm:t>
    </dgm:pt>
    <dgm:pt modelId="{AD7844B3-CDE7-48AB-8365-3599E85776B4}" type="parTrans" cxnId="{FB97B93A-550D-44DD-8ADF-7C566C3F2E70}">
      <dgm:prSet/>
      <dgm:spPr/>
      <dgm:t>
        <a:bodyPr/>
        <a:lstStyle/>
        <a:p>
          <a:endParaRPr lang="en-US"/>
        </a:p>
      </dgm:t>
    </dgm:pt>
    <dgm:pt modelId="{E51448B4-264B-437B-8E1A-B187277C3A51}" type="sibTrans" cxnId="{FB97B93A-550D-44DD-8ADF-7C566C3F2E70}">
      <dgm:prSet/>
      <dgm:spPr/>
      <dgm:t>
        <a:bodyPr/>
        <a:lstStyle/>
        <a:p>
          <a:endParaRPr lang="en-US"/>
        </a:p>
      </dgm:t>
    </dgm:pt>
    <dgm:pt modelId="{F4D522A3-69B4-45BB-97DE-45AA8E62B550}">
      <dgm:prSet phldrT="[Text]"/>
      <dgm:spPr/>
      <dgm:t>
        <a:bodyPr/>
        <a:lstStyle/>
        <a:p>
          <a:r>
            <a:rPr lang="en-ZA" b="1" dirty="0"/>
            <a:t>Phishing</a:t>
          </a:r>
          <a:r>
            <a:rPr lang="en-ZA" dirty="0"/>
            <a:t> </a:t>
          </a:r>
          <a:endParaRPr lang="en-US" dirty="0"/>
        </a:p>
      </dgm:t>
    </dgm:pt>
    <dgm:pt modelId="{93914AE5-A563-492F-9139-D94DE291C573}" type="parTrans" cxnId="{D768AC5E-0CD7-4A2F-B740-EAADBEABB768}">
      <dgm:prSet/>
      <dgm:spPr/>
      <dgm:t>
        <a:bodyPr/>
        <a:lstStyle/>
        <a:p>
          <a:endParaRPr lang="en-US"/>
        </a:p>
      </dgm:t>
    </dgm:pt>
    <dgm:pt modelId="{348BAD25-F1E1-45EE-A342-9016BDBC0B11}" type="sibTrans" cxnId="{D768AC5E-0CD7-4A2F-B740-EAADBEABB768}">
      <dgm:prSet/>
      <dgm:spPr/>
      <dgm:t>
        <a:bodyPr/>
        <a:lstStyle/>
        <a:p>
          <a:endParaRPr lang="en-US"/>
        </a:p>
      </dgm:t>
    </dgm:pt>
    <dgm:pt modelId="{EAE15EF1-2442-4420-A320-78A282931AD2}">
      <dgm:prSet phldrT="[Text]"/>
      <dgm:spPr/>
      <dgm:t>
        <a:bodyPr/>
        <a:lstStyle/>
        <a:p>
          <a:r>
            <a:rPr lang="en-ZA" b="1" dirty="0"/>
            <a:t>Pharming</a:t>
          </a:r>
          <a:r>
            <a:rPr lang="en-ZA" dirty="0"/>
            <a:t> </a:t>
          </a:r>
          <a:endParaRPr lang="en-US" dirty="0"/>
        </a:p>
      </dgm:t>
    </dgm:pt>
    <dgm:pt modelId="{8E1A015C-7075-4B8A-8583-6EC05DB11AEC}" type="parTrans" cxnId="{BB07B3AE-FA17-46D0-AB74-AD91C9CA14A8}">
      <dgm:prSet/>
      <dgm:spPr/>
      <dgm:t>
        <a:bodyPr/>
        <a:lstStyle/>
        <a:p>
          <a:endParaRPr lang="en-US"/>
        </a:p>
      </dgm:t>
    </dgm:pt>
    <dgm:pt modelId="{482B7393-6F29-4800-BF6E-6BE71FDBB27E}" type="sibTrans" cxnId="{BB07B3AE-FA17-46D0-AB74-AD91C9CA14A8}">
      <dgm:prSet/>
      <dgm:spPr/>
      <dgm:t>
        <a:bodyPr/>
        <a:lstStyle/>
        <a:p>
          <a:endParaRPr lang="en-US"/>
        </a:p>
      </dgm:t>
    </dgm:pt>
    <dgm:pt modelId="{B2399A6A-BD7A-40EC-9863-C8B0496580D1}">
      <dgm:prSet/>
      <dgm:spPr/>
      <dgm:t>
        <a:bodyPr/>
        <a:lstStyle/>
        <a:p>
          <a:r>
            <a:rPr lang="en-ZA" b="1" dirty="0"/>
            <a:t>Email spoofing</a:t>
          </a:r>
          <a:r>
            <a:rPr lang="en-ZA" dirty="0"/>
            <a:t> </a:t>
          </a:r>
          <a:endParaRPr lang="en-US" dirty="0"/>
        </a:p>
      </dgm:t>
    </dgm:pt>
    <dgm:pt modelId="{6CA3D1E4-7497-420B-8696-680178134180}" type="parTrans" cxnId="{75F7D809-13D9-49DE-B72E-69CE19B70AE2}">
      <dgm:prSet/>
      <dgm:spPr/>
      <dgm:t>
        <a:bodyPr/>
        <a:lstStyle/>
        <a:p>
          <a:endParaRPr lang="en-US"/>
        </a:p>
      </dgm:t>
    </dgm:pt>
    <dgm:pt modelId="{8CB99D4D-5AF2-4888-B901-30DD54D6926B}" type="sibTrans" cxnId="{75F7D809-13D9-49DE-B72E-69CE19B70AE2}">
      <dgm:prSet/>
      <dgm:spPr/>
      <dgm:t>
        <a:bodyPr/>
        <a:lstStyle/>
        <a:p>
          <a:endParaRPr lang="en-US"/>
        </a:p>
      </dgm:t>
    </dgm:pt>
    <dgm:pt modelId="{04BD2FD2-5487-490B-ABBB-74571C1D7555}">
      <dgm:prSet/>
      <dgm:spPr/>
      <dgm:t>
        <a:bodyPr/>
        <a:lstStyle/>
        <a:p>
          <a:r>
            <a:rPr lang="en-ZA" b="1" dirty="0"/>
            <a:t>Hoaxes and scams</a:t>
          </a:r>
          <a:r>
            <a:rPr lang="en-ZA" dirty="0"/>
            <a:t> </a:t>
          </a:r>
          <a:endParaRPr lang="en-US" dirty="0"/>
        </a:p>
      </dgm:t>
    </dgm:pt>
    <dgm:pt modelId="{444728D5-B755-4FDF-89D3-DD4EF5BD1876}" type="parTrans" cxnId="{DB1ED00E-56C8-4B48-9896-686961329EC4}">
      <dgm:prSet/>
      <dgm:spPr/>
      <dgm:t>
        <a:bodyPr/>
        <a:lstStyle/>
        <a:p>
          <a:endParaRPr lang="en-US"/>
        </a:p>
      </dgm:t>
    </dgm:pt>
    <dgm:pt modelId="{0F0A71F7-60D5-4DAA-83E3-5AEF663926CE}" type="sibTrans" cxnId="{DB1ED00E-56C8-4B48-9896-686961329EC4}">
      <dgm:prSet/>
      <dgm:spPr/>
      <dgm:t>
        <a:bodyPr/>
        <a:lstStyle/>
        <a:p>
          <a:endParaRPr lang="en-US"/>
        </a:p>
      </dgm:t>
    </dgm:pt>
    <dgm:pt modelId="{134C2B01-61C9-4049-919F-FE9F8BAC04ED}">
      <dgm:prSet/>
      <dgm:spPr/>
      <dgm:t>
        <a:bodyPr/>
        <a:lstStyle/>
        <a:p>
          <a:r>
            <a:rPr lang="en-ZA" b="1" dirty="0"/>
            <a:t>Spam </a:t>
          </a:r>
          <a:endParaRPr lang="en-US" dirty="0"/>
        </a:p>
      </dgm:t>
    </dgm:pt>
    <dgm:pt modelId="{F8037920-2524-4206-B697-E2B2AEFED36C}" type="parTrans" cxnId="{695512CB-21F8-4FD4-A808-725012241A15}">
      <dgm:prSet/>
      <dgm:spPr/>
      <dgm:t>
        <a:bodyPr/>
        <a:lstStyle/>
        <a:p>
          <a:endParaRPr lang="en-US"/>
        </a:p>
      </dgm:t>
    </dgm:pt>
    <dgm:pt modelId="{1489225F-3218-4D45-8AB2-3211F9363623}" type="sibTrans" cxnId="{695512CB-21F8-4FD4-A808-725012241A15}">
      <dgm:prSet/>
      <dgm:spPr/>
      <dgm:t>
        <a:bodyPr/>
        <a:lstStyle/>
        <a:p>
          <a:endParaRPr lang="en-US"/>
        </a:p>
      </dgm:t>
    </dgm:pt>
    <dgm:pt modelId="{2D3BC130-34E6-4CCC-A19A-8815AB1EA8E3}">
      <dgm:prSet/>
      <dgm:spPr/>
      <dgm:t>
        <a:bodyPr/>
        <a:lstStyle/>
        <a:p>
          <a:r>
            <a:rPr lang="en-ZA" b="1"/>
            <a:t>Virus</a:t>
          </a:r>
          <a:endParaRPr lang="en-US"/>
        </a:p>
      </dgm:t>
    </dgm:pt>
    <dgm:pt modelId="{ED55EDC1-6F6B-4DFC-A450-B71D728C9669}" type="parTrans" cxnId="{69D344A3-90A7-4745-8591-C8F23FCAEE63}">
      <dgm:prSet/>
      <dgm:spPr/>
      <dgm:t>
        <a:bodyPr/>
        <a:lstStyle/>
        <a:p>
          <a:endParaRPr lang="en-US"/>
        </a:p>
      </dgm:t>
    </dgm:pt>
    <dgm:pt modelId="{3399EAC7-5645-4D00-BEA3-E1EB84AF5415}" type="sibTrans" cxnId="{69D344A3-90A7-4745-8591-C8F23FCAEE63}">
      <dgm:prSet/>
      <dgm:spPr/>
      <dgm:t>
        <a:bodyPr/>
        <a:lstStyle/>
        <a:p>
          <a:endParaRPr lang="en-US"/>
        </a:p>
      </dgm:t>
    </dgm:pt>
    <dgm:pt modelId="{1BE90CB4-7581-434A-A5EF-DFA28C08EAE3}" type="pres">
      <dgm:prSet presAssocID="{A93691A4-9AEE-4EBD-A871-C28D6361191A}" presName="diagram" presStyleCnt="0">
        <dgm:presLayoutVars>
          <dgm:dir/>
          <dgm:resizeHandles val="exact"/>
        </dgm:presLayoutVars>
      </dgm:prSet>
      <dgm:spPr/>
    </dgm:pt>
    <dgm:pt modelId="{0FC90E67-E4F0-4FDD-B69F-0501292BA805}" type="pres">
      <dgm:prSet presAssocID="{D1498193-493A-4640-AF1F-AF41CB1CB395}" presName="node" presStyleLbl="node1" presStyleIdx="0" presStyleCnt="9">
        <dgm:presLayoutVars>
          <dgm:bulletEnabled val="1"/>
        </dgm:presLayoutVars>
      </dgm:prSet>
      <dgm:spPr/>
    </dgm:pt>
    <dgm:pt modelId="{0DE590F6-9B44-4772-BB78-0C71E1D44B8D}" type="pres">
      <dgm:prSet presAssocID="{44D39417-7177-4AB4-85F6-1B6BFE21C920}" presName="sibTrans" presStyleCnt="0"/>
      <dgm:spPr/>
    </dgm:pt>
    <dgm:pt modelId="{2F0682EE-8963-435A-8EAD-EF33E1D6F0F4}" type="pres">
      <dgm:prSet presAssocID="{2D3BC130-34E6-4CCC-A19A-8815AB1EA8E3}" presName="node" presStyleLbl="node1" presStyleIdx="1" presStyleCnt="9">
        <dgm:presLayoutVars>
          <dgm:bulletEnabled val="1"/>
        </dgm:presLayoutVars>
      </dgm:prSet>
      <dgm:spPr/>
    </dgm:pt>
    <dgm:pt modelId="{7C5CC84F-E6DD-4E84-9E6E-C4FEDE89CE98}" type="pres">
      <dgm:prSet presAssocID="{3399EAC7-5645-4D00-BEA3-E1EB84AF5415}" presName="sibTrans" presStyleCnt="0"/>
      <dgm:spPr/>
    </dgm:pt>
    <dgm:pt modelId="{8A0C2DF4-4D0D-4C89-BBFB-2C15EEA2B048}" type="pres">
      <dgm:prSet presAssocID="{1F8974E8-DE00-4691-8001-306094B2C2ED}" presName="node" presStyleLbl="node1" presStyleIdx="2" presStyleCnt="9">
        <dgm:presLayoutVars>
          <dgm:bulletEnabled val="1"/>
        </dgm:presLayoutVars>
      </dgm:prSet>
      <dgm:spPr/>
    </dgm:pt>
    <dgm:pt modelId="{43963E65-5B49-4CAE-B4CD-886C17E3EA76}" type="pres">
      <dgm:prSet presAssocID="{8FB0DF38-C698-4A92-8531-212432A3CE59}" presName="sibTrans" presStyleCnt="0"/>
      <dgm:spPr/>
    </dgm:pt>
    <dgm:pt modelId="{38FBA70F-6FAE-4F8D-ABE0-B9C7F7E69E9A}" type="pres">
      <dgm:prSet presAssocID="{DA55E773-ED76-4A15-9E32-F01C5F0CC545}" presName="node" presStyleLbl="node1" presStyleIdx="3" presStyleCnt="9">
        <dgm:presLayoutVars>
          <dgm:bulletEnabled val="1"/>
        </dgm:presLayoutVars>
      </dgm:prSet>
      <dgm:spPr/>
    </dgm:pt>
    <dgm:pt modelId="{37533CAD-35F8-42D1-A512-12DC0924DBFC}" type="pres">
      <dgm:prSet presAssocID="{E51448B4-264B-437B-8E1A-B187277C3A51}" presName="sibTrans" presStyleCnt="0"/>
      <dgm:spPr/>
    </dgm:pt>
    <dgm:pt modelId="{2B06D828-270E-43B4-AD95-51D6636D87DF}" type="pres">
      <dgm:prSet presAssocID="{F4D522A3-69B4-45BB-97DE-45AA8E62B550}" presName="node" presStyleLbl="node1" presStyleIdx="4" presStyleCnt="9">
        <dgm:presLayoutVars>
          <dgm:bulletEnabled val="1"/>
        </dgm:presLayoutVars>
      </dgm:prSet>
      <dgm:spPr/>
    </dgm:pt>
    <dgm:pt modelId="{9D3DE68A-9C75-4261-96E9-EC6CC759E1A5}" type="pres">
      <dgm:prSet presAssocID="{348BAD25-F1E1-45EE-A342-9016BDBC0B11}" presName="sibTrans" presStyleCnt="0"/>
      <dgm:spPr/>
    </dgm:pt>
    <dgm:pt modelId="{A367C665-D0AA-49BE-92AD-E88801B22444}" type="pres">
      <dgm:prSet presAssocID="{EAE15EF1-2442-4420-A320-78A282931AD2}" presName="node" presStyleLbl="node1" presStyleIdx="5" presStyleCnt="9">
        <dgm:presLayoutVars>
          <dgm:bulletEnabled val="1"/>
        </dgm:presLayoutVars>
      </dgm:prSet>
      <dgm:spPr/>
    </dgm:pt>
    <dgm:pt modelId="{F087E511-962C-4E99-BD58-497BB940C2FB}" type="pres">
      <dgm:prSet presAssocID="{482B7393-6F29-4800-BF6E-6BE71FDBB27E}" presName="sibTrans" presStyleCnt="0"/>
      <dgm:spPr/>
    </dgm:pt>
    <dgm:pt modelId="{475F8525-3A19-447D-BAFC-8FFAF60C6ED6}" type="pres">
      <dgm:prSet presAssocID="{B2399A6A-BD7A-40EC-9863-C8B0496580D1}" presName="node" presStyleLbl="node1" presStyleIdx="6" presStyleCnt="9">
        <dgm:presLayoutVars>
          <dgm:bulletEnabled val="1"/>
        </dgm:presLayoutVars>
      </dgm:prSet>
      <dgm:spPr/>
    </dgm:pt>
    <dgm:pt modelId="{B9B26070-3386-4DED-90DE-9D71ACEF93C6}" type="pres">
      <dgm:prSet presAssocID="{8CB99D4D-5AF2-4888-B901-30DD54D6926B}" presName="sibTrans" presStyleCnt="0"/>
      <dgm:spPr/>
    </dgm:pt>
    <dgm:pt modelId="{FD29780D-8D1F-476F-9B1A-69DC28C218AD}" type="pres">
      <dgm:prSet presAssocID="{04BD2FD2-5487-490B-ABBB-74571C1D7555}" presName="node" presStyleLbl="node1" presStyleIdx="7" presStyleCnt="9">
        <dgm:presLayoutVars>
          <dgm:bulletEnabled val="1"/>
        </dgm:presLayoutVars>
      </dgm:prSet>
      <dgm:spPr/>
    </dgm:pt>
    <dgm:pt modelId="{F51BA820-A612-45EF-8BD7-88A88D9B3E58}" type="pres">
      <dgm:prSet presAssocID="{0F0A71F7-60D5-4DAA-83E3-5AEF663926CE}" presName="sibTrans" presStyleCnt="0"/>
      <dgm:spPr/>
    </dgm:pt>
    <dgm:pt modelId="{11C90A4E-AE4A-4B89-A9EB-897A049396A9}" type="pres">
      <dgm:prSet presAssocID="{134C2B01-61C9-4049-919F-FE9F8BAC04ED}" presName="node" presStyleLbl="node1" presStyleIdx="8" presStyleCnt="9">
        <dgm:presLayoutVars>
          <dgm:bulletEnabled val="1"/>
        </dgm:presLayoutVars>
      </dgm:prSet>
      <dgm:spPr/>
    </dgm:pt>
  </dgm:ptLst>
  <dgm:cxnLst>
    <dgm:cxn modelId="{0836403F-3484-4605-9ABD-92441BD4F361}" type="presOf" srcId="{134C2B01-61C9-4049-919F-FE9F8BAC04ED}" destId="{11C90A4E-AE4A-4B89-A9EB-897A049396A9}" srcOrd="0" destOrd="0" presId="urn:microsoft.com/office/officeart/2005/8/layout/default"/>
    <dgm:cxn modelId="{FB97B93A-550D-44DD-8ADF-7C566C3F2E70}" srcId="{A93691A4-9AEE-4EBD-A871-C28D6361191A}" destId="{DA55E773-ED76-4A15-9E32-F01C5F0CC545}" srcOrd="3" destOrd="0" parTransId="{AD7844B3-CDE7-48AB-8365-3599E85776B4}" sibTransId="{E51448B4-264B-437B-8E1A-B187277C3A51}"/>
    <dgm:cxn modelId="{DB0025C7-522E-4223-8465-E220C43411A6}" type="presOf" srcId="{A93691A4-9AEE-4EBD-A871-C28D6361191A}" destId="{1BE90CB4-7581-434A-A5EF-DFA28C08EAE3}" srcOrd="0" destOrd="0" presId="urn:microsoft.com/office/officeart/2005/8/layout/default"/>
    <dgm:cxn modelId="{A613046C-2A91-4A06-9FED-8FA216050B29}" type="presOf" srcId="{1F8974E8-DE00-4691-8001-306094B2C2ED}" destId="{8A0C2DF4-4D0D-4C89-BBFB-2C15EEA2B048}" srcOrd="0" destOrd="0" presId="urn:microsoft.com/office/officeart/2005/8/layout/default"/>
    <dgm:cxn modelId="{695512CB-21F8-4FD4-A808-725012241A15}" srcId="{A93691A4-9AEE-4EBD-A871-C28D6361191A}" destId="{134C2B01-61C9-4049-919F-FE9F8BAC04ED}" srcOrd="8" destOrd="0" parTransId="{F8037920-2524-4206-B697-E2B2AEFED36C}" sibTransId="{1489225F-3218-4D45-8AB2-3211F9363623}"/>
    <dgm:cxn modelId="{06992CE1-BD80-45CF-8528-1BF686736ADB}" type="presOf" srcId="{D1498193-493A-4640-AF1F-AF41CB1CB395}" destId="{0FC90E67-E4F0-4FDD-B69F-0501292BA805}" srcOrd="0" destOrd="0" presId="urn:microsoft.com/office/officeart/2005/8/layout/default"/>
    <dgm:cxn modelId="{75F7D809-13D9-49DE-B72E-69CE19B70AE2}" srcId="{A93691A4-9AEE-4EBD-A871-C28D6361191A}" destId="{B2399A6A-BD7A-40EC-9863-C8B0496580D1}" srcOrd="6" destOrd="0" parTransId="{6CA3D1E4-7497-420B-8696-680178134180}" sibTransId="{8CB99D4D-5AF2-4888-B901-30DD54D6926B}"/>
    <dgm:cxn modelId="{86FB0102-4989-4422-A67C-7BACD2273CD6}" type="presOf" srcId="{DA55E773-ED76-4A15-9E32-F01C5F0CC545}" destId="{38FBA70F-6FAE-4F8D-ABE0-B9C7F7E69E9A}" srcOrd="0" destOrd="0" presId="urn:microsoft.com/office/officeart/2005/8/layout/default"/>
    <dgm:cxn modelId="{D5DF2024-DD72-45A1-A8B6-9225C1CAD536}" srcId="{A93691A4-9AEE-4EBD-A871-C28D6361191A}" destId="{1F8974E8-DE00-4691-8001-306094B2C2ED}" srcOrd="2" destOrd="0" parTransId="{5A131D2A-F19B-4F3A-B5C3-6ABD873814EF}" sibTransId="{8FB0DF38-C698-4A92-8531-212432A3CE59}"/>
    <dgm:cxn modelId="{DCDD4B90-25DC-4714-AA72-C98922355C7B}" srcId="{A93691A4-9AEE-4EBD-A871-C28D6361191A}" destId="{D1498193-493A-4640-AF1F-AF41CB1CB395}" srcOrd="0" destOrd="0" parTransId="{99BDE136-A602-46AA-89B7-8B4888938646}" sibTransId="{44D39417-7177-4AB4-85F6-1B6BFE21C920}"/>
    <dgm:cxn modelId="{BB07B3AE-FA17-46D0-AB74-AD91C9CA14A8}" srcId="{A93691A4-9AEE-4EBD-A871-C28D6361191A}" destId="{EAE15EF1-2442-4420-A320-78A282931AD2}" srcOrd="5" destOrd="0" parTransId="{8E1A015C-7075-4B8A-8583-6EC05DB11AEC}" sibTransId="{482B7393-6F29-4800-BF6E-6BE71FDBB27E}"/>
    <dgm:cxn modelId="{319E962C-2E9A-41B7-97F2-40DE93F0AB38}" type="presOf" srcId="{EAE15EF1-2442-4420-A320-78A282931AD2}" destId="{A367C665-D0AA-49BE-92AD-E88801B22444}" srcOrd="0" destOrd="0" presId="urn:microsoft.com/office/officeart/2005/8/layout/default"/>
    <dgm:cxn modelId="{0032D6AC-DFAB-4170-9353-2ABB809AEE0D}" type="presOf" srcId="{F4D522A3-69B4-45BB-97DE-45AA8E62B550}" destId="{2B06D828-270E-43B4-AD95-51D6636D87DF}" srcOrd="0" destOrd="0" presId="urn:microsoft.com/office/officeart/2005/8/layout/default"/>
    <dgm:cxn modelId="{DB1ED00E-56C8-4B48-9896-686961329EC4}" srcId="{A93691A4-9AEE-4EBD-A871-C28D6361191A}" destId="{04BD2FD2-5487-490B-ABBB-74571C1D7555}" srcOrd="7" destOrd="0" parTransId="{444728D5-B755-4FDF-89D3-DD4EF5BD1876}" sibTransId="{0F0A71F7-60D5-4DAA-83E3-5AEF663926CE}"/>
    <dgm:cxn modelId="{69D344A3-90A7-4745-8591-C8F23FCAEE63}" srcId="{A93691A4-9AEE-4EBD-A871-C28D6361191A}" destId="{2D3BC130-34E6-4CCC-A19A-8815AB1EA8E3}" srcOrd="1" destOrd="0" parTransId="{ED55EDC1-6F6B-4DFC-A450-B71D728C9669}" sibTransId="{3399EAC7-5645-4D00-BEA3-E1EB84AF5415}"/>
    <dgm:cxn modelId="{F014F8DC-5727-4B41-9036-86A8810A0492}" type="presOf" srcId="{2D3BC130-34E6-4CCC-A19A-8815AB1EA8E3}" destId="{2F0682EE-8963-435A-8EAD-EF33E1D6F0F4}" srcOrd="0" destOrd="0" presId="urn:microsoft.com/office/officeart/2005/8/layout/default"/>
    <dgm:cxn modelId="{D768AC5E-0CD7-4A2F-B740-EAADBEABB768}" srcId="{A93691A4-9AEE-4EBD-A871-C28D6361191A}" destId="{F4D522A3-69B4-45BB-97DE-45AA8E62B550}" srcOrd="4" destOrd="0" parTransId="{93914AE5-A563-492F-9139-D94DE291C573}" sibTransId="{348BAD25-F1E1-45EE-A342-9016BDBC0B11}"/>
    <dgm:cxn modelId="{A18A7DFB-265E-4907-B0C1-390BFF6A101C}" type="presOf" srcId="{B2399A6A-BD7A-40EC-9863-C8B0496580D1}" destId="{475F8525-3A19-447D-BAFC-8FFAF60C6ED6}" srcOrd="0" destOrd="0" presId="urn:microsoft.com/office/officeart/2005/8/layout/default"/>
    <dgm:cxn modelId="{7673043D-A704-43DE-A775-52CF9E6B841B}" type="presOf" srcId="{04BD2FD2-5487-490B-ABBB-74571C1D7555}" destId="{FD29780D-8D1F-476F-9B1A-69DC28C218AD}" srcOrd="0" destOrd="0" presId="urn:microsoft.com/office/officeart/2005/8/layout/default"/>
    <dgm:cxn modelId="{E4CA911B-B5B0-4CC6-B60C-59C1303AE16E}" type="presParOf" srcId="{1BE90CB4-7581-434A-A5EF-DFA28C08EAE3}" destId="{0FC90E67-E4F0-4FDD-B69F-0501292BA805}" srcOrd="0" destOrd="0" presId="urn:microsoft.com/office/officeart/2005/8/layout/default"/>
    <dgm:cxn modelId="{BAD29F91-D3D3-41D2-BFA1-B2531659F0FC}" type="presParOf" srcId="{1BE90CB4-7581-434A-A5EF-DFA28C08EAE3}" destId="{0DE590F6-9B44-4772-BB78-0C71E1D44B8D}" srcOrd="1" destOrd="0" presId="urn:microsoft.com/office/officeart/2005/8/layout/default"/>
    <dgm:cxn modelId="{8D174CFF-18F4-4FDD-9F9C-383BA40E0C1C}" type="presParOf" srcId="{1BE90CB4-7581-434A-A5EF-DFA28C08EAE3}" destId="{2F0682EE-8963-435A-8EAD-EF33E1D6F0F4}" srcOrd="2" destOrd="0" presId="urn:microsoft.com/office/officeart/2005/8/layout/default"/>
    <dgm:cxn modelId="{840B894B-7B7C-4C0A-93C9-DB205790F909}" type="presParOf" srcId="{1BE90CB4-7581-434A-A5EF-DFA28C08EAE3}" destId="{7C5CC84F-E6DD-4E84-9E6E-C4FEDE89CE98}" srcOrd="3" destOrd="0" presId="urn:microsoft.com/office/officeart/2005/8/layout/default"/>
    <dgm:cxn modelId="{881A7716-B831-44F5-AA1B-DA3F82034E4F}" type="presParOf" srcId="{1BE90CB4-7581-434A-A5EF-DFA28C08EAE3}" destId="{8A0C2DF4-4D0D-4C89-BBFB-2C15EEA2B048}" srcOrd="4" destOrd="0" presId="urn:microsoft.com/office/officeart/2005/8/layout/default"/>
    <dgm:cxn modelId="{AE5C6C16-3758-44C0-9B20-EA6138D7239F}" type="presParOf" srcId="{1BE90CB4-7581-434A-A5EF-DFA28C08EAE3}" destId="{43963E65-5B49-4CAE-B4CD-886C17E3EA76}" srcOrd="5" destOrd="0" presId="urn:microsoft.com/office/officeart/2005/8/layout/default"/>
    <dgm:cxn modelId="{2ACBE4E5-810D-4A58-BAFB-26FB3FA9A799}" type="presParOf" srcId="{1BE90CB4-7581-434A-A5EF-DFA28C08EAE3}" destId="{38FBA70F-6FAE-4F8D-ABE0-B9C7F7E69E9A}" srcOrd="6" destOrd="0" presId="urn:microsoft.com/office/officeart/2005/8/layout/default"/>
    <dgm:cxn modelId="{8DFA28D6-45A2-425F-8FF4-F1B3EA003AAC}" type="presParOf" srcId="{1BE90CB4-7581-434A-A5EF-DFA28C08EAE3}" destId="{37533CAD-35F8-42D1-A512-12DC0924DBFC}" srcOrd="7" destOrd="0" presId="urn:microsoft.com/office/officeart/2005/8/layout/default"/>
    <dgm:cxn modelId="{C7ABEA90-1BE8-4A02-A9EC-8D7CA49B4618}" type="presParOf" srcId="{1BE90CB4-7581-434A-A5EF-DFA28C08EAE3}" destId="{2B06D828-270E-43B4-AD95-51D6636D87DF}" srcOrd="8" destOrd="0" presId="urn:microsoft.com/office/officeart/2005/8/layout/default"/>
    <dgm:cxn modelId="{4371A44E-79D3-437B-A124-B2C52D4CC003}" type="presParOf" srcId="{1BE90CB4-7581-434A-A5EF-DFA28C08EAE3}" destId="{9D3DE68A-9C75-4261-96E9-EC6CC759E1A5}" srcOrd="9" destOrd="0" presId="urn:microsoft.com/office/officeart/2005/8/layout/default"/>
    <dgm:cxn modelId="{2D773B5F-3276-4D4C-8747-ADEE6B9AE9B5}" type="presParOf" srcId="{1BE90CB4-7581-434A-A5EF-DFA28C08EAE3}" destId="{A367C665-D0AA-49BE-92AD-E88801B22444}" srcOrd="10" destOrd="0" presId="urn:microsoft.com/office/officeart/2005/8/layout/default"/>
    <dgm:cxn modelId="{FD94D4F5-8640-400B-B017-AF890AA8C6AA}" type="presParOf" srcId="{1BE90CB4-7581-434A-A5EF-DFA28C08EAE3}" destId="{F087E511-962C-4E99-BD58-497BB940C2FB}" srcOrd="11" destOrd="0" presId="urn:microsoft.com/office/officeart/2005/8/layout/default"/>
    <dgm:cxn modelId="{BEDE51C2-2F5D-41E5-911D-49E81521F129}" type="presParOf" srcId="{1BE90CB4-7581-434A-A5EF-DFA28C08EAE3}" destId="{475F8525-3A19-447D-BAFC-8FFAF60C6ED6}" srcOrd="12" destOrd="0" presId="urn:microsoft.com/office/officeart/2005/8/layout/default"/>
    <dgm:cxn modelId="{33A5D0A8-986D-474C-982B-6687D3ECA539}" type="presParOf" srcId="{1BE90CB4-7581-434A-A5EF-DFA28C08EAE3}" destId="{B9B26070-3386-4DED-90DE-9D71ACEF93C6}" srcOrd="13" destOrd="0" presId="urn:microsoft.com/office/officeart/2005/8/layout/default"/>
    <dgm:cxn modelId="{1E5598D2-2987-4F63-84F5-FB86067BBF50}" type="presParOf" srcId="{1BE90CB4-7581-434A-A5EF-DFA28C08EAE3}" destId="{FD29780D-8D1F-476F-9B1A-69DC28C218AD}" srcOrd="14" destOrd="0" presId="urn:microsoft.com/office/officeart/2005/8/layout/default"/>
    <dgm:cxn modelId="{839BE017-2421-47CB-B1FE-8FE8835F2410}" type="presParOf" srcId="{1BE90CB4-7581-434A-A5EF-DFA28C08EAE3}" destId="{F51BA820-A612-45EF-8BD7-88A88D9B3E58}" srcOrd="15" destOrd="0" presId="urn:microsoft.com/office/officeart/2005/8/layout/default"/>
    <dgm:cxn modelId="{66157CBB-6519-46E8-80E0-37994A1EE44A}" type="presParOf" srcId="{1BE90CB4-7581-434A-A5EF-DFA28C08EAE3}" destId="{11C90A4E-AE4A-4B89-A9EB-897A049396A9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C725E4-FA65-4BF1-A2CB-2FDAD24CD65C}">
      <dsp:nvSpPr>
        <dsp:cNvPr id="0" name=""/>
        <dsp:cNvSpPr/>
      </dsp:nvSpPr>
      <dsp:spPr>
        <a:xfrm>
          <a:off x="1804" y="0"/>
          <a:ext cx="1891796" cy="329184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300" kern="1200" dirty="0"/>
            <a:t>email attachments</a:t>
          </a:r>
        </a:p>
      </dsp:txBody>
      <dsp:txXfrm>
        <a:off x="1804" y="1316739"/>
        <a:ext cx="1891796" cy="1316739"/>
      </dsp:txXfrm>
    </dsp:sp>
    <dsp:sp modelId="{008C1554-8104-4FE0-9480-187644AFD804}">
      <dsp:nvSpPr>
        <dsp:cNvPr id="0" name=""/>
        <dsp:cNvSpPr/>
      </dsp:nvSpPr>
      <dsp:spPr>
        <a:xfrm>
          <a:off x="399610" y="197510"/>
          <a:ext cx="1096185" cy="109618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" r="-1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897D74-B0A1-42BC-9C8D-E97EF1378734}">
      <dsp:nvSpPr>
        <dsp:cNvPr id="0" name=""/>
        <dsp:cNvSpPr/>
      </dsp:nvSpPr>
      <dsp:spPr>
        <a:xfrm>
          <a:off x="1970238" y="0"/>
          <a:ext cx="1891796" cy="329184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300" kern="1200" dirty="0"/>
            <a:t>internet downloads</a:t>
          </a:r>
        </a:p>
      </dsp:txBody>
      <dsp:txXfrm>
        <a:off x="1970238" y="1316739"/>
        <a:ext cx="1891796" cy="1316739"/>
      </dsp:txXfrm>
    </dsp:sp>
    <dsp:sp modelId="{1C9B75AE-2FAC-4887-9A81-C65C29884D5E}">
      <dsp:nvSpPr>
        <dsp:cNvPr id="0" name=""/>
        <dsp:cNvSpPr/>
      </dsp:nvSpPr>
      <dsp:spPr>
        <a:xfrm>
          <a:off x="2348161" y="197510"/>
          <a:ext cx="1096185" cy="1096185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CEFDBF-44A5-404B-A728-F96363C682FC}">
      <dsp:nvSpPr>
        <dsp:cNvPr id="0" name=""/>
        <dsp:cNvSpPr/>
      </dsp:nvSpPr>
      <dsp:spPr>
        <a:xfrm>
          <a:off x="3898905" y="0"/>
          <a:ext cx="1891796" cy="329184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300" kern="1200">
              <a:solidFill>
                <a:schemeClr val="bg1"/>
              </a:solidFill>
            </a:rPr>
            <a:t>files </a:t>
          </a:r>
          <a:r>
            <a:rPr lang="en-ZA" sz="2300" kern="1200" dirty="0">
              <a:solidFill>
                <a:schemeClr val="bg1"/>
              </a:solidFill>
            </a:rPr>
            <a:t>shared on network</a:t>
          </a:r>
        </a:p>
      </dsp:txBody>
      <dsp:txXfrm>
        <a:off x="3898905" y="1316739"/>
        <a:ext cx="1891796" cy="1316739"/>
      </dsp:txXfrm>
    </dsp:sp>
    <dsp:sp modelId="{E3F7E699-C16C-4885-B222-9F9CC7591AD4}">
      <dsp:nvSpPr>
        <dsp:cNvPr id="0" name=""/>
        <dsp:cNvSpPr/>
      </dsp:nvSpPr>
      <dsp:spPr>
        <a:xfrm>
          <a:off x="4296711" y="197510"/>
          <a:ext cx="1096185" cy="1096185"/>
        </a:xfrm>
        <a:prstGeom prst="ellipse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8FD9DD-88B5-4CE8-B493-3D6100042016}">
      <dsp:nvSpPr>
        <dsp:cNvPr id="0" name=""/>
        <dsp:cNvSpPr/>
      </dsp:nvSpPr>
      <dsp:spPr>
        <a:xfrm>
          <a:off x="5847456" y="0"/>
          <a:ext cx="1891796" cy="329184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files </a:t>
          </a:r>
          <a:r>
            <a:rPr lang="en-US" sz="2300" kern="1200" dirty="0"/>
            <a:t>on portable media</a:t>
          </a:r>
        </a:p>
      </dsp:txBody>
      <dsp:txXfrm>
        <a:off x="5847456" y="1316739"/>
        <a:ext cx="1891796" cy="1316739"/>
      </dsp:txXfrm>
    </dsp:sp>
    <dsp:sp modelId="{1023F8A7-156A-4719-A29A-0AB649B7D944}">
      <dsp:nvSpPr>
        <dsp:cNvPr id="0" name=""/>
        <dsp:cNvSpPr/>
      </dsp:nvSpPr>
      <dsp:spPr>
        <a:xfrm>
          <a:off x="6245262" y="197510"/>
          <a:ext cx="1096185" cy="1096185"/>
        </a:xfrm>
        <a:prstGeom prst="ellipse">
          <a:avLst/>
        </a:prstGeom>
        <a:blipFill rotWithShape="1">
          <a:blip xmlns:r="http://schemas.openxmlformats.org/officeDocument/2006/relationships" r:embed="rId4"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4CCD5E-B490-4520-8A5F-A3D0393FA1B9}">
      <dsp:nvSpPr>
        <dsp:cNvPr id="0" name=""/>
        <dsp:cNvSpPr/>
      </dsp:nvSpPr>
      <dsp:spPr>
        <a:xfrm>
          <a:off x="309642" y="2633478"/>
          <a:ext cx="7121773" cy="493777"/>
        </a:xfrm>
        <a:prstGeom prst="left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C90E67-E4F0-4FDD-B69F-0501292BA805}">
      <dsp:nvSpPr>
        <dsp:cNvPr id="0" name=""/>
        <dsp:cNvSpPr/>
      </dsp:nvSpPr>
      <dsp:spPr>
        <a:xfrm>
          <a:off x="236783" y="1139"/>
          <a:ext cx="1673420" cy="100405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500" b="1" kern="1200" dirty="0"/>
            <a:t>Malware </a:t>
          </a:r>
          <a:endParaRPr lang="en-US" sz="2500" kern="1200" dirty="0"/>
        </a:p>
      </dsp:txBody>
      <dsp:txXfrm>
        <a:off x="236783" y="1139"/>
        <a:ext cx="1673420" cy="1004052"/>
      </dsp:txXfrm>
    </dsp:sp>
    <dsp:sp modelId="{2F0682EE-8963-435A-8EAD-EF33E1D6F0F4}">
      <dsp:nvSpPr>
        <dsp:cNvPr id="0" name=""/>
        <dsp:cNvSpPr/>
      </dsp:nvSpPr>
      <dsp:spPr>
        <a:xfrm>
          <a:off x="2077546" y="1139"/>
          <a:ext cx="1673420" cy="100405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500" b="1" kern="1200"/>
            <a:t>Virus</a:t>
          </a:r>
          <a:endParaRPr lang="en-US" sz="2500" kern="1200"/>
        </a:p>
      </dsp:txBody>
      <dsp:txXfrm>
        <a:off x="2077546" y="1139"/>
        <a:ext cx="1673420" cy="1004052"/>
      </dsp:txXfrm>
    </dsp:sp>
    <dsp:sp modelId="{8A0C2DF4-4D0D-4C89-BBFB-2C15EEA2B048}">
      <dsp:nvSpPr>
        <dsp:cNvPr id="0" name=""/>
        <dsp:cNvSpPr/>
      </dsp:nvSpPr>
      <dsp:spPr>
        <a:xfrm>
          <a:off x="3918308" y="1139"/>
          <a:ext cx="1673420" cy="100405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500" b="1" kern="1200" dirty="0"/>
            <a:t>Computer worm</a:t>
          </a:r>
          <a:r>
            <a:rPr lang="en-ZA" sz="2500" kern="1200" dirty="0"/>
            <a:t> </a:t>
          </a:r>
          <a:endParaRPr lang="en-US" sz="2500" kern="1200" dirty="0"/>
        </a:p>
      </dsp:txBody>
      <dsp:txXfrm>
        <a:off x="3918308" y="1139"/>
        <a:ext cx="1673420" cy="1004052"/>
      </dsp:txXfrm>
    </dsp:sp>
    <dsp:sp modelId="{38FBA70F-6FAE-4F8D-ABE0-B9C7F7E69E9A}">
      <dsp:nvSpPr>
        <dsp:cNvPr id="0" name=""/>
        <dsp:cNvSpPr/>
      </dsp:nvSpPr>
      <dsp:spPr>
        <a:xfrm>
          <a:off x="236783" y="1172534"/>
          <a:ext cx="1673420" cy="100405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500" b="1" kern="1200" dirty="0"/>
            <a:t>Trojan </a:t>
          </a:r>
          <a:endParaRPr lang="en-US" sz="2500" kern="1200" dirty="0"/>
        </a:p>
      </dsp:txBody>
      <dsp:txXfrm>
        <a:off x="236783" y="1172534"/>
        <a:ext cx="1673420" cy="1004052"/>
      </dsp:txXfrm>
    </dsp:sp>
    <dsp:sp modelId="{2B06D828-270E-43B4-AD95-51D6636D87DF}">
      <dsp:nvSpPr>
        <dsp:cNvPr id="0" name=""/>
        <dsp:cNvSpPr/>
      </dsp:nvSpPr>
      <dsp:spPr>
        <a:xfrm>
          <a:off x="2077546" y="1172534"/>
          <a:ext cx="1673420" cy="100405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500" b="1" kern="1200" dirty="0"/>
            <a:t>Phishing</a:t>
          </a:r>
          <a:r>
            <a:rPr lang="en-ZA" sz="2500" kern="1200" dirty="0"/>
            <a:t> </a:t>
          </a:r>
          <a:endParaRPr lang="en-US" sz="2500" kern="1200" dirty="0"/>
        </a:p>
      </dsp:txBody>
      <dsp:txXfrm>
        <a:off x="2077546" y="1172534"/>
        <a:ext cx="1673420" cy="1004052"/>
      </dsp:txXfrm>
    </dsp:sp>
    <dsp:sp modelId="{A367C665-D0AA-49BE-92AD-E88801B22444}">
      <dsp:nvSpPr>
        <dsp:cNvPr id="0" name=""/>
        <dsp:cNvSpPr/>
      </dsp:nvSpPr>
      <dsp:spPr>
        <a:xfrm>
          <a:off x="3918308" y="1172534"/>
          <a:ext cx="1673420" cy="100405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500" b="1" kern="1200" dirty="0"/>
            <a:t>Pharming</a:t>
          </a:r>
          <a:r>
            <a:rPr lang="en-ZA" sz="2500" kern="1200" dirty="0"/>
            <a:t> </a:t>
          </a:r>
          <a:endParaRPr lang="en-US" sz="2500" kern="1200" dirty="0"/>
        </a:p>
      </dsp:txBody>
      <dsp:txXfrm>
        <a:off x="3918308" y="1172534"/>
        <a:ext cx="1673420" cy="1004052"/>
      </dsp:txXfrm>
    </dsp:sp>
    <dsp:sp modelId="{475F8525-3A19-447D-BAFC-8FFAF60C6ED6}">
      <dsp:nvSpPr>
        <dsp:cNvPr id="0" name=""/>
        <dsp:cNvSpPr/>
      </dsp:nvSpPr>
      <dsp:spPr>
        <a:xfrm>
          <a:off x="236783" y="2343928"/>
          <a:ext cx="1673420" cy="100405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500" b="1" kern="1200" dirty="0"/>
            <a:t>Email spoofing</a:t>
          </a:r>
          <a:r>
            <a:rPr lang="en-ZA" sz="2500" kern="1200" dirty="0"/>
            <a:t> </a:t>
          </a:r>
          <a:endParaRPr lang="en-US" sz="2500" kern="1200" dirty="0"/>
        </a:p>
      </dsp:txBody>
      <dsp:txXfrm>
        <a:off x="236783" y="2343928"/>
        <a:ext cx="1673420" cy="1004052"/>
      </dsp:txXfrm>
    </dsp:sp>
    <dsp:sp modelId="{FD29780D-8D1F-476F-9B1A-69DC28C218AD}">
      <dsp:nvSpPr>
        <dsp:cNvPr id="0" name=""/>
        <dsp:cNvSpPr/>
      </dsp:nvSpPr>
      <dsp:spPr>
        <a:xfrm>
          <a:off x="2077546" y="2343928"/>
          <a:ext cx="1673420" cy="100405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500" b="1" kern="1200" dirty="0"/>
            <a:t>Hoaxes and scams</a:t>
          </a:r>
          <a:r>
            <a:rPr lang="en-ZA" sz="2500" kern="1200" dirty="0"/>
            <a:t> </a:t>
          </a:r>
          <a:endParaRPr lang="en-US" sz="2500" kern="1200" dirty="0"/>
        </a:p>
      </dsp:txBody>
      <dsp:txXfrm>
        <a:off x="2077546" y="2343928"/>
        <a:ext cx="1673420" cy="1004052"/>
      </dsp:txXfrm>
    </dsp:sp>
    <dsp:sp modelId="{11C90A4E-AE4A-4B89-A9EB-897A049396A9}">
      <dsp:nvSpPr>
        <dsp:cNvPr id="0" name=""/>
        <dsp:cNvSpPr/>
      </dsp:nvSpPr>
      <dsp:spPr>
        <a:xfrm>
          <a:off x="3918308" y="2343928"/>
          <a:ext cx="1673420" cy="100405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500" b="1" kern="1200" dirty="0"/>
            <a:t>Spam </a:t>
          </a:r>
          <a:endParaRPr lang="en-US" sz="2500" kern="1200" dirty="0"/>
        </a:p>
      </dsp:txBody>
      <dsp:txXfrm>
        <a:off x="3918308" y="2343928"/>
        <a:ext cx="1673420" cy="10040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3A0F2C-42CD-4E94-8BCC-A4D9C9F6BEB5}" type="datetimeFigureOut">
              <a:rPr lang="en-ZA" smtClean="0"/>
              <a:pPr/>
              <a:t>2017/01/21</a:t>
            </a:fld>
            <a:endParaRPr lang="en-Z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8C45E-8F79-4D4D-BBF2-45A81020F4F1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443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3</a:t>
            </a:fld>
            <a:endParaRPr lang="en-ZA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4</a:t>
            </a:fld>
            <a:endParaRPr lang="en-ZA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5</a:t>
            </a:fld>
            <a:endParaRPr lang="en-ZA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6</a:t>
            </a:fld>
            <a:endParaRPr lang="en-ZA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7</a:t>
            </a:fld>
            <a:endParaRPr lang="en-ZA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8</a:t>
            </a:fld>
            <a:endParaRPr lang="en-ZA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9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7788916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10</a:t>
            </a:fld>
            <a:endParaRPr lang="en-ZA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11</a:t>
            </a:fld>
            <a:endParaRPr lang="en-ZA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12</a:t>
            </a:fld>
            <a:endParaRPr lang="en-ZA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13</a:t>
            </a:fld>
            <a:endParaRPr lang="en-ZA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3222031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15</a:t>
            </a:fld>
            <a:endParaRPr lang="en-ZA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1">
              <a:buFont typeface="Arial" pitchFamily="34" charset="0"/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16</a:t>
            </a:fld>
            <a:endParaRPr lang="en-ZA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17</a:t>
            </a:fld>
            <a:endParaRPr lang="en-ZA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18</a:t>
            </a:fld>
            <a:endParaRPr lang="en-ZA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19</a:t>
            </a:fld>
            <a:endParaRPr lang="en-ZA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20</a:t>
            </a:fld>
            <a:endParaRPr lang="en-ZA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21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5362703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22</a:t>
            </a:fld>
            <a:endParaRPr lang="en-ZA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23</a:t>
            </a:fld>
            <a:endParaRPr lang="en-ZA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6394363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25</a:t>
            </a:fld>
            <a:endParaRPr lang="en-ZA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26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2613957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27</a:t>
            </a:fld>
            <a:endParaRPr lang="en-ZA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28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051946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79" y="182879"/>
            <a:ext cx="8778240" cy="64922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882376"/>
            <a:ext cx="747522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60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3869635"/>
            <a:ext cx="6575895" cy="1388165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rgbClr val="FFFFFF"/>
                </a:solidFill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92F32F6-A925-4FBE-955E-56727EE66E2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3733800"/>
            <a:ext cx="61722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3623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defRPr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358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1173575"/>
            <a:ext cx="747522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0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4154520"/>
            <a:ext cx="6576822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A856B-5D0F-40E0-906E-B87E535B8E9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4020408"/>
            <a:ext cx="61722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342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2057399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2057400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B9B2A-EE62-4229-B728-02B5670C2A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981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2001511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721483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999032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719322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8B7A4-0678-4B9E-B961-B27E465E93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979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DEB-2BAD-4BB0-8D36-95A0FDEF7A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875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8F17-7D68-4484-876E-9660F07E60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4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9314" y="1097280"/>
            <a:ext cx="4149638" cy="466344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9260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53E88-DB3D-4BD5-B3E0-4359320A1A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173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19107" y="1069847"/>
            <a:ext cx="4257703" cy="4645153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B46A-E307-4291-8AFC-1FB7985F8F8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054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01FB-0FEE-4A4D-9ADD-9D8710ACB61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905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762000"/>
            <a:ext cx="1743075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762000"/>
            <a:ext cx="5572125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76D9-B36A-4BF3-9ED4-7BAB374490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250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2057400"/>
            <a:ext cx="7404653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</a:defRPr>
            </a:lvl1pPr>
          </a:lstStyle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245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2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1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3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5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7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13" Type="http://schemas.openxmlformats.org/officeDocument/2006/relationships/slide" Target="slide28.xml"/><Relationship Id="rId3" Type="http://schemas.openxmlformats.org/officeDocument/2006/relationships/slide" Target="slide10.xml"/><Relationship Id="rId7" Type="http://schemas.openxmlformats.org/officeDocument/2006/relationships/slide" Target="slide17.xml"/><Relationship Id="rId12" Type="http://schemas.openxmlformats.org/officeDocument/2006/relationships/slide" Target="slide27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5.xml"/><Relationship Id="rId11" Type="http://schemas.openxmlformats.org/officeDocument/2006/relationships/slide" Target="slide24.xml"/><Relationship Id="rId5" Type="http://schemas.openxmlformats.org/officeDocument/2006/relationships/slide" Target="slide12.xml"/><Relationship Id="rId10" Type="http://schemas.openxmlformats.org/officeDocument/2006/relationships/slide" Target="slide22.xml"/><Relationship Id="rId4" Type="http://schemas.openxmlformats.org/officeDocument/2006/relationships/slide" Target="slide11.xml"/><Relationship Id="rId9" Type="http://schemas.openxmlformats.org/officeDocument/2006/relationships/slide" Target="slide2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5"/>
          <p:cNvSpPr>
            <a:spLocks noGrp="1" noChangeArrowheads="1"/>
          </p:cNvSpPr>
          <p:nvPr>
            <p:ph type="ctrTitle"/>
          </p:nvPr>
        </p:nvSpPr>
        <p:spPr>
          <a:xfrm>
            <a:off x="1807578" y="1671489"/>
            <a:ext cx="5500726" cy="1685503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l">
              <a:lnSpc>
                <a:spcPct val="100000"/>
              </a:lnSpc>
            </a:pPr>
            <a:r>
              <a:rPr lang="en-GB" sz="4800" dirty="0">
                <a:solidFill>
                  <a:schemeClr val="tx1"/>
                </a:solidFill>
              </a:rPr>
              <a:t>Module 2.5 </a:t>
            </a:r>
            <a:br>
              <a:rPr lang="en-GB" sz="4800" dirty="0">
                <a:solidFill>
                  <a:schemeClr val="tx1"/>
                </a:solidFill>
              </a:rPr>
            </a:br>
            <a:r>
              <a:rPr lang="en-GB" sz="4800" dirty="0">
                <a:solidFill>
                  <a:schemeClr val="tx1"/>
                </a:solidFill>
              </a:rPr>
              <a:t>Safe internet use</a:t>
            </a:r>
            <a:endParaRPr lang="en-US" sz="3200" dirty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1031" y="4365104"/>
            <a:ext cx="1513820" cy="216000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341784"/>
            <a:ext cx="8229600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dirty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5190" y="1628800"/>
            <a:ext cx="5943034" cy="4853136"/>
          </a:xfrm>
        </p:spPr>
        <p:txBody>
          <a:bodyPr>
            <a:normAutofit fontScale="55000" lnSpcReduction="20000"/>
          </a:bodyPr>
          <a:lstStyle/>
          <a:p>
            <a:pPr marL="360000" indent="-360000"/>
            <a:r>
              <a:rPr lang="en-ZA" sz="4500" dirty="0">
                <a:hlinkClick r:id="rId2" action="ppaction://hlinksldjump"/>
              </a:rPr>
              <a:t>Viruses</a:t>
            </a:r>
            <a:endParaRPr lang="en-ZA" sz="4500" dirty="0"/>
          </a:p>
          <a:p>
            <a:pPr marL="360000" indent="-360000"/>
            <a:r>
              <a:rPr lang="en-ZA" sz="4500" dirty="0">
                <a:hlinkClick r:id="rId3" action="ppaction://hlinksldjump"/>
              </a:rPr>
              <a:t>Computer worms</a:t>
            </a:r>
            <a:endParaRPr lang="en-ZA" sz="4500" dirty="0"/>
          </a:p>
          <a:p>
            <a:pPr marL="360000" indent="-360000"/>
            <a:r>
              <a:rPr lang="en-ZA" sz="4500" dirty="0">
                <a:hlinkClick r:id="rId4" action="ppaction://hlinksldjump"/>
              </a:rPr>
              <a:t>Trojans</a:t>
            </a:r>
            <a:endParaRPr lang="en-ZA" sz="4500" dirty="0"/>
          </a:p>
          <a:p>
            <a:pPr marL="360000" indent="-360000"/>
            <a:r>
              <a:rPr lang="en-ZA" sz="4500" dirty="0">
                <a:hlinkClick r:id="rId5" action="ppaction://hlinksldjump"/>
              </a:rPr>
              <a:t>Spam</a:t>
            </a:r>
            <a:endParaRPr lang="en-ZA" sz="4500" dirty="0"/>
          </a:p>
          <a:p>
            <a:pPr marL="360000" indent="-360000"/>
            <a:r>
              <a:rPr lang="en-ZA" sz="4500" dirty="0">
                <a:hlinkClick r:id="rId6" action="ppaction://hlinksldjump"/>
              </a:rPr>
              <a:t>Hoaxes and scams</a:t>
            </a:r>
            <a:endParaRPr lang="en-ZA" sz="4500" dirty="0"/>
          </a:p>
          <a:p>
            <a:pPr marL="360000" indent="-360000"/>
            <a:r>
              <a:rPr lang="en-ZA" sz="4500" dirty="0">
                <a:hlinkClick r:id="rId7" action="ppaction://hlinksldjump"/>
              </a:rPr>
              <a:t>Phishing</a:t>
            </a:r>
            <a:endParaRPr lang="en-ZA" sz="4500" dirty="0"/>
          </a:p>
          <a:p>
            <a:pPr marL="360000" indent="-360000"/>
            <a:r>
              <a:rPr lang="en-ZA" sz="4500" dirty="0">
                <a:hlinkClick r:id="rId8" action="ppaction://hlinksldjump"/>
              </a:rPr>
              <a:t>Pharming</a:t>
            </a:r>
            <a:endParaRPr lang="en-ZA" sz="4500" dirty="0"/>
          </a:p>
          <a:p>
            <a:pPr marL="360000" indent="-360000"/>
            <a:r>
              <a:rPr lang="en-US" sz="4500" dirty="0">
                <a:hlinkClick r:id="rId9" action="ppaction://hlinksldjump"/>
              </a:rPr>
              <a:t>Email spoofing</a:t>
            </a:r>
            <a:endParaRPr lang="en-US" sz="4500" dirty="0"/>
          </a:p>
          <a:p>
            <a:pPr marL="360000" indent="-360000"/>
            <a:r>
              <a:rPr lang="en-US" sz="4500" dirty="0">
                <a:hlinkClick r:id="rId10" action="ppaction://hlinksldjump"/>
              </a:rPr>
              <a:t>Activity 1</a:t>
            </a:r>
            <a:endParaRPr lang="en-ZA" sz="4500" dirty="0"/>
          </a:p>
          <a:p>
            <a:pPr marL="360000" indent="-360000"/>
            <a:r>
              <a:rPr lang="en-ZA" sz="4500" dirty="0">
                <a:hlinkClick r:id="rId11" action="ppaction://hlinksldjump"/>
              </a:rPr>
              <a:t>Guidelines for using the internet safely</a:t>
            </a:r>
            <a:endParaRPr lang="en-ZA" sz="4500" dirty="0"/>
          </a:p>
          <a:p>
            <a:pPr marL="360000" indent="-360000"/>
            <a:r>
              <a:rPr lang="en-ZA" sz="4500" dirty="0">
                <a:hlinkClick r:id="rId12" action="ppaction://hlinksldjump"/>
              </a:rPr>
              <a:t>Test and improve</a:t>
            </a:r>
            <a:endParaRPr lang="en-ZA" sz="4500" dirty="0"/>
          </a:p>
          <a:p>
            <a:pPr marL="360000" indent="-360000"/>
            <a:r>
              <a:rPr lang="en-ZA" sz="4500" dirty="0">
                <a:hlinkClick r:id="rId13" action="ppaction://hlinksldjump"/>
              </a:rPr>
              <a:t>Written module activity</a:t>
            </a:r>
            <a:r>
              <a:rPr lang="en-ZA" sz="2800" dirty="0">
                <a:hlinkClick r:id="rId13" action="ppaction://hlinksldjump"/>
              </a:rPr>
              <a:t> </a:t>
            </a:r>
            <a:endParaRPr lang="en-ZA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15328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dirty="0"/>
              <a:t>Viruses</a:t>
            </a:r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2" name="Rectangle 11"/>
          <p:cNvSpPr/>
          <p:nvPr/>
        </p:nvSpPr>
        <p:spPr>
          <a:xfrm>
            <a:off x="571472" y="2204906"/>
            <a:ext cx="8001056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ZA" sz="2400" b="0" dirty="0"/>
              <a:t>Software that disrupts normal functioning of a computer</a:t>
            </a:r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Loaded on computer without knowledge or consent of user</a:t>
            </a:r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Designed to create and exploit security loopholes</a:t>
            </a:r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Try to reproduce and spread to other computers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Do not attack hardware – but software that manages and controls hardware</a:t>
            </a:r>
            <a:endParaRPr lang="en-ZA" sz="2400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Action Button: Home 2">
            <a:hlinkClick r:id="rId3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15328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dirty="0"/>
              <a:t>Viruses</a:t>
            </a:r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TextBox 7"/>
          <p:cNvSpPr txBox="1"/>
          <p:nvPr/>
        </p:nvSpPr>
        <p:spPr>
          <a:xfrm>
            <a:off x="500034" y="1428736"/>
            <a:ext cx="8072494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b="0" dirty="0"/>
              <a:t>How does a virus spread?</a:t>
            </a: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graphicFrame>
        <p:nvGraphicFramePr>
          <p:cNvPr id="13" name="Diagram 12"/>
          <p:cNvGraphicFramePr/>
          <p:nvPr>
            <p:extLst>
              <p:ext uri="{D42A27DB-BD31-4B8C-83A1-F6EECF244321}">
                <p14:modId xmlns:p14="http://schemas.microsoft.com/office/powerpoint/2010/main" val="1628774921"/>
              </p:ext>
            </p:extLst>
          </p:nvPr>
        </p:nvGraphicFramePr>
        <p:xfrm>
          <a:off x="535753" y="2708920"/>
          <a:ext cx="7741058" cy="32918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Rectangle 2"/>
          <p:cNvSpPr/>
          <p:nvPr/>
        </p:nvSpPr>
        <p:spPr>
          <a:xfrm>
            <a:off x="357158" y="6091476"/>
            <a:ext cx="8215370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ZA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Most viruses activate when you run or open the infected file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0" name="Action Button: Home 2">
            <a:hlinkClick r:id="rId8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Box 3"/>
          <p:cNvSpPr txBox="1"/>
          <p:nvPr/>
        </p:nvSpPr>
        <p:spPr>
          <a:xfrm>
            <a:off x="522568" y="2060848"/>
            <a:ext cx="18760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Infected …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3" grpId="0">
        <p:bldAsOne/>
      </p:bldGraphic>
      <p:bldP spid="3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15328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dirty="0"/>
              <a:t>Viruses</a:t>
            </a:r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TextBox 7"/>
          <p:cNvSpPr txBox="1"/>
          <p:nvPr/>
        </p:nvSpPr>
        <p:spPr>
          <a:xfrm>
            <a:off x="500034" y="1428736"/>
            <a:ext cx="8072494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b="0" dirty="0"/>
              <a:t>How do I know if I have a virus?</a:t>
            </a: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9" name="Rectangle 8"/>
          <p:cNvSpPr/>
          <p:nvPr/>
        </p:nvSpPr>
        <p:spPr>
          <a:xfrm>
            <a:off x="571472" y="2269076"/>
            <a:ext cx="7705339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b="0" dirty="0">
                <a:latin typeface="+mn-lt"/>
              </a:rPr>
              <a:t>Files suddenly start disappearing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The computer slows down a lot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Programs stop working properly</a:t>
            </a:r>
          </a:p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Free space on the computer suddenly reduced greatly</a:t>
            </a:r>
          </a:p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Error messages not seen before start appearing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Computer no longer boots up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sz="2400" dirty="0"/>
              <a:t>Anti-virus software reports presence or threat of a virus</a:t>
            </a:r>
            <a:endParaRPr lang="en-ZA" sz="2400" b="0" dirty="0">
              <a:latin typeface="+mn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0" name="Action Button: Home 2">
            <a:hlinkClick r:id="rId3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15328" cy="1143000"/>
          </a:xfr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dirty="0"/>
              <a:t>Viruses</a:t>
            </a:r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TextBox 7"/>
          <p:cNvSpPr txBox="1"/>
          <p:nvPr/>
        </p:nvSpPr>
        <p:spPr>
          <a:xfrm>
            <a:off x="500034" y="1428736"/>
            <a:ext cx="8072494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b="0" dirty="0"/>
              <a:t>Virus prevention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1156" y="2052709"/>
            <a:ext cx="61991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800" dirty="0">
                <a:latin typeface="+mn-lt"/>
              </a:rPr>
              <a:t>Anti-virus software can be configured to: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9552" y="2564904"/>
            <a:ext cx="7632848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6000" lvl="0" indent="288000">
              <a:spcAft>
                <a:spcPts val="600"/>
              </a:spcAft>
              <a:buFont typeface="Arial" pitchFamily="34" charset="0"/>
              <a:buChar char="•"/>
            </a:pPr>
            <a:r>
              <a:rPr lang="en-ZA" sz="2400" b="0" dirty="0">
                <a:latin typeface="+mn-lt"/>
              </a:rPr>
              <a:t> warn you of the presence of a virus on your computer</a:t>
            </a:r>
          </a:p>
          <a:p>
            <a:pPr marL="216000" lvl="0" indent="288000">
              <a:spcAft>
                <a:spcPts val="600"/>
              </a:spcAft>
              <a:buFont typeface="Arial" pitchFamily="34" charset="0"/>
              <a:buChar char="•"/>
            </a:pPr>
            <a:r>
              <a:rPr lang="en-ZA" sz="2400" b="0" dirty="0">
                <a:latin typeface="+mn-lt"/>
              </a:rPr>
              <a:t> automatically delete any virus it detects</a:t>
            </a:r>
          </a:p>
          <a:p>
            <a:pPr marL="216000" lvl="0" indent="288000">
              <a:buFont typeface="Arial" pitchFamily="34" charset="0"/>
              <a:buChar char="•"/>
            </a:pPr>
            <a:r>
              <a:rPr lang="en-ZA" sz="2400" b="0" dirty="0">
                <a:latin typeface="+mn-lt"/>
              </a:rPr>
              <a:t> quarantine a virus</a:t>
            </a:r>
          </a:p>
        </p:txBody>
      </p:sp>
      <p:pic>
        <p:nvPicPr>
          <p:cNvPr id="13" name="Picture 12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0506" y="3789040"/>
            <a:ext cx="3556305" cy="2608374"/>
          </a:xfrm>
          <a:prstGeom prst="rect">
            <a:avLst/>
          </a:prstGeom>
        </p:spPr>
      </p:pic>
      <p:pic>
        <p:nvPicPr>
          <p:cNvPr id="14" name="Picture 13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4118716"/>
            <a:ext cx="3384376" cy="227869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2" name="Action Button: Home 2">
            <a:hlinkClick r:id="rId5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15328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dirty="0"/>
              <a:t>Viruses</a:t>
            </a:r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TextBox 7"/>
          <p:cNvSpPr txBox="1"/>
          <p:nvPr/>
        </p:nvSpPr>
        <p:spPr>
          <a:xfrm>
            <a:off x="500034" y="1428736"/>
            <a:ext cx="8072494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b="0" dirty="0"/>
              <a:t>Virus prevention</a:t>
            </a: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Rectangle 16"/>
          <p:cNvSpPr/>
          <p:nvPr/>
        </p:nvSpPr>
        <p:spPr>
          <a:xfrm>
            <a:off x="457200" y="2071678"/>
            <a:ext cx="30426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800" b="0" dirty="0">
                <a:latin typeface="+mn-lt"/>
              </a:rPr>
              <a:t>Prevent viruses by: 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34" y="2714620"/>
            <a:ext cx="6016182" cy="30623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sz="2400" b="0" dirty="0">
                <a:latin typeface="+mn-lt"/>
              </a:rPr>
              <a:t>installing an anti-virus program</a:t>
            </a:r>
          </a:p>
          <a:p>
            <a:pPr marL="342900" lvl="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keeping your anti-virus software and definitions (signatures) up to date</a:t>
            </a:r>
          </a:p>
          <a:p>
            <a:pPr marL="342900" lvl="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scanning files stored on portable media </a:t>
            </a:r>
            <a:br>
              <a:rPr lang="en-ZA" sz="2400" dirty="0"/>
            </a:br>
            <a:r>
              <a:rPr lang="en-ZA" sz="2400" dirty="0"/>
              <a:t>(e.g. flash drives) before using them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sz="2400" dirty="0"/>
              <a:t>scanning email attachments and downloaded files before opening them</a:t>
            </a:r>
            <a:endParaRPr lang="en-ZA" sz="2400" b="0" dirty="0">
              <a:latin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1133" y="2184452"/>
            <a:ext cx="2496866" cy="380688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2" name="Action Button: Home 2">
            <a:hlinkClick r:id="rId4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15328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dirty="0"/>
              <a:t>Viruses</a:t>
            </a:r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TextBox 7"/>
          <p:cNvSpPr txBox="1"/>
          <p:nvPr/>
        </p:nvSpPr>
        <p:spPr>
          <a:xfrm>
            <a:off x="500034" y="1428736"/>
            <a:ext cx="8072494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b="0" dirty="0"/>
              <a:t>Virus prevention</a:t>
            </a: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Rectangle 16"/>
          <p:cNvSpPr/>
          <p:nvPr/>
        </p:nvSpPr>
        <p:spPr>
          <a:xfrm>
            <a:off x="461545" y="2071678"/>
            <a:ext cx="40792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800" b="0" dirty="0">
                <a:latin typeface="+mn-lt"/>
              </a:rPr>
              <a:t>Prevent viruses by (cont.):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34" y="2630689"/>
            <a:ext cx="7600358" cy="21954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sz="2400" b="0" dirty="0">
                <a:latin typeface="+mn-lt"/>
              </a:rPr>
              <a:t>setting your anti-virus software to scan incoming  and outgoing email</a:t>
            </a:r>
          </a:p>
          <a:p>
            <a:pPr marL="342900" lvl="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avoiding pirated software – malware is often packaged with such software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sz="2400" dirty="0"/>
              <a:t>not running programs obtained from untrusted sources</a:t>
            </a:r>
            <a:endParaRPr lang="en-ZA" sz="2400" b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0" name="Action Button: Home 2">
            <a:hlinkClick r:id="rId3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15328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dirty="0"/>
              <a:t>Viruses</a:t>
            </a:r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TextBox 7"/>
          <p:cNvSpPr txBox="1"/>
          <p:nvPr/>
        </p:nvSpPr>
        <p:spPr>
          <a:xfrm>
            <a:off x="500034" y="1428736"/>
            <a:ext cx="8072494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b="0" dirty="0"/>
              <a:t>Virus prevention</a:t>
            </a: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Rectangle 16"/>
          <p:cNvSpPr/>
          <p:nvPr/>
        </p:nvSpPr>
        <p:spPr>
          <a:xfrm>
            <a:off x="453022" y="2071678"/>
            <a:ext cx="40792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800" b="0" dirty="0">
                <a:latin typeface="+mn-lt"/>
              </a:rPr>
              <a:t>Prevent viruses by (cont.):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1409" y="2605996"/>
            <a:ext cx="64957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sz="2400" dirty="0"/>
              <a:t>disabling the autorun feature for flash drives</a:t>
            </a:r>
            <a:endParaRPr lang="en-ZA" sz="2400" b="0" dirty="0">
              <a:latin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368" y="3148462"/>
            <a:ext cx="4757639" cy="3304873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3" name="Action Button: Home 2">
            <a:hlinkClick r:id="rId4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15768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15328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/>
              <a:t>Computer worms</a:t>
            </a:r>
            <a:endParaRPr lang="en-ZA" sz="4000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8" name="Rectangle 17"/>
          <p:cNvSpPr/>
          <p:nvPr/>
        </p:nvSpPr>
        <p:spPr>
          <a:xfrm>
            <a:off x="1613829" y="1692276"/>
            <a:ext cx="5802070" cy="1200329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ZA" sz="2400" b="0" dirty="0">
                <a:latin typeface="+mn-lt"/>
              </a:rPr>
              <a:t>Malware that is able to distribute itself over a network, normally via email, without a person running an infected program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114" y="3168463"/>
            <a:ext cx="8358246" cy="1328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sz="2400" b="0" dirty="0">
                <a:latin typeface="+mn-lt"/>
              </a:rPr>
              <a:t>Can reproduce itself many times – computer could send out hundreds of worms with devastating effect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sz="2400" dirty="0"/>
              <a:t>Can cause computer to run very slowly and even crash</a:t>
            </a:r>
            <a:endParaRPr lang="en-ZA" sz="2400" b="0" dirty="0">
              <a:latin typeface="+mn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9" name="Action Button: Home 2">
            <a:hlinkClick r:id="rId3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TextBox 2"/>
          <p:cNvSpPr txBox="1"/>
          <p:nvPr/>
        </p:nvSpPr>
        <p:spPr>
          <a:xfrm>
            <a:off x="536476" y="4792242"/>
            <a:ext cx="79567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Prevention:</a:t>
            </a:r>
            <a:r>
              <a:rPr lang="en-US" sz="2400" dirty="0">
                <a:solidFill>
                  <a:srgbClr val="FF0000"/>
                </a:solidFill>
              </a:rPr>
              <a:t>  </a:t>
            </a:r>
            <a:r>
              <a:rPr lang="en-US" sz="2400" dirty="0"/>
              <a:t>Install anti-virus software on the computer (keep it updated!) and do not open unrecognized / suspicious emails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043890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dirty="0"/>
              <a:t>Trojans</a:t>
            </a:r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8" name="Rectangle 17"/>
          <p:cNvSpPr/>
          <p:nvPr/>
        </p:nvSpPr>
        <p:spPr>
          <a:xfrm>
            <a:off x="457200" y="1765573"/>
            <a:ext cx="8143932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D</a:t>
            </a:r>
            <a:r>
              <a:rPr lang="en-ZA" sz="2400" b="0" dirty="0">
                <a:latin typeface="+mn-lt"/>
              </a:rPr>
              <a:t>estructive program disguised as a useful application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Seems to be legitimate software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>
                <a:latin typeface="+mn-lt"/>
              </a:rPr>
              <a:t>Deletes files on your computer, or scans it for personal information to send to person who created the Trojan</a:t>
            </a:r>
            <a:endParaRPr lang="en-ZA" sz="2400" b="0" dirty="0">
              <a:latin typeface="+mn-lt"/>
            </a:endParaRPr>
          </a:p>
        </p:txBody>
      </p:sp>
      <p:sp>
        <p:nvSpPr>
          <p:cNvPr id="9" name="Rectangle 8"/>
          <p:cNvSpPr/>
          <p:nvPr/>
        </p:nvSpPr>
        <p:spPr>
          <a:xfrm rot="20881636">
            <a:off x="1245283" y="3702081"/>
            <a:ext cx="3503973" cy="923330"/>
          </a:xfrm>
          <a:prstGeom prst="rect">
            <a:avLst/>
          </a:prstGeom>
          <a:noFill/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n-lt"/>
              </a:rPr>
              <a:t>Games.exe</a:t>
            </a:r>
          </a:p>
        </p:txBody>
      </p:sp>
      <p:sp>
        <p:nvSpPr>
          <p:cNvPr id="10" name="Rectangle 9"/>
          <p:cNvSpPr/>
          <p:nvPr/>
        </p:nvSpPr>
        <p:spPr>
          <a:xfrm rot="21395906">
            <a:off x="2643972" y="4285306"/>
            <a:ext cx="3415807" cy="923330"/>
          </a:xfrm>
          <a:prstGeom prst="rect">
            <a:avLst/>
          </a:prstGeom>
          <a:noFill/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Runme.exe</a:t>
            </a:r>
          </a:p>
        </p:txBody>
      </p:sp>
      <p:sp>
        <p:nvSpPr>
          <p:cNvPr id="11" name="Rectangle 10"/>
          <p:cNvSpPr/>
          <p:nvPr/>
        </p:nvSpPr>
        <p:spPr>
          <a:xfrm rot="195912">
            <a:off x="5178561" y="3702081"/>
            <a:ext cx="1811201" cy="923330"/>
          </a:xfrm>
          <a:prstGeom prst="rect">
            <a:avLst/>
          </a:prstGeom>
          <a:noFill/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+mn-lt"/>
              </a:rPr>
              <a:t>*.exe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2" name="Action Button: Home 2">
            <a:hlinkClick r:id="rId3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TextBox 2"/>
          <p:cNvSpPr txBox="1"/>
          <p:nvPr/>
        </p:nvSpPr>
        <p:spPr>
          <a:xfrm>
            <a:off x="683568" y="5305053"/>
            <a:ext cx="7776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Prevention: </a:t>
            </a:r>
            <a:r>
              <a:rPr lang="en-US" sz="2400" dirty="0"/>
              <a:t>Do not open attachments or run any programs</a:t>
            </a:r>
          </a:p>
          <a:p>
            <a:r>
              <a:rPr lang="en-ZA" sz="2400" dirty="0"/>
              <a:t>unless you are quite sure it is safe to do so</a:t>
            </a:r>
            <a:r>
              <a:rPr lang="en-US" sz="2400" dirty="0"/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15328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dirty="0"/>
              <a:t>Spam</a:t>
            </a:r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8" name="Rectangle 17"/>
          <p:cNvSpPr/>
          <p:nvPr/>
        </p:nvSpPr>
        <p:spPr>
          <a:xfrm>
            <a:off x="500034" y="1624435"/>
            <a:ext cx="8143932" cy="114307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ZA" sz="2400" dirty="0"/>
              <a:t>Email advertisements sent to you that you did not request</a:t>
            </a:r>
            <a:r>
              <a:rPr lang="en-ZA" sz="2400" dirty="0">
                <a:latin typeface="+mn-lt"/>
              </a:rPr>
              <a:t> </a:t>
            </a:r>
            <a:r>
              <a:rPr lang="en-ZA" sz="2400" b="1" dirty="0">
                <a:solidFill>
                  <a:srgbClr val="FF0000"/>
                </a:solidFill>
                <a:latin typeface="+mn-lt"/>
              </a:rPr>
              <a:t>‘junk mail’</a:t>
            </a:r>
          </a:p>
        </p:txBody>
      </p:sp>
      <p:pic>
        <p:nvPicPr>
          <p:cNvPr id="12" name="Picture 11" descr="spam.gif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43162" y="3060613"/>
            <a:ext cx="4143404" cy="32861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9" name="Action Button: Home 2">
            <a:hlinkClick r:id="rId4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15328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dirty="0"/>
              <a:t>Spam</a:t>
            </a:r>
          </a:p>
        </p:txBody>
      </p:sp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>
              <a:latin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0034" y="1428736"/>
            <a:ext cx="8072494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b="0" dirty="0"/>
              <a:t>Prevention tips for spam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7544" y="2324487"/>
            <a:ext cx="4464496" cy="343478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ZA" sz="2400" b="0" dirty="0"/>
              <a:t>Be careful who you give your email address to</a:t>
            </a:r>
          </a:p>
          <a:p>
            <a:pPr marL="342900" indent="-342900">
              <a:lnSpc>
                <a:spcPct val="13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Check if your ISP can help – many ISP’s filter out spam</a:t>
            </a:r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dirty="0"/>
              <a:t>Investigate capabilities of your email program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t="-1" b="-1"/>
          <a:stretch/>
        </p:blipFill>
        <p:spPr>
          <a:xfrm>
            <a:off x="5220072" y="2196710"/>
            <a:ext cx="3352457" cy="4040602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2" name="Action Button: Home 2">
            <a:hlinkClick r:id="rId4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15328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dirty="0"/>
              <a:t>Spam</a:t>
            </a:r>
          </a:p>
        </p:txBody>
      </p:sp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>
              <a:latin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0034" y="1428736"/>
            <a:ext cx="8072494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b="0" dirty="0"/>
              <a:t>Prevention tips for spam (cont.)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34" y="1975863"/>
            <a:ext cx="8176422" cy="145680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Some anti-virus programs include anti-spam software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b="0" i="1" dirty="0"/>
              <a:t>Mailwasher</a:t>
            </a:r>
            <a:r>
              <a:rPr lang="en-US" sz="2400" b="0" dirty="0"/>
              <a:t>: specialised utility to filter out spam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Never respond to spam – just confirms a valid email address</a:t>
            </a:r>
            <a:r>
              <a:rPr lang="en-US" sz="2400" b="0" dirty="0"/>
              <a:t> </a:t>
            </a:r>
            <a:endParaRPr lang="en-ZA" sz="2400" b="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3645024"/>
            <a:ext cx="4810768" cy="259196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904" y="3575673"/>
            <a:ext cx="2165080" cy="2838979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3" name="Action Button: Home 2">
            <a:hlinkClick r:id="rId5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904688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043890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dirty="0"/>
              <a:t>Hoaxes </a:t>
            </a:r>
            <a:r>
              <a:rPr lang="en-ZA" sz="4000"/>
              <a:t>and scams</a:t>
            </a:r>
            <a:endParaRPr lang="en-ZA" sz="4000" dirty="0"/>
          </a:p>
        </p:txBody>
      </p:sp>
      <p:sp>
        <p:nvSpPr>
          <p:cNvPr id="21" name="Content Placeholder 20"/>
          <p:cNvSpPr>
            <a:spLocks noGrp="1"/>
          </p:cNvSpPr>
          <p:nvPr>
            <p:ph idx="1"/>
          </p:nvPr>
        </p:nvSpPr>
        <p:spPr>
          <a:xfrm>
            <a:off x="467544" y="1556792"/>
            <a:ext cx="8208912" cy="5112568"/>
          </a:xfrm>
        </p:spPr>
        <p:txBody>
          <a:bodyPr/>
          <a:lstStyle/>
          <a:p>
            <a:pPr>
              <a:buNone/>
            </a:pPr>
            <a:endParaRPr lang="en-ZA" dirty="0"/>
          </a:p>
          <a:p>
            <a:endParaRPr lang="en-ZA" dirty="0"/>
          </a:p>
        </p:txBody>
      </p:sp>
      <p:sp>
        <p:nvSpPr>
          <p:cNvPr id="15" name="Rectangle 14"/>
          <p:cNvSpPr/>
          <p:nvPr/>
        </p:nvSpPr>
        <p:spPr>
          <a:xfrm>
            <a:off x="1326753" y="1654190"/>
            <a:ext cx="6304784" cy="830997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ZA" sz="2400" b="0" dirty="0">
                <a:latin typeface="+mn-lt"/>
              </a:rPr>
              <a:t>Internet hoax is an email message or article intended to deceive or defraud others</a:t>
            </a:r>
          </a:p>
        </p:txBody>
      </p:sp>
      <p:pic>
        <p:nvPicPr>
          <p:cNvPr id="16" name="Picture 15" descr="hoaxes.gif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38845" y="3079576"/>
            <a:ext cx="2664296" cy="25498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 descr="dodgy email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03598" y="2928934"/>
            <a:ext cx="5104275" cy="3236370"/>
          </a:xfrm>
          <a:prstGeom prst="foldedCorner">
            <a:avLst/>
          </a:prstGeom>
          <a:ln>
            <a:solidFill>
              <a:schemeClr val="accent2"/>
            </a:solidFill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9" name="Action Button: Home 2">
            <a:hlinkClick r:id="rId5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15328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dirty="0"/>
              <a:t>Hoaxes </a:t>
            </a:r>
            <a:r>
              <a:rPr lang="en-ZA" sz="4000"/>
              <a:t>and scams</a:t>
            </a:r>
            <a:endParaRPr lang="en-ZA" sz="4000" dirty="0"/>
          </a:p>
        </p:txBody>
      </p:sp>
      <p:sp>
        <p:nvSpPr>
          <p:cNvPr id="7" name="TextBox 6"/>
          <p:cNvSpPr txBox="1"/>
          <p:nvPr/>
        </p:nvSpPr>
        <p:spPr>
          <a:xfrm>
            <a:off x="500034" y="1428736"/>
            <a:ext cx="8001056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b="0" dirty="0"/>
              <a:t>How to protect yourself from these</a:t>
            </a:r>
          </a:p>
        </p:txBody>
      </p:sp>
      <p:sp>
        <p:nvSpPr>
          <p:cNvPr id="8" name="Rectangle 7"/>
          <p:cNvSpPr/>
          <p:nvPr/>
        </p:nvSpPr>
        <p:spPr>
          <a:xfrm>
            <a:off x="494271" y="2276867"/>
            <a:ext cx="7715304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b="0" dirty="0"/>
              <a:t>Never accept information at face value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Always check source of information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Often just a rumour – not based on fact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Just delete it – warn sender about the hoax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Be aware of virus hoaxes that encourage you to delete important files from your computer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sz="2400" dirty="0"/>
              <a:t>Many websites investigate hoaxes and publish their results – visit these sites to check validity of messages</a:t>
            </a:r>
            <a:endParaRPr lang="en-ZA" b="0" dirty="0">
              <a:latin typeface="+mn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9" name="Action Button: Home 2">
            <a:hlinkClick r:id="rId3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043890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dirty="0"/>
              <a:t>Phishing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4962" y="2123632"/>
            <a:ext cx="397502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b="0" dirty="0">
                <a:latin typeface="+mn-lt"/>
              </a:rPr>
              <a:t>Conning users into giving out personal and confidential details such as PIN numbers and passwords by posing as a legitimate organisation, (often a bank), usually via email. </a:t>
            </a:r>
          </a:p>
        </p:txBody>
      </p:sp>
      <p:pic>
        <p:nvPicPr>
          <p:cNvPr id="14" name="Picture 13" descr="phishing.bmp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30157" y="1916832"/>
            <a:ext cx="4071966" cy="3581020"/>
          </a:xfrm>
          <a:prstGeom prst="roundRect">
            <a:avLst>
              <a:gd name="adj" fmla="val 14883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Action Button: Home 2">
            <a:hlinkClick r:id="rId4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15328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dirty="0"/>
              <a:t>Phishing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34" y="1428736"/>
            <a:ext cx="8072494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b="0" dirty="0"/>
              <a:t>Prevention tips for phishing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11" y="2219265"/>
            <a:ext cx="792958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dirty="0"/>
              <a:t>Do not respond to email requests to confirm details like bank account numbers, PINs and passwords</a:t>
            </a:r>
            <a:endParaRPr lang="en-GB" sz="2400" dirty="0">
              <a:latin typeface="+mn-lt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latin typeface="+mn-lt"/>
              </a:rPr>
              <a:t>Type in the URL of bank websites etc. directly – do not click on a link in an email to go to these sites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Check that site is secure</a:t>
            </a:r>
            <a:endParaRPr lang="en-ZA" sz="2400" dirty="0">
              <a:latin typeface="+mn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99592" y="4532932"/>
            <a:ext cx="65574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3200" b="1" dirty="0"/>
              <a:t>S</a:t>
            </a:r>
            <a:r>
              <a:rPr lang="en-ZA" sz="3200" b="1" dirty="0">
                <a:latin typeface="+mn-lt"/>
              </a:rPr>
              <a:t>ecure site:   http</a:t>
            </a:r>
            <a:r>
              <a:rPr lang="en-ZA" sz="3200" b="1" dirty="0">
                <a:solidFill>
                  <a:srgbClr val="FF0000"/>
                </a:solidFill>
                <a:latin typeface="+mn-lt"/>
              </a:rPr>
              <a:t>s</a:t>
            </a:r>
            <a:r>
              <a:rPr lang="en-ZA" sz="3200" b="1" dirty="0">
                <a:latin typeface="+mn-lt"/>
              </a:rPr>
              <a:t>:// and not http:// </a:t>
            </a:r>
          </a:p>
        </p:txBody>
      </p:sp>
      <p:pic>
        <p:nvPicPr>
          <p:cNvPr id="10" name="Picture 9" descr="secure site.png"/>
          <p:cNvPicPr>
            <a:picLocks noChangeAspect="1"/>
          </p:cNvPicPr>
          <p:nvPr/>
        </p:nvPicPr>
        <p:blipFill>
          <a:blip r:embed="rId3" cstate="print"/>
          <a:srcRect l="13472" t="24165" r="39625" b="27506"/>
          <a:stretch>
            <a:fillRect/>
          </a:stretch>
        </p:blipFill>
        <p:spPr>
          <a:xfrm>
            <a:off x="392877" y="5385016"/>
            <a:ext cx="8286808" cy="571504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2" name="Action Button: Home 2">
            <a:hlinkClick r:id="rId4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043890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dirty="0"/>
              <a:t>Pharming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963" y="2348880"/>
            <a:ext cx="6762363" cy="272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ZA" sz="2400" b="0" dirty="0"/>
              <a:t>User is automatically redirected to another (fake) website even if </a:t>
            </a:r>
            <a:r>
              <a:rPr lang="en-ZA" sz="2400" dirty="0"/>
              <a:t>he/she</a:t>
            </a:r>
            <a:r>
              <a:rPr lang="en-ZA" sz="2400" b="0" dirty="0"/>
              <a:t> types in the correct URL for the official website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Criminal is able to use any data the user enters –  usually passwords and PINs</a:t>
            </a:r>
            <a:endParaRPr lang="en-ZA" sz="2400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7" name="Action Button: Home 2">
            <a:hlinkClick r:id="rId3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15328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dirty="0"/>
              <a:t>Pharming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34" y="1428736"/>
            <a:ext cx="8072494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b="0" dirty="0"/>
              <a:t>Prevention tips for pharming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-32" y="2348880"/>
            <a:ext cx="871543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b="0" dirty="0"/>
              <a:t>Ensure you have up-to-date anti-spyware software installed</a:t>
            </a:r>
          </a:p>
          <a:p>
            <a:pPr marL="91440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Many sites requiring secure information will warn you if you are redirected to another site – heed these warnings  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ZA" sz="2400" dirty="0"/>
              <a:t>Ensure that the site you are accessing is secure</a:t>
            </a:r>
          </a:p>
          <a:p>
            <a:pPr lvl="2"/>
            <a:endParaRPr lang="en-ZA" sz="2400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8" name="Action Button: Home 2">
            <a:hlinkClick r:id="rId3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990573" y="4797152"/>
            <a:ext cx="7286676" cy="86922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ZA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Arial" pitchFamily="34" charset="0"/>
              </a:rPr>
              <a:t>Spyware:</a:t>
            </a: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programs with bad intentions (malware) that try to monitor and record how you use your computer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15328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US" dirty="0"/>
              <a:t>Email spoofing</a:t>
            </a:r>
            <a:endParaRPr lang="en-ZA" sz="4000" dirty="0"/>
          </a:p>
        </p:txBody>
      </p:sp>
      <p:sp>
        <p:nvSpPr>
          <p:cNvPr id="7" name="Rectangle 6"/>
          <p:cNvSpPr/>
          <p:nvPr/>
        </p:nvSpPr>
        <p:spPr>
          <a:xfrm>
            <a:off x="395536" y="1723054"/>
            <a:ext cx="8031932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b="0" dirty="0"/>
              <a:t>The changing of an email header (addressing part of the email) so that the email appears to come from a different source</a:t>
            </a:r>
          </a:p>
          <a:p>
            <a:pPr marL="91440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Used in spam and phishing emails to disguise their origin – make the email seem more believable</a:t>
            </a:r>
            <a:endParaRPr lang="en-ZA" sz="2400" b="0" dirty="0"/>
          </a:p>
        </p:txBody>
      </p:sp>
      <p:sp>
        <p:nvSpPr>
          <p:cNvPr id="2" name="&quot;No&quot; Symbol 1"/>
          <p:cNvSpPr/>
          <p:nvPr/>
        </p:nvSpPr>
        <p:spPr>
          <a:xfrm>
            <a:off x="3110708" y="3933056"/>
            <a:ext cx="2613420" cy="2543510"/>
          </a:xfrm>
          <a:prstGeom prst="noSmoking">
            <a:avLst>
              <a:gd name="adj" fmla="val 6816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9" name="Action Button: Home 2">
            <a:hlinkClick r:id="rId3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Rectangle 2"/>
          <p:cNvSpPr/>
          <p:nvPr/>
        </p:nvSpPr>
        <p:spPr>
          <a:xfrm>
            <a:off x="3061280" y="4653136"/>
            <a:ext cx="273417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spoofing</a:t>
            </a:r>
          </a:p>
        </p:txBody>
      </p:sp>
    </p:spTree>
    <p:extLst>
      <p:ext uri="{BB962C8B-B14F-4D97-AF65-F5344CB8AC3E}">
        <p14:creationId xmlns:p14="http://schemas.microsoft.com/office/powerpoint/2010/main" val="3409684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29818" y="2780928"/>
            <a:ext cx="7475220" cy="1102703"/>
          </a:xfrm>
        </p:spPr>
        <p:txBody>
          <a:bodyPr/>
          <a:lstStyle/>
          <a:p>
            <a:r>
              <a:rPr lang="en-US" dirty="0"/>
              <a:t>ACTIVITY 1</a:t>
            </a:r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A856B-5D0F-40E0-906E-B87E535B8E93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7" name="Action Button: Home 2">
            <a:hlinkClick r:id="rId3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15328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en-ZA" sz="3600" dirty="0"/>
              <a:t>Guidelines for using the internet safely</a:t>
            </a:r>
            <a:endParaRPr lang="en-ZA" sz="4000" dirty="0"/>
          </a:p>
        </p:txBody>
      </p:sp>
      <p:sp>
        <p:nvSpPr>
          <p:cNvPr id="6" name="TextBox 5"/>
          <p:cNvSpPr txBox="1"/>
          <p:nvPr/>
        </p:nvSpPr>
        <p:spPr>
          <a:xfrm>
            <a:off x="500034" y="1428736"/>
            <a:ext cx="8072494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b="0" dirty="0"/>
              <a:t>General Guidelines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60644" y="2161181"/>
            <a:ext cx="7455772" cy="4126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14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Keep operating system up to date</a:t>
            </a:r>
          </a:p>
          <a:p>
            <a:pPr marL="342900" lvl="0" indent="-342900">
              <a:lnSpc>
                <a:spcPct val="114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Keep anti-virus software definitions up to date</a:t>
            </a:r>
          </a:p>
          <a:p>
            <a:pPr marL="342900" indent="-342900">
              <a:lnSpc>
                <a:spcPct val="114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Be careful when installing software from the internet</a:t>
            </a:r>
          </a:p>
          <a:p>
            <a:pPr marL="342900" indent="-342900">
              <a:lnSpc>
                <a:spcPct val="114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Do not click on links in pop-ups</a:t>
            </a:r>
          </a:p>
          <a:p>
            <a:pPr marL="342900" indent="-342900">
              <a:lnSpc>
                <a:spcPct val="114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Be careful when opening attachments or programs – especially internet downloads</a:t>
            </a:r>
          </a:p>
          <a:p>
            <a:pPr marL="342900" indent="-342900">
              <a:lnSpc>
                <a:spcPct val="114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Have good password policies</a:t>
            </a:r>
          </a:p>
          <a:p>
            <a:pPr marL="342900" indent="-342900">
              <a:lnSpc>
                <a:spcPct val="114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Stay informed – keep abreast of news and tips</a:t>
            </a:r>
          </a:p>
          <a:p>
            <a:pPr marL="342900" indent="-342900">
              <a:lnSpc>
                <a:spcPct val="114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Don’t be gullible</a:t>
            </a:r>
            <a:endParaRPr lang="en-ZA" sz="2400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7" name="Action Button: Home 2">
            <a:hlinkClick r:id="rId3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15328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en-ZA" sz="3600" dirty="0"/>
              <a:t>Guidelines for using the internet safely</a:t>
            </a:r>
            <a:endParaRPr lang="en-ZA" sz="4000" dirty="0"/>
          </a:p>
        </p:txBody>
      </p:sp>
      <p:sp>
        <p:nvSpPr>
          <p:cNvPr id="6" name="TextBox 5"/>
          <p:cNvSpPr txBox="1"/>
          <p:nvPr/>
        </p:nvSpPr>
        <p:spPr>
          <a:xfrm>
            <a:off x="500034" y="1428736"/>
            <a:ext cx="8072494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Good password policies</a:t>
            </a:r>
            <a:endParaRPr lang="en-ZA" sz="2800" b="0" dirty="0"/>
          </a:p>
        </p:txBody>
      </p:sp>
      <p:sp>
        <p:nvSpPr>
          <p:cNvPr id="9" name="Rectangle 8"/>
          <p:cNvSpPr/>
          <p:nvPr/>
        </p:nvSpPr>
        <p:spPr>
          <a:xfrm>
            <a:off x="428596" y="2132856"/>
            <a:ext cx="8031836" cy="4359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lnSpc>
                <a:spcPct val="114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Don’t use personal information as a password</a:t>
            </a:r>
          </a:p>
          <a:p>
            <a:pPr marL="742950" lvl="1" indent="-285750">
              <a:lnSpc>
                <a:spcPct val="114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At least 8 characters long</a:t>
            </a:r>
          </a:p>
          <a:p>
            <a:pPr marL="742950" lvl="1" indent="-285750">
              <a:lnSpc>
                <a:spcPct val="114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Mixture of letters (upper and lower case), numbers and special symbols, e.g. S1T&amp;pl&amp;fg7</a:t>
            </a:r>
          </a:p>
          <a:p>
            <a:pPr marL="742950" lvl="1" indent="-285750">
              <a:lnSpc>
                <a:spcPct val="114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Use different passwords for different accounts</a:t>
            </a:r>
          </a:p>
          <a:p>
            <a:pPr marL="742950" lvl="1" indent="-285750">
              <a:lnSpc>
                <a:spcPct val="114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Change passwords them from time to time</a:t>
            </a:r>
          </a:p>
          <a:p>
            <a:pPr marL="742950" lvl="1" indent="-285750">
              <a:lnSpc>
                <a:spcPct val="114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Don’t write passwords down – remember them</a:t>
            </a:r>
          </a:p>
          <a:p>
            <a:pPr marL="742950" lvl="1" indent="-285750">
              <a:lnSpc>
                <a:spcPct val="114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Don’t give your passwords out!</a:t>
            </a:r>
            <a:endParaRPr lang="en-ZA" sz="2400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8" name="Action Button: Home 2">
            <a:hlinkClick r:id="rId3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738917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15328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en-ZA" sz="3600" dirty="0"/>
              <a:t>Guidelines for using the internet safely</a:t>
            </a:r>
            <a:endParaRPr lang="en-ZA" sz="4000" dirty="0"/>
          </a:p>
        </p:txBody>
      </p:sp>
      <p:sp>
        <p:nvSpPr>
          <p:cNvPr id="6" name="TextBox 5"/>
          <p:cNvSpPr txBox="1"/>
          <p:nvPr/>
        </p:nvSpPr>
        <p:spPr>
          <a:xfrm>
            <a:off x="500034" y="1428736"/>
            <a:ext cx="8072494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b="0" dirty="0"/>
              <a:t>Interacting with others online – best practices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0073" y="2449919"/>
            <a:ext cx="7024295" cy="3477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14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Do not give out personal details online</a:t>
            </a:r>
          </a:p>
          <a:p>
            <a:pPr marL="342900" lvl="0" indent="-342900">
              <a:lnSpc>
                <a:spcPct val="114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Do not make arrangements to meet in person with someone you met online</a:t>
            </a:r>
          </a:p>
          <a:p>
            <a:pPr marL="342900" lvl="0" indent="-342900">
              <a:lnSpc>
                <a:spcPct val="114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If someone makes you feel uncomfortable, discontinue the conversation and inform an adult</a:t>
            </a:r>
          </a:p>
          <a:p>
            <a:pPr marL="342900" lvl="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ZA" sz="2400" dirty="0"/>
              <a:t>Remember – no posting on a social networking site can be regarded as private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7" name="Action Button: Home 2">
            <a:hlinkClick r:id="rId3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15328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en-ZA" sz="3600" dirty="0"/>
              <a:t>Guidelines for using the internet safely</a:t>
            </a:r>
            <a:endParaRPr lang="en-ZA" sz="4000" dirty="0"/>
          </a:p>
        </p:txBody>
      </p:sp>
      <p:sp>
        <p:nvSpPr>
          <p:cNvPr id="6" name="TextBox 5"/>
          <p:cNvSpPr txBox="1"/>
          <p:nvPr/>
        </p:nvSpPr>
        <p:spPr>
          <a:xfrm>
            <a:off x="500034" y="1428736"/>
            <a:ext cx="8072494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/>
              <a:t>I</a:t>
            </a:r>
            <a:r>
              <a:rPr lang="en-ZA" sz="2800" b="0" dirty="0"/>
              <a:t>nteracting with others online (cont.)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386" y="2447490"/>
            <a:ext cx="7031982" cy="2635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14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It is acceptable to ignore friend requests from strangers on social networking sites</a:t>
            </a:r>
          </a:p>
          <a:p>
            <a:pPr marL="342900" lvl="0" indent="-342900">
              <a:lnSpc>
                <a:spcPct val="114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Be suspicious of someone who is just too ‘perfect’</a:t>
            </a:r>
          </a:p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ZA" sz="2400" dirty="0"/>
              <a:t>Consider turning off </a:t>
            </a:r>
            <a:r>
              <a:rPr lang="en-US" sz="2400" dirty="0"/>
              <a:t>the geotagging function on your mobile device – to keep your location secret</a:t>
            </a:r>
            <a:endParaRPr lang="en-ZA" sz="2800" b="0" dirty="0">
              <a:latin typeface="+mn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7" name="Action Button: Home 2">
            <a:hlinkClick r:id="rId3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194042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15328" cy="1143000"/>
          </a:xfrm>
          <a:solidFill>
            <a:schemeClr val="bg1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en-ZA" sz="3600" dirty="0"/>
              <a:t>Test and improve</a:t>
            </a:r>
            <a:endParaRPr lang="af-ZA" sz="4000" dirty="0"/>
          </a:p>
        </p:txBody>
      </p:sp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143768" y="3857628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1374268641"/>
              </p:ext>
            </p:extLst>
          </p:nvPr>
        </p:nvGraphicFramePr>
        <p:xfrm>
          <a:off x="1535637" y="2113459"/>
          <a:ext cx="5828513" cy="33491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4052" y="5589240"/>
            <a:ext cx="8118476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400" dirty="0"/>
              <a:t>Prevention and protection</a:t>
            </a:r>
            <a:endParaRPr lang="af-ZA" sz="3600" b="0" dirty="0"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9366" y="6062326"/>
            <a:ext cx="812316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400" dirty="0"/>
              <a:t>Using the internet safely</a:t>
            </a:r>
            <a:endParaRPr lang="af-ZA" sz="3600" b="0" dirty="0">
              <a:latin typeface="+mj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12" name="Action Button: Home 2">
            <a:hlinkClick r:id="rId8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" name="TextBox 12"/>
          <p:cNvSpPr txBox="1"/>
          <p:nvPr/>
        </p:nvSpPr>
        <p:spPr>
          <a:xfrm>
            <a:off x="500034" y="1428736"/>
            <a:ext cx="8072494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b="0" dirty="0"/>
              <a:t>Summary – concepts, terms and tips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WRITTEN MODULE ACTIVITY </a:t>
            </a:r>
            <a:endParaRPr lang="en-Z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A856B-5D0F-40E0-906E-B87E535B8E93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7" name="Action Button: Home 2">
            <a:hlinkClick r:id="rId3" action="ppaction://hlinksldjump" highlightClick="1"/>
          </p:cNvPr>
          <p:cNvSpPr/>
          <p:nvPr/>
        </p:nvSpPr>
        <p:spPr>
          <a:xfrm>
            <a:off x="8572528" y="6314614"/>
            <a:ext cx="571472" cy="54868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3177201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9201</TotalTime>
  <Words>1135</Words>
  <Application>Microsoft Office PowerPoint</Application>
  <PresentationFormat>On-screen Show (4:3)</PresentationFormat>
  <Paragraphs>215</Paragraphs>
  <Slides>28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Corbel</vt:lpstr>
      <vt:lpstr>Basis</vt:lpstr>
      <vt:lpstr>Module 2.5  Safe internet use</vt:lpstr>
      <vt:lpstr>Contents</vt:lpstr>
      <vt:lpstr>Viruses</vt:lpstr>
      <vt:lpstr>Viruses</vt:lpstr>
      <vt:lpstr>Viruses</vt:lpstr>
      <vt:lpstr>Viruses</vt:lpstr>
      <vt:lpstr>Viruses</vt:lpstr>
      <vt:lpstr>Viruses</vt:lpstr>
      <vt:lpstr>Viruses</vt:lpstr>
      <vt:lpstr>Computer worms</vt:lpstr>
      <vt:lpstr>Trojans</vt:lpstr>
      <vt:lpstr>Spam</vt:lpstr>
      <vt:lpstr>Spam</vt:lpstr>
      <vt:lpstr>Spam</vt:lpstr>
      <vt:lpstr>Hoaxes and scams</vt:lpstr>
      <vt:lpstr>Hoaxes and scams</vt:lpstr>
      <vt:lpstr>Phishing</vt:lpstr>
      <vt:lpstr>Phishing</vt:lpstr>
      <vt:lpstr>Pharming</vt:lpstr>
      <vt:lpstr>Pharming</vt:lpstr>
      <vt:lpstr>Email spoofing</vt:lpstr>
      <vt:lpstr>ACTIVITY 1</vt:lpstr>
      <vt:lpstr>Guidelines for using the internet safely</vt:lpstr>
      <vt:lpstr>Guidelines for using the internet safely</vt:lpstr>
      <vt:lpstr>Guidelines for using the internet safely</vt:lpstr>
      <vt:lpstr>Guidelines for using the internet safely</vt:lpstr>
      <vt:lpstr>Test and improve</vt:lpstr>
      <vt:lpstr>WRITTEN MODULE ACTIVITY </vt:lpstr>
    </vt:vector>
  </TitlesOfParts>
  <Company>Study Opportunities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2.5  Safe internet use</dc:title>
  <cp:lastModifiedBy>Sandra Jacobs</cp:lastModifiedBy>
  <cp:revision>1</cp:revision>
  <dcterms:created xsi:type="dcterms:W3CDTF">2006-08-13T21:23:21Z</dcterms:created>
  <dcterms:modified xsi:type="dcterms:W3CDTF">2017-01-21T10:53:45Z</dcterms:modified>
</cp:coreProperties>
</file>