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1"/>
  </p:sldMasterIdLst>
  <p:notesMasterIdLst>
    <p:notesMasterId r:id="rId18"/>
  </p:notesMasterIdLst>
  <p:sldIdLst>
    <p:sldId id="257" r:id="rId2"/>
    <p:sldId id="296" r:id="rId3"/>
    <p:sldId id="288" r:id="rId4"/>
    <p:sldId id="459" r:id="rId5"/>
    <p:sldId id="450" r:id="rId6"/>
    <p:sldId id="451" r:id="rId7"/>
    <p:sldId id="462" r:id="rId8"/>
    <p:sldId id="463" r:id="rId9"/>
    <p:sldId id="464" r:id="rId10"/>
    <p:sldId id="274" r:id="rId11"/>
    <p:sldId id="465" r:id="rId12"/>
    <p:sldId id="469" r:id="rId13"/>
    <p:sldId id="466" r:id="rId14"/>
    <p:sldId id="467" r:id="rId15"/>
    <p:sldId id="468" r:id="rId16"/>
    <p:sldId id="46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99"/>
    <a:srgbClr val="99CC00"/>
    <a:srgbClr val="FFCC99"/>
    <a:srgbClr val="99FF33"/>
    <a:srgbClr val="FF6600"/>
    <a:srgbClr val="FF0066"/>
    <a:srgbClr val="996600"/>
    <a:srgbClr val="3399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99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1C005-BEAF-4574-BE3F-70F584505CE4}" type="doc">
      <dgm:prSet loTypeId="urn:microsoft.com/office/officeart/2009/3/layout/RandomtoResultProcess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7C0D8EE-631C-4438-B697-C9ED94F6E1BF}">
      <dgm:prSet phldrT="[Text]" custT="1"/>
      <dgm:spPr/>
      <dgm:t>
        <a:bodyPr/>
        <a:lstStyle/>
        <a:p>
          <a:r>
            <a:rPr lang="en-US" sz="2400" dirty="0">
              <a:latin typeface="+mn-lt"/>
              <a:cs typeface="Arial" pitchFamily="34" charset="0"/>
            </a:rPr>
            <a:t>Search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3FF4EFB9-267A-4509-8D4E-7770F5B95625}" type="parTrans" cxnId="{E8C7A942-16D3-4B12-85CF-56476938D3BF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CBF1277C-9ACC-4236-8937-F88D82BEB8BD}" type="sibTrans" cxnId="{E8C7A942-16D3-4B12-85CF-56476938D3BF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8951663C-C84B-4426-8D76-C31411F30193}">
      <dgm:prSet custT="1"/>
      <dgm:spPr/>
      <dgm:t>
        <a:bodyPr/>
        <a:lstStyle/>
        <a:p>
          <a:r>
            <a:rPr lang="en-US" sz="2000">
              <a:latin typeface="+mn-lt"/>
              <a:cs typeface="Arial" pitchFamily="34" charset="0"/>
            </a:rPr>
            <a:t>Information sources</a:t>
          </a:r>
        </a:p>
      </dgm:t>
    </dgm:pt>
    <dgm:pt modelId="{E4D156AC-9EFC-4B35-9B8A-28EA333634A6}" type="parTrans" cxnId="{50DEC9BD-7240-4D36-933B-FC23F0FAF12D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C3DC2531-AA59-4389-BC82-C8FBFA34BE91}" type="sibTrans" cxnId="{50DEC9BD-7240-4D36-933B-FC23F0FAF12D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2955B358-8B8B-4BD3-B87F-77FB5379F5E3}">
      <dgm:prSet phldrT="[Text]" custT="1"/>
      <dgm:spPr/>
      <dgm:t>
        <a:bodyPr/>
        <a:lstStyle/>
        <a:p>
          <a:r>
            <a:rPr lang="en-US" sz="2000" dirty="0">
              <a:latin typeface="+mn-lt"/>
              <a:cs typeface="Arial" pitchFamily="34" charset="0"/>
            </a:rPr>
            <a:t>Ask questions</a:t>
          </a:r>
        </a:p>
      </dgm:t>
    </dgm:pt>
    <dgm:pt modelId="{75BF6B7F-E7FF-409C-BAA4-CBE59B991984}" type="parTrans" cxnId="{DF451BF1-3CC8-4D17-BD87-C35E552C14D3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77A96673-0D07-4194-8A94-1B1811EFEB33}" type="sibTrans" cxnId="{DF451BF1-3CC8-4D17-BD87-C35E552C14D3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663A2741-0646-498B-8FDD-229DAED6D8DC}">
      <dgm:prSet custT="1"/>
      <dgm:spPr/>
      <dgm:t>
        <a:bodyPr/>
        <a:lstStyle/>
        <a:p>
          <a:r>
            <a:rPr lang="en-US" sz="2400" dirty="0">
              <a:latin typeface="+mn-lt"/>
              <a:cs typeface="Arial" pitchFamily="34" charset="0"/>
            </a:rPr>
            <a:t>Use</a:t>
          </a:r>
        </a:p>
        <a:p>
          <a:r>
            <a:rPr lang="en-US" sz="2400" dirty="0">
              <a:latin typeface="+mn-lt"/>
              <a:cs typeface="Arial" pitchFamily="34" charset="0"/>
            </a:rPr>
            <a:t>Process</a:t>
          </a:r>
        </a:p>
        <a:p>
          <a:r>
            <a:rPr lang="en-US" sz="2400" dirty="0">
              <a:latin typeface="+mn-lt"/>
              <a:cs typeface="Arial" pitchFamily="34" charset="0"/>
            </a:rPr>
            <a:t>Manipulate</a:t>
          </a:r>
        </a:p>
      </dgm:t>
    </dgm:pt>
    <dgm:pt modelId="{2A8F955D-B2DF-422A-8FC8-8ECE6A0941A0}" type="parTrans" cxnId="{3C55022A-CDE3-4EB2-AA2B-3FCFDF69B06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B52BED31-C074-4D56-B7E9-E2F427767A70}" type="sibTrans" cxnId="{3C55022A-CDE3-4EB2-AA2B-3FCFDF69B06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64AC46FE-5EAC-487A-BBE4-BACE1F036A89}">
      <dgm:prSet custT="1"/>
      <dgm:spPr/>
      <dgm:t>
        <a:bodyPr/>
        <a:lstStyle/>
        <a:p>
          <a:r>
            <a:rPr lang="en-US" sz="2000" dirty="0">
              <a:latin typeface="+mn-lt"/>
              <a:cs typeface="Arial" pitchFamily="34" charset="0"/>
            </a:rPr>
            <a:t>Data</a:t>
          </a:r>
        </a:p>
      </dgm:t>
    </dgm:pt>
    <dgm:pt modelId="{41D74FDD-846F-4833-8912-DE5213B55040}" type="parTrans" cxnId="{D7B6535B-A22B-4FC4-98BB-639C7100578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A12A28F2-761A-435E-8391-BA8E2CA416AD}" type="sibTrans" cxnId="{D7B6535B-A22B-4FC4-98BB-639C7100578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9A1F26A2-9740-4F37-A31B-A4AE3756CE01}">
      <dgm:prSet custT="1"/>
      <dgm:spPr/>
      <dgm:t>
        <a:bodyPr/>
        <a:lstStyle/>
        <a:p>
          <a:r>
            <a:rPr lang="en-US" sz="2000">
              <a:latin typeface="+mn-lt"/>
              <a:cs typeface="Arial" pitchFamily="34" charset="0"/>
            </a:rPr>
            <a:t>Information</a:t>
          </a:r>
        </a:p>
      </dgm:t>
    </dgm:pt>
    <dgm:pt modelId="{EF23BBF1-3214-489B-BAE6-1AB3445ABCBE}" type="parTrans" cxnId="{82A2B32E-0DC0-42F4-8A32-6A2CFB55AFA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EEBD5C6E-0A4E-4E86-902A-6426701F3190}" type="sibTrans" cxnId="{82A2B32E-0DC0-42F4-8A32-6A2CFB55AFAC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7242647E-CD5C-4F7D-91D6-80C99278EDEC}">
      <dgm:prSet custT="1"/>
      <dgm:spPr/>
      <dgm:t>
        <a:bodyPr/>
        <a:lstStyle/>
        <a:p>
          <a:r>
            <a:rPr lang="en-US" sz="2400" dirty="0">
              <a:latin typeface="+mn-lt"/>
              <a:cs typeface="Arial" pitchFamily="34" charset="0"/>
            </a:rPr>
            <a:t>Present</a:t>
          </a:r>
          <a:endParaRPr lang="en-US" sz="2000" dirty="0">
            <a:latin typeface="+mn-lt"/>
            <a:cs typeface="Arial" pitchFamily="34" charset="0"/>
          </a:endParaRPr>
        </a:p>
      </dgm:t>
    </dgm:pt>
    <dgm:pt modelId="{3E11CB37-E136-4A1E-9C5E-4F2735DA6A27}" type="parTrans" cxnId="{C3C54D4F-F4B4-4B43-8F10-2B7DBAC752CB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9DA5A8CA-BD81-4513-8597-6F05253F0AB8}" type="sibTrans" cxnId="{C3C54D4F-F4B4-4B43-8F10-2B7DBAC752CB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57DA45EF-6179-42C7-88CD-9F241E7E4C5C}">
      <dgm:prSet custT="1"/>
      <dgm:spPr/>
      <dgm:t>
        <a:bodyPr/>
        <a:lstStyle/>
        <a:p>
          <a:r>
            <a:rPr lang="en-US" sz="2000" dirty="0">
              <a:latin typeface="+mn-lt"/>
              <a:cs typeface="Arial" pitchFamily="34" charset="0"/>
            </a:rPr>
            <a:t>Knowledge</a:t>
          </a:r>
        </a:p>
      </dgm:t>
    </dgm:pt>
    <dgm:pt modelId="{3CC00550-B2B1-4E73-B2AB-0A1DFA5825F7}" type="parTrans" cxnId="{35BA990F-8C2D-44DC-8C0F-2604F0BD2474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95167CF3-578F-4620-AEB9-F1E2502FC120}" type="sibTrans" cxnId="{35BA990F-8C2D-44DC-8C0F-2604F0BD2474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88F417A5-39D0-4B5C-943B-68E222A6D1FF}">
      <dgm:prSet custT="1"/>
      <dgm:spPr/>
      <dgm:t>
        <a:bodyPr/>
        <a:lstStyle/>
        <a:p>
          <a:r>
            <a:rPr lang="en-US" sz="2000">
              <a:latin typeface="+mn-lt"/>
              <a:cs typeface="Arial" pitchFamily="34" charset="0"/>
            </a:rPr>
            <a:t>Understanding</a:t>
          </a:r>
        </a:p>
      </dgm:t>
    </dgm:pt>
    <dgm:pt modelId="{86DB4227-B00F-4F05-BCDA-C655599FBDC4}" type="parTrans" cxnId="{47460975-398E-4777-ABD2-E7CE57E334B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2C09872B-15EE-4249-A9A6-C1E8419403F9}" type="sibTrans" cxnId="{47460975-398E-4777-ABD2-E7CE57E334B7}">
      <dgm:prSet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BD4E9738-C445-431E-B10F-F250BF8120BA}">
      <dgm:prSet custT="1"/>
      <dgm:spPr/>
      <dgm:t>
        <a:bodyPr/>
        <a:lstStyle/>
        <a:p>
          <a:r>
            <a:rPr lang="en-US" sz="2000">
              <a:latin typeface="+mn-lt"/>
              <a:cs typeface="Arial" pitchFamily="34" charset="0"/>
            </a:rPr>
            <a:t>Solution</a:t>
          </a:r>
        </a:p>
      </dgm:t>
    </dgm:pt>
    <dgm:pt modelId="{E63652AC-2DDD-4659-BC0E-E0DB758C6178}" type="parTrans" cxnId="{B367753A-16DC-4666-93FD-37A86452D0ED}">
      <dgm:prSet/>
      <dgm:spPr/>
      <dgm:t>
        <a:bodyPr/>
        <a:lstStyle/>
        <a:p>
          <a:endParaRPr lang="en-US" sz="2000">
            <a:latin typeface="+mn-lt"/>
          </a:endParaRPr>
        </a:p>
      </dgm:t>
    </dgm:pt>
    <dgm:pt modelId="{4B8C48EE-250B-4CC6-97C0-6B9AD96F088F}" type="sibTrans" cxnId="{B367753A-16DC-4666-93FD-37A86452D0ED}">
      <dgm:prSet/>
      <dgm:spPr/>
      <dgm:t>
        <a:bodyPr/>
        <a:lstStyle/>
        <a:p>
          <a:endParaRPr lang="en-US" sz="2000">
            <a:latin typeface="+mn-lt"/>
          </a:endParaRPr>
        </a:p>
      </dgm:t>
    </dgm:pt>
    <dgm:pt modelId="{5D13FFAF-2FBA-4F38-BA27-C27A34BA47EB}">
      <dgm:prSet phldrT="[Text]" custT="1"/>
      <dgm:spPr/>
      <dgm:t>
        <a:bodyPr/>
        <a:lstStyle/>
        <a:p>
          <a:endParaRPr lang="en-US" sz="2000" dirty="0">
            <a:latin typeface="+mn-lt"/>
            <a:cs typeface="Arial" pitchFamily="34" charset="0"/>
          </a:endParaRPr>
        </a:p>
      </dgm:t>
    </dgm:pt>
    <dgm:pt modelId="{240C5426-63EC-40A9-B2C4-706A10A9CA5F}" type="parTrans" cxnId="{3B3BE3F7-BD4E-47C0-ACE1-61FB714DDB98}">
      <dgm:prSet/>
      <dgm:spPr/>
      <dgm:t>
        <a:bodyPr/>
        <a:lstStyle/>
        <a:p>
          <a:endParaRPr lang="en-US"/>
        </a:p>
      </dgm:t>
    </dgm:pt>
    <dgm:pt modelId="{F2E4F86E-B657-4B5F-B7D5-2C879D26A197}" type="sibTrans" cxnId="{3B3BE3F7-BD4E-47C0-ACE1-61FB714DDB98}">
      <dgm:prSet/>
      <dgm:spPr/>
      <dgm:t>
        <a:bodyPr/>
        <a:lstStyle/>
        <a:p>
          <a:endParaRPr lang="en-US"/>
        </a:p>
      </dgm:t>
    </dgm:pt>
    <dgm:pt modelId="{1F3292EC-B250-443C-9FED-34B675F7E8D4}">
      <dgm:prSet custT="1"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B770C27A-926B-430C-94FC-54826AF0D6D8}" type="parTrans" cxnId="{9319C198-D31A-469C-999E-0417B27AB670}">
      <dgm:prSet/>
      <dgm:spPr/>
      <dgm:t>
        <a:bodyPr/>
        <a:lstStyle/>
        <a:p>
          <a:endParaRPr lang="en-US"/>
        </a:p>
      </dgm:t>
    </dgm:pt>
    <dgm:pt modelId="{DD9E119B-7DDF-4921-9F98-3AF2C3DF1001}" type="sibTrans" cxnId="{9319C198-D31A-469C-999E-0417B27AB670}">
      <dgm:prSet/>
      <dgm:spPr/>
      <dgm:t>
        <a:bodyPr/>
        <a:lstStyle/>
        <a:p>
          <a:endParaRPr lang="en-US"/>
        </a:p>
      </dgm:t>
    </dgm:pt>
    <dgm:pt modelId="{55C4DC03-2183-408C-8EE7-96DDBA867D15}">
      <dgm:prSet custT="1"/>
      <dgm:spPr/>
      <dgm:t>
        <a:bodyPr/>
        <a:lstStyle/>
        <a:p>
          <a:endParaRPr lang="en-US" sz="2000">
            <a:latin typeface="+mn-lt"/>
            <a:cs typeface="Arial" pitchFamily="34" charset="0"/>
          </a:endParaRPr>
        </a:p>
      </dgm:t>
    </dgm:pt>
    <dgm:pt modelId="{29891A2D-B92C-4504-8848-9F19EC404F7D}" type="parTrans" cxnId="{99960198-1992-4566-A011-1A325B1C35D7}">
      <dgm:prSet/>
      <dgm:spPr/>
      <dgm:t>
        <a:bodyPr/>
        <a:lstStyle/>
        <a:p>
          <a:endParaRPr lang="en-US"/>
        </a:p>
      </dgm:t>
    </dgm:pt>
    <dgm:pt modelId="{B5A0CB5A-81B0-4738-B3B3-1A83A1011EAB}" type="sibTrans" cxnId="{99960198-1992-4566-A011-1A325B1C35D7}">
      <dgm:prSet/>
      <dgm:spPr/>
      <dgm:t>
        <a:bodyPr/>
        <a:lstStyle/>
        <a:p>
          <a:endParaRPr lang="en-US"/>
        </a:p>
      </dgm:t>
    </dgm:pt>
    <dgm:pt modelId="{E1D55815-E5A2-4F4A-B08F-0034EB376659}" type="pres">
      <dgm:prSet presAssocID="{7B61C005-BEAF-4574-BE3F-70F584505CE4}" presName="Name0" presStyleCnt="0">
        <dgm:presLayoutVars>
          <dgm:dir/>
          <dgm:animOne val="branch"/>
          <dgm:animLvl val="lvl"/>
        </dgm:presLayoutVars>
      </dgm:prSet>
      <dgm:spPr/>
    </dgm:pt>
    <dgm:pt modelId="{C2EEBDE1-4880-4336-863C-A8FF6D44C3EB}" type="pres">
      <dgm:prSet presAssocID="{07C0D8EE-631C-4438-B697-C9ED94F6E1BF}" presName="chaos" presStyleCnt="0"/>
      <dgm:spPr/>
    </dgm:pt>
    <dgm:pt modelId="{34991DD9-0397-4970-B7C0-8902D0FD7290}" type="pres">
      <dgm:prSet presAssocID="{07C0D8EE-631C-4438-B697-C9ED94F6E1BF}" presName="parTx1" presStyleLbl="revTx" presStyleIdx="0" presStyleCnt="5"/>
      <dgm:spPr/>
    </dgm:pt>
    <dgm:pt modelId="{8D1B4FB5-7F6D-4CF3-AC5D-FA101D7413AA}" type="pres">
      <dgm:prSet presAssocID="{07C0D8EE-631C-4438-B697-C9ED94F6E1BF}" presName="desTx1" presStyleLbl="revTx" presStyleIdx="1" presStyleCnt="5">
        <dgm:presLayoutVars>
          <dgm:bulletEnabled val="1"/>
        </dgm:presLayoutVars>
      </dgm:prSet>
      <dgm:spPr/>
    </dgm:pt>
    <dgm:pt modelId="{C4D661C1-C010-4E79-9621-4A1E092D6F55}" type="pres">
      <dgm:prSet presAssocID="{07C0D8EE-631C-4438-B697-C9ED94F6E1BF}" presName="c1" presStyleLbl="node1" presStyleIdx="0" presStyleCnt="19"/>
      <dgm:spPr/>
    </dgm:pt>
    <dgm:pt modelId="{0B77BBB0-7677-4E49-9373-7214EC050417}" type="pres">
      <dgm:prSet presAssocID="{07C0D8EE-631C-4438-B697-C9ED94F6E1BF}" presName="c2" presStyleLbl="node1" presStyleIdx="1" presStyleCnt="19"/>
      <dgm:spPr/>
    </dgm:pt>
    <dgm:pt modelId="{E7DE1C81-47C5-4DA2-BA03-C51C3AE1FB5B}" type="pres">
      <dgm:prSet presAssocID="{07C0D8EE-631C-4438-B697-C9ED94F6E1BF}" presName="c3" presStyleLbl="node1" presStyleIdx="2" presStyleCnt="19"/>
      <dgm:spPr/>
    </dgm:pt>
    <dgm:pt modelId="{00B02B3D-72D4-48D3-82DF-277E0D9FD972}" type="pres">
      <dgm:prSet presAssocID="{07C0D8EE-631C-4438-B697-C9ED94F6E1BF}" presName="c4" presStyleLbl="node1" presStyleIdx="3" presStyleCnt="19"/>
      <dgm:spPr/>
    </dgm:pt>
    <dgm:pt modelId="{1FABD860-D929-4734-9134-C2C49DEDB946}" type="pres">
      <dgm:prSet presAssocID="{07C0D8EE-631C-4438-B697-C9ED94F6E1BF}" presName="c5" presStyleLbl="node1" presStyleIdx="4" presStyleCnt="19"/>
      <dgm:spPr/>
    </dgm:pt>
    <dgm:pt modelId="{6A3120F9-2A53-446B-B623-45B75B6865B8}" type="pres">
      <dgm:prSet presAssocID="{07C0D8EE-631C-4438-B697-C9ED94F6E1BF}" presName="c6" presStyleLbl="node1" presStyleIdx="5" presStyleCnt="19"/>
      <dgm:spPr/>
    </dgm:pt>
    <dgm:pt modelId="{0FF5661A-DA43-421A-B24B-BB3720134D43}" type="pres">
      <dgm:prSet presAssocID="{07C0D8EE-631C-4438-B697-C9ED94F6E1BF}" presName="c7" presStyleLbl="node1" presStyleIdx="6" presStyleCnt="19"/>
      <dgm:spPr/>
    </dgm:pt>
    <dgm:pt modelId="{C111B687-6C4B-43CC-8AD2-17798A56FF1B}" type="pres">
      <dgm:prSet presAssocID="{07C0D8EE-631C-4438-B697-C9ED94F6E1BF}" presName="c8" presStyleLbl="node1" presStyleIdx="7" presStyleCnt="19"/>
      <dgm:spPr/>
    </dgm:pt>
    <dgm:pt modelId="{0A4EEE15-B055-4447-A267-76D867224ED5}" type="pres">
      <dgm:prSet presAssocID="{07C0D8EE-631C-4438-B697-C9ED94F6E1BF}" presName="c9" presStyleLbl="node1" presStyleIdx="8" presStyleCnt="19"/>
      <dgm:spPr/>
    </dgm:pt>
    <dgm:pt modelId="{95F0573E-1645-4A2D-979A-0E9B2D0CBB07}" type="pres">
      <dgm:prSet presAssocID="{07C0D8EE-631C-4438-B697-C9ED94F6E1BF}" presName="c10" presStyleLbl="node1" presStyleIdx="9" presStyleCnt="19"/>
      <dgm:spPr/>
    </dgm:pt>
    <dgm:pt modelId="{DB61C878-0960-43E4-AEF3-26445C21741F}" type="pres">
      <dgm:prSet presAssocID="{07C0D8EE-631C-4438-B697-C9ED94F6E1BF}" presName="c11" presStyleLbl="node1" presStyleIdx="10" presStyleCnt="19"/>
      <dgm:spPr/>
    </dgm:pt>
    <dgm:pt modelId="{2F263884-CFCE-4735-B58D-1BA745E32E75}" type="pres">
      <dgm:prSet presAssocID="{07C0D8EE-631C-4438-B697-C9ED94F6E1BF}" presName="c12" presStyleLbl="node1" presStyleIdx="11" presStyleCnt="19"/>
      <dgm:spPr/>
    </dgm:pt>
    <dgm:pt modelId="{7ABDFE48-0039-4FDF-ADFC-7D5D056AB29B}" type="pres">
      <dgm:prSet presAssocID="{07C0D8EE-631C-4438-B697-C9ED94F6E1BF}" presName="c13" presStyleLbl="node1" presStyleIdx="12" presStyleCnt="19"/>
      <dgm:spPr/>
    </dgm:pt>
    <dgm:pt modelId="{8CC84D0C-3E5A-43A2-BEA2-66F13A7E8AFC}" type="pres">
      <dgm:prSet presAssocID="{07C0D8EE-631C-4438-B697-C9ED94F6E1BF}" presName="c14" presStyleLbl="node1" presStyleIdx="13" presStyleCnt="19"/>
      <dgm:spPr/>
    </dgm:pt>
    <dgm:pt modelId="{23754DB6-193C-45B5-80F9-40AA6C72B2B8}" type="pres">
      <dgm:prSet presAssocID="{07C0D8EE-631C-4438-B697-C9ED94F6E1BF}" presName="c15" presStyleLbl="node1" presStyleIdx="14" presStyleCnt="19"/>
      <dgm:spPr/>
    </dgm:pt>
    <dgm:pt modelId="{7F49284A-CABF-4DF9-9912-BC01A469832C}" type="pres">
      <dgm:prSet presAssocID="{07C0D8EE-631C-4438-B697-C9ED94F6E1BF}" presName="c16" presStyleLbl="node1" presStyleIdx="15" presStyleCnt="19"/>
      <dgm:spPr/>
    </dgm:pt>
    <dgm:pt modelId="{683071C1-B526-4FB7-8E00-F1B835E8897A}" type="pres">
      <dgm:prSet presAssocID="{07C0D8EE-631C-4438-B697-C9ED94F6E1BF}" presName="c17" presStyleLbl="node1" presStyleIdx="16" presStyleCnt="19"/>
      <dgm:spPr/>
    </dgm:pt>
    <dgm:pt modelId="{E52D269E-5FA4-4D07-A86D-517713671263}" type="pres">
      <dgm:prSet presAssocID="{07C0D8EE-631C-4438-B697-C9ED94F6E1BF}" presName="c18" presStyleLbl="node1" presStyleIdx="17" presStyleCnt="19"/>
      <dgm:spPr/>
    </dgm:pt>
    <dgm:pt modelId="{88FD7531-87E5-4260-9DEC-AFC02C611EC4}" type="pres">
      <dgm:prSet presAssocID="{CBF1277C-9ACC-4236-8937-F88D82BEB8BD}" presName="chevronComposite1" presStyleCnt="0"/>
      <dgm:spPr/>
    </dgm:pt>
    <dgm:pt modelId="{E9A58AEC-CD59-4B49-8CFD-4AAB406C7B60}" type="pres">
      <dgm:prSet presAssocID="{CBF1277C-9ACC-4236-8937-F88D82BEB8BD}" presName="chevron1" presStyleLbl="sibTrans2D1" presStyleIdx="0" presStyleCnt="2"/>
      <dgm:spPr/>
    </dgm:pt>
    <dgm:pt modelId="{C228C1E8-9DE7-44B2-A5AA-D51EC6DA707D}" type="pres">
      <dgm:prSet presAssocID="{CBF1277C-9ACC-4236-8937-F88D82BEB8BD}" presName="spChevron1" presStyleCnt="0"/>
      <dgm:spPr/>
    </dgm:pt>
    <dgm:pt modelId="{CADD8D46-A949-4ED4-A79B-0812C33499AD}" type="pres">
      <dgm:prSet presAssocID="{663A2741-0646-498B-8FDD-229DAED6D8DC}" presName="middle" presStyleCnt="0"/>
      <dgm:spPr/>
    </dgm:pt>
    <dgm:pt modelId="{3EB94FBC-2732-4D52-8A30-402F5B1690DD}" type="pres">
      <dgm:prSet presAssocID="{663A2741-0646-498B-8FDD-229DAED6D8DC}" presName="parTxMid" presStyleLbl="revTx" presStyleIdx="2" presStyleCnt="5"/>
      <dgm:spPr/>
    </dgm:pt>
    <dgm:pt modelId="{3BD6C669-5A25-456A-BA53-A83D6E196F6E}" type="pres">
      <dgm:prSet presAssocID="{663A2741-0646-498B-8FDD-229DAED6D8DC}" presName="desTxMid" presStyleLbl="revTx" presStyleIdx="3" presStyleCnt="5">
        <dgm:presLayoutVars>
          <dgm:bulletEnabled val="1"/>
        </dgm:presLayoutVars>
      </dgm:prSet>
      <dgm:spPr/>
    </dgm:pt>
    <dgm:pt modelId="{3A2AEBB1-6CB3-40AD-9A38-BBEAF9A759AE}" type="pres">
      <dgm:prSet presAssocID="{663A2741-0646-498B-8FDD-229DAED6D8DC}" presName="spMid" presStyleCnt="0"/>
      <dgm:spPr/>
    </dgm:pt>
    <dgm:pt modelId="{6F44361D-EB86-4647-A923-2250F42D59EB}" type="pres">
      <dgm:prSet presAssocID="{B52BED31-C074-4D56-B7E9-E2F427767A70}" presName="chevronComposite1" presStyleCnt="0"/>
      <dgm:spPr/>
    </dgm:pt>
    <dgm:pt modelId="{8DFA35BF-1232-4FC2-AAB3-095471345E9C}" type="pres">
      <dgm:prSet presAssocID="{B52BED31-C074-4D56-B7E9-E2F427767A70}" presName="chevron1" presStyleLbl="sibTrans2D1" presStyleIdx="1" presStyleCnt="2"/>
      <dgm:spPr/>
    </dgm:pt>
    <dgm:pt modelId="{1DC0CEF9-143C-40E3-9731-A0E66D68F58A}" type="pres">
      <dgm:prSet presAssocID="{B52BED31-C074-4D56-B7E9-E2F427767A70}" presName="spChevron1" presStyleCnt="0"/>
      <dgm:spPr/>
    </dgm:pt>
    <dgm:pt modelId="{74BCD275-3568-417E-B0D4-FFC78735C16C}" type="pres">
      <dgm:prSet presAssocID="{7242647E-CD5C-4F7D-91D6-80C99278EDEC}" presName="last" presStyleCnt="0"/>
      <dgm:spPr/>
    </dgm:pt>
    <dgm:pt modelId="{5354AA94-844E-473A-AFAB-0DE8EF852E47}" type="pres">
      <dgm:prSet presAssocID="{7242647E-CD5C-4F7D-91D6-80C99278EDEC}" presName="circleTx" presStyleLbl="node1" presStyleIdx="18" presStyleCnt="19"/>
      <dgm:spPr/>
    </dgm:pt>
    <dgm:pt modelId="{0AFEF82B-A699-4025-999B-369BB9555B20}" type="pres">
      <dgm:prSet presAssocID="{7242647E-CD5C-4F7D-91D6-80C99278EDEC}" presName="desTxN" presStyleLbl="revTx" presStyleIdx="4" presStyleCnt="5">
        <dgm:presLayoutVars>
          <dgm:bulletEnabled val="1"/>
        </dgm:presLayoutVars>
      </dgm:prSet>
      <dgm:spPr/>
    </dgm:pt>
    <dgm:pt modelId="{3786D6A5-03FE-4D91-A41C-6AEC7580C0B2}" type="pres">
      <dgm:prSet presAssocID="{7242647E-CD5C-4F7D-91D6-80C99278EDEC}" presName="spN" presStyleCnt="0"/>
      <dgm:spPr/>
    </dgm:pt>
  </dgm:ptLst>
  <dgm:cxnLst>
    <dgm:cxn modelId="{35BA990F-8C2D-44DC-8C0F-2604F0BD2474}" srcId="{7242647E-CD5C-4F7D-91D6-80C99278EDEC}" destId="{57DA45EF-6179-42C7-88CD-9F241E7E4C5C}" srcOrd="1" destOrd="0" parTransId="{3CC00550-B2B1-4E73-B2AB-0A1DFA5825F7}" sibTransId="{95167CF3-578F-4620-AEB9-F1E2502FC120}"/>
    <dgm:cxn modelId="{47460975-398E-4777-ABD2-E7CE57E334B7}" srcId="{7242647E-CD5C-4F7D-91D6-80C99278EDEC}" destId="{88F417A5-39D0-4B5C-943B-68E222A6D1FF}" srcOrd="2" destOrd="0" parTransId="{86DB4227-B00F-4F05-BCDA-C655599FBDC4}" sibTransId="{2C09872B-15EE-4249-A9A6-C1E8419403F9}"/>
    <dgm:cxn modelId="{8AF93035-63C9-446B-8278-E0AE78E7417F}" type="presOf" srcId="{55C4DC03-2183-408C-8EE7-96DDBA867D15}" destId="{0AFEF82B-A699-4025-999B-369BB9555B20}" srcOrd="0" destOrd="0" presId="urn:microsoft.com/office/officeart/2009/3/layout/RandomtoResultProcess"/>
    <dgm:cxn modelId="{99960198-1992-4566-A011-1A325B1C35D7}" srcId="{7242647E-CD5C-4F7D-91D6-80C99278EDEC}" destId="{55C4DC03-2183-408C-8EE7-96DDBA867D15}" srcOrd="0" destOrd="0" parTransId="{29891A2D-B92C-4504-8848-9F19EC404F7D}" sibTransId="{B5A0CB5A-81B0-4738-B3B3-1A83A1011EAB}"/>
    <dgm:cxn modelId="{91097400-3F63-4C1A-AA9B-F4C471800373}" type="presOf" srcId="{07C0D8EE-631C-4438-B697-C9ED94F6E1BF}" destId="{34991DD9-0397-4970-B7C0-8902D0FD7290}" srcOrd="0" destOrd="0" presId="urn:microsoft.com/office/officeart/2009/3/layout/RandomtoResultProcess"/>
    <dgm:cxn modelId="{0806B605-BFC7-4241-90B5-FB124571B738}" type="presOf" srcId="{7242647E-CD5C-4F7D-91D6-80C99278EDEC}" destId="{5354AA94-844E-473A-AFAB-0DE8EF852E47}" srcOrd="0" destOrd="0" presId="urn:microsoft.com/office/officeart/2009/3/layout/RandomtoResultProcess"/>
    <dgm:cxn modelId="{82A2B32E-0DC0-42F4-8A32-6A2CFB55AFAC}" srcId="{663A2741-0646-498B-8FDD-229DAED6D8DC}" destId="{9A1F26A2-9740-4F37-A31B-A4AE3756CE01}" srcOrd="2" destOrd="0" parTransId="{EF23BBF1-3214-489B-BAE6-1AB3445ABCBE}" sibTransId="{EEBD5C6E-0A4E-4E86-902A-6426701F3190}"/>
    <dgm:cxn modelId="{4B2A6541-980B-46B9-B5CD-917B77F9B713}" type="presOf" srcId="{2955B358-8B8B-4BD3-B87F-77FB5379F5E3}" destId="{8D1B4FB5-7F6D-4CF3-AC5D-FA101D7413AA}" srcOrd="0" destOrd="1" presId="urn:microsoft.com/office/officeart/2009/3/layout/RandomtoResultProcess"/>
    <dgm:cxn modelId="{50DEC9BD-7240-4D36-933B-FC23F0FAF12D}" srcId="{07C0D8EE-631C-4438-B697-C9ED94F6E1BF}" destId="{8951663C-C84B-4426-8D76-C31411F30193}" srcOrd="2" destOrd="0" parTransId="{E4D156AC-9EFC-4B35-9B8A-28EA333634A6}" sibTransId="{C3DC2531-AA59-4389-BC82-C8FBFA34BE91}"/>
    <dgm:cxn modelId="{9319C198-D31A-469C-999E-0417B27AB670}" srcId="{663A2741-0646-498B-8FDD-229DAED6D8DC}" destId="{1F3292EC-B250-443C-9FED-34B675F7E8D4}" srcOrd="0" destOrd="0" parTransId="{B770C27A-926B-430C-94FC-54826AF0D6D8}" sibTransId="{DD9E119B-7DDF-4921-9F98-3AF2C3DF1001}"/>
    <dgm:cxn modelId="{DC72C135-2B19-4A6C-8A55-11CB2D03FA11}" type="presOf" srcId="{7B61C005-BEAF-4574-BE3F-70F584505CE4}" destId="{E1D55815-E5A2-4F4A-B08F-0034EB376659}" srcOrd="0" destOrd="0" presId="urn:microsoft.com/office/officeart/2009/3/layout/RandomtoResultProcess"/>
    <dgm:cxn modelId="{E8C7A942-16D3-4B12-85CF-56476938D3BF}" srcId="{7B61C005-BEAF-4574-BE3F-70F584505CE4}" destId="{07C0D8EE-631C-4438-B697-C9ED94F6E1BF}" srcOrd="0" destOrd="0" parTransId="{3FF4EFB9-267A-4509-8D4E-7770F5B95625}" sibTransId="{CBF1277C-9ACC-4236-8937-F88D82BEB8BD}"/>
    <dgm:cxn modelId="{94A6A370-BE5A-40E1-8E23-FE9D04FB3E1C}" type="presOf" srcId="{57DA45EF-6179-42C7-88CD-9F241E7E4C5C}" destId="{0AFEF82B-A699-4025-999B-369BB9555B20}" srcOrd="0" destOrd="1" presId="urn:microsoft.com/office/officeart/2009/3/layout/RandomtoResultProcess"/>
    <dgm:cxn modelId="{B367753A-16DC-4666-93FD-37A86452D0ED}" srcId="{7242647E-CD5C-4F7D-91D6-80C99278EDEC}" destId="{BD4E9738-C445-431E-B10F-F250BF8120BA}" srcOrd="3" destOrd="0" parTransId="{E63652AC-2DDD-4659-BC0E-E0DB758C6178}" sibTransId="{4B8C48EE-250B-4CC6-97C0-6B9AD96F088F}"/>
    <dgm:cxn modelId="{A1912F9E-6869-4EBB-90F8-EB7F719660B4}" type="presOf" srcId="{8951663C-C84B-4426-8D76-C31411F30193}" destId="{8D1B4FB5-7F6D-4CF3-AC5D-FA101D7413AA}" srcOrd="0" destOrd="2" presId="urn:microsoft.com/office/officeart/2009/3/layout/RandomtoResultProcess"/>
    <dgm:cxn modelId="{C3C54D4F-F4B4-4B43-8F10-2B7DBAC752CB}" srcId="{7B61C005-BEAF-4574-BE3F-70F584505CE4}" destId="{7242647E-CD5C-4F7D-91D6-80C99278EDEC}" srcOrd="2" destOrd="0" parTransId="{3E11CB37-E136-4A1E-9C5E-4F2735DA6A27}" sibTransId="{9DA5A8CA-BD81-4513-8597-6F05253F0AB8}"/>
    <dgm:cxn modelId="{DBA7674A-0BAA-4010-A98E-CF1D8D1F37D1}" type="presOf" srcId="{5D13FFAF-2FBA-4F38-BA27-C27A34BA47EB}" destId="{8D1B4FB5-7F6D-4CF3-AC5D-FA101D7413AA}" srcOrd="0" destOrd="0" presId="urn:microsoft.com/office/officeart/2009/3/layout/RandomtoResultProcess"/>
    <dgm:cxn modelId="{3C55022A-CDE3-4EB2-AA2B-3FCFDF69B067}" srcId="{7B61C005-BEAF-4574-BE3F-70F584505CE4}" destId="{663A2741-0646-498B-8FDD-229DAED6D8DC}" srcOrd="1" destOrd="0" parTransId="{2A8F955D-B2DF-422A-8FC8-8ECE6A0941A0}" sibTransId="{B52BED31-C074-4D56-B7E9-E2F427767A70}"/>
    <dgm:cxn modelId="{3B3BE3F7-BD4E-47C0-ACE1-61FB714DDB98}" srcId="{07C0D8EE-631C-4438-B697-C9ED94F6E1BF}" destId="{5D13FFAF-2FBA-4F38-BA27-C27A34BA47EB}" srcOrd="0" destOrd="0" parTransId="{240C5426-63EC-40A9-B2C4-706A10A9CA5F}" sibTransId="{F2E4F86E-B657-4B5F-B7D5-2C879D26A197}"/>
    <dgm:cxn modelId="{19CBE1F5-8B29-4BDB-8206-E90EAAD35CE3}" type="presOf" srcId="{1F3292EC-B250-443C-9FED-34B675F7E8D4}" destId="{3BD6C669-5A25-456A-BA53-A83D6E196F6E}" srcOrd="0" destOrd="0" presId="urn:microsoft.com/office/officeart/2009/3/layout/RandomtoResultProcess"/>
    <dgm:cxn modelId="{7A19A85F-41C1-4DBA-977C-B0DAD0E5898D}" type="presOf" srcId="{64AC46FE-5EAC-487A-BBE4-BACE1F036A89}" destId="{3BD6C669-5A25-456A-BA53-A83D6E196F6E}" srcOrd="0" destOrd="1" presId="urn:microsoft.com/office/officeart/2009/3/layout/RandomtoResultProcess"/>
    <dgm:cxn modelId="{DF451BF1-3CC8-4D17-BD87-C35E552C14D3}" srcId="{07C0D8EE-631C-4438-B697-C9ED94F6E1BF}" destId="{2955B358-8B8B-4BD3-B87F-77FB5379F5E3}" srcOrd="1" destOrd="0" parTransId="{75BF6B7F-E7FF-409C-BAA4-CBE59B991984}" sibTransId="{77A96673-0D07-4194-8A94-1B1811EFEB33}"/>
    <dgm:cxn modelId="{D7B6535B-A22B-4FC4-98BB-639C7100578C}" srcId="{663A2741-0646-498B-8FDD-229DAED6D8DC}" destId="{64AC46FE-5EAC-487A-BBE4-BACE1F036A89}" srcOrd="1" destOrd="0" parTransId="{41D74FDD-846F-4833-8912-DE5213B55040}" sibTransId="{A12A28F2-761A-435E-8391-BA8E2CA416AD}"/>
    <dgm:cxn modelId="{07067241-C9DF-40AA-BB28-ECA18D37D3A5}" type="presOf" srcId="{88F417A5-39D0-4B5C-943B-68E222A6D1FF}" destId="{0AFEF82B-A699-4025-999B-369BB9555B20}" srcOrd="0" destOrd="2" presId="urn:microsoft.com/office/officeart/2009/3/layout/RandomtoResultProcess"/>
    <dgm:cxn modelId="{1B675593-7760-4D71-8033-A3A38571530D}" type="presOf" srcId="{663A2741-0646-498B-8FDD-229DAED6D8DC}" destId="{3EB94FBC-2732-4D52-8A30-402F5B1690DD}" srcOrd="0" destOrd="0" presId="urn:microsoft.com/office/officeart/2009/3/layout/RandomtoResultProcess"/>
    <dgm:cxn modelId="{24F50246-E5BE-4DEC-B364-F298FA637604}" type="presOf" srcId="{9A1F26A2-9740-4F37-A31B-A4AE3756CE01}" destId="{3BD6C669-5A25-456A-BA53-A83D6E196F6E}" srcOrd="0" destOrd="2" presId="urn:microsoft.com/office/officeart/2009/3/layout/RandomtoResultProcess"/>
    <dgm:cxn modelId="{5CC7145C-137C-4431-95AC-9880057E6CF5}" type="presOf" srcId="{BD4E9738-C445-431E-B10F-F250BF8120BA}" destId="{0AFEF82B-A699-4025-999B-369BB9555B20}" srcOrd="0" destOrd="3" presId="urn:microsoft.com/office/officeart/2009/3/layout/RandomtoResultProcess"/>
    <dgm:cxn modelId="{D8F947FC-97F2-45CB-960F-45EB3C03D637}" type="presParOf" srcId="{E1D55815-E5A2-4F4A-B08F-0034EB376659}" destId="{C2EEBDE1-4880-4336-863C-A8FF6D44C3EB}" srcOrd="0" destOrd="0" presId="urn:microsoft.com/office/officeart/2009/3/layout/RandomtoResultProcess"/>
    <dgm:cxn modelId="{11395528-F51D-41D4-B714-4A1454623B47}" type="presParOf" srcId="{C2EEBDE1-4880-4336-863C-A8FF6D44C3EB}" destId="{34991DD9-0397-4970-B7C0-8902D0FD7290}" srcOrd="0" destOrd="0" presId="urn:microsoft.com/office/officeart/2009/3/layout/RandomtoResultProcess"/>
    <dgm:cxn modelId="{23263D86-64E6-4D8A-A934-898BD5F17E66}" type="presParOf" srcId="{C2EEBDE1-4880-4336-863C-A8FF6D44C3EB}" destId="{8D1B4FB5-7F6D-4CF3-AC5D-FA101D7413AA}" srcOrd="1" destOrd="0" presId="urn:microsoft.com/office/officeart/2009/3/layout/RandomtoResultProcess"/>
    <dgm:cxn modelId="{66AAFF8A-2EF5-4FF9-BC4C-268DC7BAAF63}" type="presParOf" srcId="{C2EEBDE1-4880-4336-863C-A8FF6D44C3EB}" destId="{C4D661C1-C010-4E79-9621-4A1E092D6F55}" srcOrd="2" destOrd="0" presId="urn:microsoft.com/office/officeart/2009/3/layout/RandomtoResultProcess"/>
    <dgm:cxn modelId="{78E0983F-917E-4936-9004-95199915C981}" type="presParOf" srcId="{C2EEBDE1-4880-4336-863C-A8FF6D44C3EB}" destId="{0B77BBB0-7677-4E49-9373-7214EC050417}" srcOrd="3" destOrd="0" presId="urn:microsoft.com/office/officeart/2009/3/layout/RandomtoResultProcess"/>
    <dgm:cxn modelId="{DA904D24-6E33-454F-8E5B-93382BDA6F29}" type="presParOf" srcId="{C2EEBDE1-4880-4336-863C-A8FF6D44C3EB}" destId="{E7DE1C81-47C5-4DA2-BA03-C51C3AE1FB5B}" srcOrd="4" destOrd="0" presId="urn:microsoft.com/office/officeart/2009/3/layout/RandomtoResultProcess"/>
    <dgm:cxn modelId="{70D20088-2AE0-4EF7-AA43-4B052B45968C}" type="presParOf" srcId="{C2EEBDE1-4880-4336-863C-A8FF6D44C3EB}" destId="{00B02B3D-72D4-48D3-82DF-277E0D9FD972}" srcOrd="5" destOrd="0" presId="urn:microsoft.com/office/officeart/2009/3/layout/RandomtoResultProcess"/>
    <dgm:cxn modelId="{1A9B86D5-F696-43BA-9571-0CD455A196EE}" type="presParOf" srcId="{C2EEBDE1-4880-4336-863C-A8FF6D44C3EB}" destId="{1FABD860-D929-4734-9134-C2C49DEDB946}" srcOrd="6" destOrd="0" presId="urn:microsoft.com/office/officeart/2009/3/layout/RandomtoResultProcess"/>
    <dgm:cxn modelId="{4BC64660-9ACA-484B-909D-A51BE471F54F}" type="presParOf" srcId="{C2EEBDE1-4880-4336-863C-A8FF6D44C3EB}" destId="{6A3120F9-2A53-446B-B623-45B75B6865B8}" srcOrd="7" destOrd="0" presId="urn:microsoft.com/office/officeart/2009/3/layout/RandomtoResultProcess"/>
    <dgm:cxn modelId="{ED5C5315-CC77-431F-A6AD-CE52A38412F9}" type="presParOf" srcId="{C2EEBDE1-4880-4336-863C-A8FF6D44C3EB}" destId="{0FF5661A-DA43-421A-B24B-BB3720134D43}" srcOrd="8" destOrd="0" presId="urn:microsoft.com/office/officeart/2009/3/layout/RandomtoResultProcess"/>
    <dgm:cxn modelId="{1947DE50-AB8B-47F8-9141-23E90D9531A1}" type="presParOf" srcId="{C2EEBDE1-4880-4336-863C-A8FF6D44C3EB}" destId="{C111B687-6C4B-43CC-8AD2-17798A56FF1B}" srcOrd="9" destOrd="0" presId="urn:microsoft.com/office/officeart/2009/3/layout/RandomtoResultProcess"/>
    <dgm:cxn modelId="{BC1B3ACD-162C-4E1E-9C57-DD7910C39ED1}" type="presParOf" srcId="{C2EEBDE1-4880-4336-863C-A8FF6D44C3EB}" destId="{0A4EEE15-B055-4447-A267-76D867224ED5}" srcOrd="10" destOrd="0" presId="urn:microsoft.com/office/officeart/2009/3/layout/RandomtoResultProcess"/>
    <dgm:cxn modelId="{D34E96A3-E37D-4B96-A7B3-50F3F07920E5}" type="presParOf" srcId="{C2EEBDE1-4880-4336-863C-A8FF6D44C3EB}" destId="{95F0573E-1645-4A2D-979A-0E9B2D0CBB07}" srcOrd="11" destOrd="0" presId="urn:microsoft.com/office/officeart/2009/3/layout/RandomtoResultProcess"/>
    <dgm:cxn modelId="{C9F87FE6-211E-41B1-9F43-FE79B2A77101}" type="presParOf" srcId="{C2EEBDE1-4880-4336-863C-A8FF6D44C3EB}" destId="{DB61C878-0960-43E4-AEF3-26445C21741F}" srcOrd="12" destOrd="0" presId="urn:microsoft.com/office/officeart/2009/3/layout/RandomtoResultProcess"/>
    <dgm:cxn modelId="{9A27F326-FF0D-42BE-A758-B7A723234548}" type="presParOf" srcId="{C2EEBDE1-4880-4336-863C-A8FF6D44C3EB}" destId="{2F263884-CFCE-4735-B58D-1BA745E32E75}" srcOrd="13" destOrd="0" presId="urn:microsoft.com/office/officeart/2009/3/layout/RandomtoResultProcess"/>
    <dgm:cxn modelId="{CC44B6DA-F5AB-4FE7-947E-99FD398134C5}" type="presParOf" srcId="{C2EEBDE1-4880-4336-863C-A8FF6D44C3EB}" destId="{7ABDFE48-0039-4FDF-ADFC-7D5D056AB29B}" srcOrd="14" destOrd="0" presId="urn:microsoft.com/office/officeart/2009/3/layout/RandomtoResultProcess"/>
    <dgm:cxn modelId="{C6E7924D-05F4-49DF-8763-65D4909C83A9}" type="presParOf" srcId="{C2EEBDE1-4880-4336-863C-A8FF6D44C3EB}" destId="{8CC84D0C-3E5A-43A2-BEA2-66F13A7E8AFC}" srcOrd="15" destOrd="0" presId="urn:microsoft.com/office/officeart/2009/3/layout/RandomtoResultProcess"/>
    <dgm:cxn modelId="{DB57E10E-2BDF-4134-979F-492F0840B935}" type="presParOf" srcId="{C2EEBDE1-4880-4336-863C-A8FF6D44C3EB}" destId="{23754DB6-193C-45B5-80F9-40AA6C72B2B8}" srcOrd="16" destOrd="0" presId="urn:microsoft.com/office/officeart/2009/3/layout/RandomtoResultProcess"/>
    <dgm:cxn modelId="{88B72B4A-DEF1-4DAB-BA41-CE5B594222D1}" type="presParOf" srcId="{C2EEBDE1-4880-4336-863C-A8FF6D44C3EB}" destId="{7F49284A-CABF-4DF9-9912-BC01A469832C}" srcOrd="17" destOrd="0" presId="urn:microsoft.com/office/officeart/2009/3/layout/RandomtoResultProcess"/>
    <dgm:cxn modelId="{CE5F9619-B4DF-40DE-8EEB-44ACCA142044}" type="presParOf" srcId="{C2EEBDE1-4880-4336-863C-A8FF6D44C3EB}" destId="{683071C1-B526-4FB7-8E00-F1B835E8897A}" srcOrd="18" destOrd="0" presId="urn:microsoft.com/office/officeart/2009/3/layout/RandomtoResultProcess"/>
    <dgm:cxn modelId="{ACAE9CE0-E2CB-4A1C-A426-4C7C62C25FCE}" type="presParOf" srcId="{C2EEBDE1-4880-4336-863C-A8FF6D44C3EB}" destId="{E52D269E-5FA4-4D07-A86D-517713671263}" srcOrd="19" destOrd="0" presId="urn:microsoft.com/office/officeart/2009/3/layout/RandomtoResultProcess"/>
    <dgm:cxn modelId="{7B286CFC-D8AF-4115-970A-335391882918}" type="presParOf" srcId="{E1D55815-E5A2-4F4A-B08F-0034EB376659}" destId="{88FD7531-87E5-4260-9DEC-AFC02C611EC4}" srcOrd="1" destOrd="0" presId="urn:microsoft.com/office/officeart/2009/3/layout/RandomtoResultProcess"/>
    <dgm:cxn modelId="{3F1DD199-BBA4-4084-9215-657E0E385A50}" type="presParOf" srcId="{88FD7531-87E5-4260-9DEC-AFC02C611EC4}" destId="{E9A58AEC-CD59-4B49-8CFD-4AAB406C7B60}" srcOrd="0" destOrd="0" presId="urn:microsoft.com/office/officeart/2009/3/layout/RandomtoResultProcess"/>
    <dgm:cxn modelId="{7C2183F4-2AC1-4157-9C18-9DF7269488C8}" type="presParOf" srcId="{88FD7531-87E5-4260-9DEC-AFC02C611EC4}" destId="{C228C1E8-9DE7-44B2-A5AA-D51EC6DA707D}" srcOrd="1" destOrd="0" presId="urn:microsoft.com/office/officeart/2009/3/layout/RandomtoResultProcess"/>
    <dgm:cxn modelId="{26E29D3B-ED73-4BC3-8E5C-C468D107C5B7}" type="presParOf" srcId="{E1D55815-E5A2-4F4A-B08F-0034EB376659}" destId="{CADD8D46-A949-4ED4-A79B-0812C33499AD}" srcOrd="2" destOrd="0" presId="urn:microsoft.com/office/officeart/2009/3/layout/RandomtoResultProcess"/>
    <dgm:cxn modelId="{9CBA4438-9DCD-4D18-AC8D-8B60F1469B27}" type="presParOf" srcId="{CADD8D46-A949-4ED4-A79B-0812C33499AD}" destId="{3EB94FBC-2732-4D52-8A30-402F5B1690DD}" srcOrd="0" destOrd="0" presId="urn:microsoft.com/office/officeart/2009/3/layout/RandomtoResultProcess"/>
    <dgm:cxn modelId="{1D34D404-036E-48CA-85A4-96FEEE35B716}" type="presParOf" srcId="{CADD8D46-A949-4ED4-A79B-0812C33499AD}" destId="{3BD6C669-5A25-456A-BA53-A83D6E196F6E}" srcOrd="1" destOrd="0" presId="urn:microsoft.com/office/officeart/2009/3/layout/RandomtoResultProcess"/>
    <dgm:cxn modelId="{99E0A920-5533-45F2-8224-F26BD1F71B98}" type="presParOf" srcId="{CADD8D46-A949-4ED4-A79B-0812C33499AD}" destId="{3A2AEBB1-6CB3-40AD-9A38-BBEAF9A759AE}" srcOrd="2" destOrd="0" presId="urn:microsoft.com/office/officeart/2009/3/layout/RandomtoResultProcess"/>
    <dgm:cxn modelId="{72CCC8CA-830A-4ADB-B705-2CF6E9D847B1}" type="presParOf" srcId="{E1D55815-E5A2-4F4A-B08F-0034EB376659}" destId="{6F44361D-EB86-4647-A923-2250F42D59EB}" srcOrd="3" destOrd="0" presId="urn:microsoft.com/office/officeart/2009/3/layout/RandomtoResultProcess"/>
    <dgm:cxn modelId="{12EB3931-3DE9-4341-A70C-E70AD46FB45C}" type="presParOf" srcId="{6F44361D-EB86-4647-A923-2250F42D59EB}" destId="{8DFA35BF-1232-4FC2-AAB3-095471345E9C}" srcOrd="0" destOrd="0" presId="urn:microsoft.com/office/officeart/2009/3/layout/RandomtoResultProcess"/>
    <dgm:cxn modelId="{6591BC68-934E-485B-8FB5-04C677A2A8E2}" type="presParOf" srcId="{6F44361D-EB86-4647-A923-2250F42D59EB}" destId="{1DC0CEF9-143C-40E3-9731-A0E66D68F58A}" srcOrd="1" destOrd="0" presId="urn:microsoft.com/office/officeart/2009/3/layout/RandomtoResultProcess"/>
    <dgm:cxn modelId="{9A917631-128A-41BC-B139-B7511DA39D94}" type="presParOf" srcId="{E1D55815-E5A2-4F4A-B08F-0034EB376659}" destId="{74BCD275-3568-417E-B0D4-FFC78735C16C}" srcOrd="4" destOrd="0" presId="urn:microsoft.com/office/officeart/2009/3/layout/RandomtoResultProcess"/>
    <dgm:cxn modelId="{93F9EBC2-F3C4-4390-8DB4-0289FE652454}" type="presParOf" srcId="{74BCD275-3568-417E-B0D4-FFC78735C16C}" destId="{5354AA94-844E-473A-AFAB-0DE8EF852E47}" srcOrd="0" destOrd="0" presId="urn:microsoft.com/office/officeart/2009/3/layout/RandomtoResultProcess"/>
    <dgm:cxn modelId="{13CC6439-020F-408D-A8CB-8809AA989486}" type="presParOf" srcId="{74BCD275-3568-417E-B0D4-FFC78735C16C}" destId="{0AFEF82B-A699-4025-999B-369BB9555B20}" srcOrd="1" destOrd="0" presId="urn:microsoft.com/office/officeart/2009/3/layout/RandomtoResultProcess"/>
    <dgm:cxn modelId="{0C87CABD-62F1-4527-B2E7-D2F79C2FC8E1}" type="presParOf" srcId="{74BCD275-3568-417E-B0D4-FFC78735C16C}" destId="{3786D6A5-03FE-4D91-A41C-6AEC7580C0B2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B7D2B2-5DE4-4A6A-850A-62EF66B5E36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1240E22-855F-4E75-97C3-63DFFC7A641B}">
      <dgm:prSet phldrT="[Text]"/>
      <dgm:spPr/>
      <dgm:t>
        <a:bodyPr/>
        <a:lstStyle/>
        <a:p>
          <a:r>
            <a:rPr lang="en-US" dirty="0"/>
            <a:t>Use computer to store &amp; process data</a:t>
          </a:r>
        </a:p>
      </dgm:t>
    </dgm:pt>
    <dgm:pt modelId="{147CFE9E-EDAF-41F2-90B5-872EC005B4FB}" type="parTrans" cxnId="{48196F0E-AB6D-4FE8-8C76-2F3018AEE0CC}">
      <dgm:prSet/>
      <dgm:spPr/>
      <dgm:t>
        <a:bodyPr/>
        <a:lstStyle/>
        <a:p>
          <a:endParaRPr lang="en-US"/>
        </a:p>
      </dgm:t>
    </dgm:pt>
    <dgm:pt modelId="{33AAC2B2-4AD0-491A-8932-5DF1396FD457}" type="sibTrans" cxnId="{48196F0E-AB6D-4FE8-8C76-2F3018AEE0CC}">
      <dgm:prSet/>
      <dgm:spPr/>
      <dgm:t>
        <a:bodyPr/>
        <a:lstStyle/>
        <a:p>
          <a:endParaRPr lang="en-US"/>
        </a:p>
      </dgm:t>
    </dgm:pt>
    <dgm:pt modelId="{35FC50DD-C20C-49B1-A057-D28172862396}">
      <dgm:prSet phldrT="[Text]"/>
      <dgm:spPr/>
      <dgm:t>
        <a:bodyPr/>
        <a:lstStyle/>
        <a:p>
          <a:r>
            <a:rPr lang="en-US" dirty="0"/>
            <a:t>Refer back to problem statement / questions</a:t>
          </a:r>
        </a:p>
      </dgm:t>
    </dgm:pt>
    <dgm:pt modelId="{47C7D488-AF03-4888-859A-BAA634CD354F}" type="parTrans" cxnId="{B6CC2710-83F6-436E-A58A-4A70349FCB05}">
      <dgm:prSet/>
      <dgm:spPr/>
      <dgm:t>
        <a:bodyPr/>
        <a:lstStyle/>
        <a:p>
          <a:endParaRPr lang="en-US"/>
        </a:p>
      </dgm:t>
    </dgm:pt>
    <dgm:pt modelId="{BF19FD4F-FAEB-40AD-AA56-30CF819D4282}" type="sibTrans" cxnId="{B6CC2710-83F6-436E-A58A-4A70349FCB05}">
      <dgm:prSet/>
      <dgm:spPr/>
      <dgm:t>
        <a:bodyPr/>
        <a:lstStyle/>
        <a:p>
          <a:endParaRPr lang="en-US"/>
        </a:p>
      </dgm:t>
    </dgm:pt>
    <dgm:pt modelId="{BA80F0D8-2A07-45F7-8873-C57BF3638F44}">
      <dgm:prSet phldrT="[Text]"/>
      <dgm:spPr/>
      <dgm:t>
        <a:bodyPr/>
        <a:lstStyle/>
        <a:p>
          <a:r>
            <a:rPr lang="en-US" dirty="0"/>
            <a:t>Sort and group questions / info</a:t>
          </a:r>
        </a:p>
      </dgm:t>
    </dgm:pt>
    <dgm:pt modelId="{6EB4C79B-F880-48DA-BB90-044BA0A24A7E}" type="parTrans" cxnId="{CFE764C7-1711-44F9-AB40-D40538E00495}">
      <dgm:prSet/>
      <dgm:spPr/>
      <dgm:t>
        <a:bodyPr/>
        <a:lstStyle/>
        <a:p>
          <a:endParaRPr lang="en-US"/>
        </a:p>
      </dgm:t>
    </dgm:pt>
    <dgm:pt modelId="{E1667CB8-96AD-4826-B888-92B566102443}" type="sibTrans" cxnId="{CFE764C7-1711-44F9-AB40-D40538E00495}">
      <dgm:prSet/>
      <dgm:spPr/>
      <dgm:t>
        <a:bodyPr/>
        <a:lstStyle/>
        <a:p>
          <a:endParaRPr lang="en-US"/>
        </a:p>
      </dgm:t>
    </dgm:pt>
    <dgm:pt modelId="{06F59406-23F8-4EC9-8361-E6C9E78C0B09}">
      <dgm:prSet phldrT="[Text]"/>
      <dgm:spPr/>
      <dgm:t>
        <a:bodyPr/>
        <a:lstStyle/>
        <a:p>
          <a:r>
            <a:rPr lang="en-US" dirty="0"/>
            <a:t>Handle data confidentially</a:t>
          </a:r>
        </a:p>
      </dgm:t>
    </dgm:pt>
    <dgm:pt modelId="{306AE6AD-B50A-4179-B0C5-1B0AB2F5094C}" type="parTrans" cxnId="{9EC320EA-A973-4905-82ED-F755181250CA}">
      <dgm:prSet/>
      <dgm:spPr/>
      <dgm:t>
        <a:bodyPr/>
        <a:lstStyle/>
        <a:p>
          <a:endParaRPr lang="en-US"/>
        </a:p>
      </dgm:t>
    </dgm:pt>
    <dgm:pt modelId="{A9792535-DF64-4AF5-A852-CD56727571D7}" type="sibTrans" cxnId="{9EC320EA-A973-4905-82ED-F755181250CA}">
      <dgm:prSet/>
      <dgm:spPr/>
      <dgm:t>
        <a:bodyPr/>
        <a:lstStyle/>
        <a:p>
          <a:endParaRPr lang="en-US"/>
        </a:p>
      </dgm:t>
    </dgm:pt>
    <dgm:pt modelId="{0BE6E451-CCDF-40B4-A289-262D2D0D3C3F}">
      <dgm:prSet phldrT="[Text]"/>
      <dgm:spPr/>
      <dgm:t>
        <a:bodyPr/>
        <a:lstStyle/>
        <a:p>
          <a:r>
            <a:rPr lang="en-US" dirty="0"/>
            <a:t>Look for answers to questions when processing data</a:t>
          </a:r>
        </a:p>
      </dgm:t>
    </dgm:pt>
    <dgm:pt modelId="{EAC7C37F-F4FD-4134-B326-7608570BB3EB}" type="parTrans" cxnId="{59D9130A-4E5B-4C8B-890E-EC0B5C958CBD}">
      <dgm:prSet/>
      <dgm:spPr/>
      <dgm:t>
        <a:bodyPr/>
        <a:lstStyle/>
        <a:p>
          <a:endParaRPr lang="en-US"/>
        </a:p>
      </dgm:t>
    </dgm:pt>
    <dgm:pt modelId="{67B0D669-67E9-4200-BE77-E87EF0D78AB5}" type="sibTrans" cxnId="{59D9130A-4E5B-4C8B-890E-EC0B5C958CBD}">
      <dgm:prSet/>
      <dgm:spPr/>
      <dgm:t>
        <a:bodyPr/>
        <a:lstStyle/>
        <a:p>
          <a:endParaRPr lang="en-US"/>
        </a:p>
      </dgm:t>
    </dgm:pt>
    <dgm:pt modelId="{2F08925E-C504-4FB8-B9AD-AAE1B538D672}">
      <dgm:prSet/>
      <dgm:spPr/>
      <dgm:t>
        <a:bodyPr/>
        <a:lstStyle/>
        <a:p>
          <a:r>
            <a:rPr lang="en-US" dirty="0"/>
            <a:t>Process all useful data / info</a:t>
          </a:r>
        </a:p>
      </dgm:t>
    </dgm:pt>
    <dgm:pt modelId="{BA5D09D2-F286-409F-9AAA-9DA0D14BD913}" type="parTrans" cxnId="{E3BACAFC-D831-40D2-BB69-435FB2C5E7B1}">
      <dgm:prSet/>
      <dgm:spPr/>
      <dgm:t>
        <a:bodyPr/>
        <a:lstStyle/>
        <a:p>
          <a:endParaRPr lang="en-US"/>
        </a:p>
      </dgm:t>
    </dgm:pt>
    <dgm:pt modelId="{EF00E0D8-C929-4022-9FB2-65109C62115B}" type="sibTrans" cxnId="{E3BACAFC-D831-40D2-BB69-435FB2C5E7B1}">
      <dgm:prSet/>
      <dgm:spPr/>
      <dgm:t>
        <a:bodyPr/>
        <a:lstStyle/>
        <a:p>
          <a:endParaRPr lang="en-US"/>
        </a:p>
      </dgm:t>
    </dgm:pt>
    <dgm:pt modelId="{E4B202D4-4460-41D1-A632-B62F0591BE33}">
      <dgm:prSet/>
      <dgm:spPr/>
      <dgm:t>
        <a:bodyPr/>
        <a:lstStyle/>
        <a:p>
          <a:r>
            <a:rPr lang="en-US" dirty="0"/>
            <a:t>Can return and </a:t>
          </a:r>
          <a:br>
            <a:rPr lang="en-US" dirty="0"/>
          </a:br>
          <a:r>
            <a:rPr lang="en-US" dirty="0"/>
            <a:t>ask further questions</a:t>
          </a:r>
        </a:p>
      </dgm:t>
    </dgm:pt>
    <dgm:pt modelId="{6DFA6A68-35AD-4D65-855B-D6969AB87CAE}" type="parTrans" cxnId="{2DF68EB5-D3F2-45FF-A26D-22551789B819}">
      <dgm:prSet/>
      <dgm:spPr/>
      <dgm:t>
        <a:bodyPr/>
        <a:lstStyle/>
        <a:p>
          <a:endParaRPr lang="en-US"/>
        </a:p>
      </dgm:t>
    </dgm:pt>
    <dgm:pt modelId="{3994F6EE-36D5-418B-8529-F8C7A99A50D4}" type="sibTrans" cxnId="{2DF68EB5-D3F2-45FF-A26D-22551789B819}">
      <dgm:prSet/>
      <dgm:spPr/>
      <dgm:t>
        <a:bodyPr/>
        <a:lstStyle/>
        <a:p>
          <a:endParaRPr lang="en-US"/>
        </a:p>
      </dgm:t>
    </dgm:pt>
    <dgm:pt modelId="{5E6BB511-1D9F-4F6F-8DF3-874ECCD29EA1}">
      <dgm:prSet/>
      <dgm:spPr/>
      <dgm:t>
        <a:bodyPr/>
        <a:lstStyle/>
        <a:p>
          <a:r>
            <a:rPr lang="en-US" dirty="0"/>
            <a:t>Recognize</a:t>
          </a:r>
          <a:br>
            <a:rPr lang="en-US" dirty="0"/>
          </a:br>
          <a:r>
            <a:rPr lang="en-US" dirty="0"/>
            <a:t>patterns and trends in data</a:t>
          </a:r>
        </a:p>
      </dgm:t>
    </dgm:pt>
    <dgm:pt modelId="{23B7A95C-A362-4997-BB15-D462FABDED50}" type="parTrans" cxnId="{40EF579D-6EA8-43DB-BDA8-FC3FD2CEAA87}">
      <dgm:prSet/>
      <dgm:spPr/>
      <dgm:t>
        <a:bodyPr/>
        <a:lstStyle/>
        <a:p>
          <a:endParaRPr lang="en-US"/>
        </a:p>
      </dgm:t>
    </dgm:pt>
    <dgm:pt modelId="{54563D64-95FE-4E4E-94BE-CF473C92124C}" type="sibTrans" cxnId="{40EF579D-6EA8-43DB-BDA8-FC3FD2CEAA87}">
      <dgm:prSet/>
      <dgm:spPr/>
      <dgm:t>
        <a:bodyPr/>
        <a:lstStyle/>
        <a:p>
          <a:endParaRPr lang="en-US"/>
        </a:p>
      </dgm:t>
    </dgm:pt>
    <dgm:pt modelId="{3A085F24-B0D7-4E17-B192-92A2B016B62A}">
      <dgm:prSet/>
      <dgm:spPr/>
      <dgm:t>
        <a:bodyPr/>
        <a:lstStyle/>
        <a:p>
          <a:r>
            <a:rPr lang="en-US" dirty="0"/>
            <a:t>Process data to avoid plagiarism; own words</a:t>
          </a:r>
        </a:p>
      </dgm:t>
    </dgm:pt>
    <dgm:pt modelId="{36C32E73-52FD-4DC0-A11F-AA9365B1FE90}" type="parTrans" cxnId="{DD3B57E3-8827-46D2-B6CC-6633BB33AC50}">
      <dgm:prSet/>
      <dgm:spPr/>
      <dgm:t>
        <a:bodyPr/>
        <a:lstStyle/>
        <a:p>
          <a:endParaRPr lang="en-US"/>
        </a:p>
      </dgm:t>
    </dgm:pt>
    <dgm:pt modelId="{A41F8B23-C91E-407A-9A98-06A5F361FD65}" type="sibTrans" cxnId="{DD3B57E3-8827-46D2-B6CC-6633BB33AC50}">
      <dgm:prSet/>
      <dgm:spPr/>
      <dgm:t>
        <a:bodyPr/>
        <a:lstStyle/>
        <a:p>
          <a:endParaRPr lang="en-US"/>
        </a:p>
      </dgm:t>
    </dgm:pt>
    <dgm:pt modelId="{1DD0572B-E4DE-4857-AAE2-AC841FE5347D}">
      <dgm:prSet/>
      <dgm:spPr/>
      <dgm:t>
        <a:bodyPr/>
        <a:lstStyle/>
        <a:p>
          <a:r>
            <a:rPr lang="en-US" i="1" dirty="0"/>
            <a:t>PowerPoint</a:t>
          </a:r>
          <a:br>
            <a:rPr lang="en-US" dirty="0"/>
          </a:br>
          <a:r>
            <a:rPr lang="en-US" dirty="0"/>
            <a:t>only contains</a:t>
          </a:r>
          <a:br>
            <a:rPr lang="en-US" dirty="0"/>
          </a:br>
          <a:r>
            <a:rPr lang="en-US" dirty="0"/>
            <a:t>main points</a:t>
          </a:r>
        </a:p>
      </dgm:t>
    </dgm:pt>
    <dgm:pt modelId="{09B8A51D-0EB9-4A53-A0DD-2CBA0B537F82}" type="parTrans" cxnId="{C47D5A35-437F-4454-90C6-4F2BA7ABAB8C}">
      <dgm:prSet/>
      <dgm:spPr/>
      <dgm:t>
        <a:bodyPr/>
        <a:lstStyle/>
        <a:p>
          <a:endParaRPr lang="en-US"/>
        </a:p>
      </dgm:t>
    </dgm:pt>
    <dgm:pt modelId="{9872400A-918E-40C1-B918-8B79818F4320}" type="sibTrans" cxnId="{C47D5A35-437F-4454-90C6-4F2BA7ABAB8C}">
      <dgm:prSet/>
      <dgm:spPr/>
      <dgm:t>
        <a:bodyPr/>
        <a:lstStyle/>
        <a:p>
          <a:endParaRPr lang="en-US"/>
        </a:p>
      </dgm:t>
    </dgm:pt>
    <dgm:pt modelId="{F74E60CC-FFAF-49F1-B62A-ABA2560C1DC9}">
      <dgm:prSet/>
      <dgm:spPr/>
      <dgm:t>
        <a:bodyPr/>
        <a:lstStyle/>
        <a:p>
          <a:r>
            <a:rPr lang="en-US" dirty="0"/>
            <a:t>Include a </a:t>
          </a:r>
          <a:r>
            <a:rPr lang="en-US"/>
            <a:t>complete and correct </a:t>
          </a:r>
          <a:r>
            <a:rPr lang="en-US" dirty="0"/>
            <a:t>bibliography</a:t>
          </a:r>
        </a:p>
      </dgm:t>
    </dgm:pt>
    <dgm:pt modelId="{1EDE98AA-22A1-492A-B109-B256127DECFC}" type="parTrans" cxnId="{AF8F0463-432E-4699-B122-C7D08BFD0984}">
      <dgm:prSet/>
      <dgm:spPr/>
      <dgm:t>
        <a:bodyPr/>
        <a:lstStyle/>
        <a:p>
          <a:endParaRPr lang="en-US"/>
        </a:p>
      </dgm:t>
    </dgm:pt>
    <dgm:pt modelId="{08D82334-5166-4FA6-976A-4E0F08914BAF}" type="sibTrans" cxnId="{AF8F0463-432E-4699-B122-C7D08BFD0984}">
      <dgm:prSet/>
      <dgm:spPr/>
      <dgm:t>
        <a:bodyPr/>
        <a:lstStyle/>
        <a:p>
          <a:endParaRPr lang="en-US"/>
        </a:p>
      </dgm:t>
    </dgm:pt>
    <dgm:pt modelId="{CCDAD759-3E4E-43E8-AE67-ECBD33BCA6C4}" type="pres">
      <dgm:prSet presAssocID="{DAB7D2B2-5DE4-4A6A-850A-62EF66B5E36A}" presName="diagram" presStyleCnt="0">
        <dgm:presLayoutVars>
          <dgm:dir/>
          <dgm:resizeHandles val="exact"/>
        </dgm:presLayoutVars>
      </dgm:prSet>
      <dgm:spPr/>
    </dgm:pt>
    <dgm:pt modelId="{1881F753-5814-4615-A486-2EFC7B518E6B}" type="pres">
      <dgm:prSet presAssocID="{C1240E22-855F-4E75-97C3-63DFFC7A641B}" presName="node" presStyleLbl="node1" presStyleIdx="0" presStyleCnt="11">
        <dgm:presLayoutVars>
          <dgm:bulletEnabled val="1"/>
        </dgm:presLayoutVars>
      </dgm:prSet>
      <dgm:spPr/>
    </dgm:pt>
    <dgm:pt modelId="{D99182D6-EAD6-40C7-91AD-0B5D1803B327}" type="pres">
      <dgm:prSet presAssocID="{33AAC2B2-4AD0-491A-8932-5DF1396FD457}" presName="sibTrans" presStyleCnt="0"/>
      <dgm:spPr/>
    </dgm:pt>
    <dgm:pt modelId="{AC30ACA8-428C-4AF5-A4F9-051FF8E7D74B}" type="pres">
      <dgm:prSet presAssocID="{35FC50DD-C20C-49B1-A057-D28172862396}" presName="node" presStyleLbl="node1" presStyleIdx="1" presStyleCnt="11">
        <dgm:presLayoutVars>
          <dgm:bulletEnabled val="1"/>
        </dgm:presLayoutVars>
      </dgm:prSet>
      <dgm:spPr/>
    </dgm:pt>
    <dgm:pt modelId="{2D7BF865-470F-4D04-9FC3-EAB6F6CF5BC9}" type="pres">
      <dgm:prSet presAssocID="{BF19FD4F-FAEB-40AD-AA56-30CF819D4282}" presName="sibTrans" presStyleCnt="0"/>
      <dgm:spPr/>
    </dgm:pt>
    <dgm:pt modelId="{A9F1752E-F13D-43BE-92AE-D60DE5101CA9}" type="pres">
      <dgm:prSet presAssocID="{BA80F0D8-2A07-45F7-8873-C57BF3638F44}" presName="node" presStyleLbl="node1" presStyleIdx="2" presStyleCnt="11">
        <dgm:presLayoutVars>
          <dgm:bulletEnabled val="1"/>
        </dgm:presLayoutVars>
      </dgm:prSet>
      <dgm:spPr/>
    </dgm:pt>
    <dgm:pt modelId="{1436B7C6-A102-4401-B76F-8581190EC881}" type="pres">
      <dgm:prSet presAssocID="{E1667CB8-96AD-4826-B888-92B566102443}" presName="sibTrans" presStyleCnt="0"/>
      <dgm:spPr/>
    </dgm:pt>
    <dgm:pt modelId="{408B9AA0-E93D-4F3A-AB38-EBE845A36E24}" type="pres">
      <dgm:prSet presAssocID="{06F59406-23F8-4EC9-8361-E6C9E78C0B09}" presName="node" presStyleLbl="node1" presStyleIdx="3" presStyleCnt="11">
        <dgm:presLayoutVars>
          <dgm:bulletEnabled val="1"/>
        </dgm:presLayoutVars>
      </dgm:prSet>
      <dgm:spPr/>
    </dgm:pt>
    <dgm:pt modelId="{6D20A22C-E682-4017-ABFB-F3A63C4ABBDB}" type="pres">
      <dgm:prSet presAssocID="{A9792535-DF64-4AF5-A852-CD56727571D7}" presName="sibTrans" presStyleCnt="0"/>
      <dgm:spPr/>
    </dgm:pt>
    <dgm:pt modelId="{5B672B7F-F394-480E-9C48-31849AF86BD4}" type="pres">
      <dgm:prSet presAssocID="{0BE6E451-CCDF-40B4-A289-262D2D0D3C3F}" presName="node" presStyleLbl="node1" presStyleIdx="4" presStyleCnt="11">
        <dgm:presLayoutVars>
          <dgm:bulletEnabled val="1"/>
        </dgm:presLayoutVars>
      </dgm:prSet>
      <dgm:spPr/>
    </dgm:pt>
    <dgm:pt modelId="{6A737956-F780-4B45-B058-E8FC5D236580}" type="pres">
      <dgm:prSet presAssocID="{67B0D669-67E9-4200-BE77-E87EF0D78AB5}" presName="sibTrans" presStyleCnt="0"/>
      <dgm:spPr/>
    </dgm:pt>
    <dgm:pt modelId="{D7E55C10-E0C6-431D-9045-121EF7FBFC6A}" type="pres">
      <dgm:prSet presAssocID="{2F08925E-C504-4FB8-B9AD-AAE1B538D672}" presName="node" presStyleLbl="node1" presStyleIdx="5" presStyleCnt="11">
        <dgm:presLayoutVars>
          <dgm:bulletEnabled val="1"/>
        </dgm:presLayoutVars>
      </dgm:prSet>
      <dgm:spPr/>
    </dgm:pt>
    <dgm:pt modelId="{10642E43-7EEC-4461-93CA-62D5678ED13C}" type="pres">
      <dgm:prSet presAssocID="{EF00E0D8-C929-4022-9FB2-65109C62115B}" presName="sibTrans" presStyleCnt="0"/>
      <dgm:spPr/>
    </dgm:pt>
    <dgm:pt modelId="{7286F8B6-9B76-4D67-AE70-133CCC804026}" type="pres">
      <dgm:prSet presAssocID="{E4B202D4-4460-41D1-A632-B62F0591BE33}" presName="node" presStyleLbl="node1" presStyleIdx="6" presStyleCnt="11">
        <dgm:presLayoutVars>
          <dgm:bulletEnabled val="1"/>
        </dgm:presLayoutVars>
      </dgm:prSet>
      <dgm:spPr/>
    </dgm:pt>
    <dgm:pt modelId="{AA5E2120-E85D-4F4C-8543-2A154A20C4E3}" type="pres">
      <dgm:prSet presAssocID="{3994F6EE-36D5-418B-8529-F8C7A99A50D4}" presName="sibTrans" presStyleCnt="0"/>
      <dgm:spPr/>
    </dgm:pt>
    <dgm:pt modelId="{42AA27CB-BF7D-4FA6-8087-3B564BDB5878}" type="pres">
      <dgm:prSet presAssocID="{5E6BB511-1D9F-4F6F-8DF3-874ECCD29EA1}" presName="node" presStyleLbl="node1" presStyleIdx="7" presStyleCnt="11">
        <dgm:presLayoutVars>
          <dgm:bulletEnabled val="1"/>
        </dgm:presLayoutVars>
      </dgm:prSet>
      <dgm:spPr/>
    </dgm:pt>
    <dgm:pt modelId="{DCDC2CE7-CB6F-44BA-882B-99831846AB9A}" type="pres">
      <dgm:prSet presAssocID="{54563D64-95FE-4E4E-94BE-CF473C92124C}" presName="sibTrans" presStyleCnt="0"/>
      <dgm:spPr/>
    </dgm:pt>
    <dgm:pt modelId="{131A2DE4-99D1-46CE-B1B2-ED5CCC8E5046}" type="pres">
      <dgm:prSet presAssocID="{3A085F24-B0D7-4E17-B192-92A2B016B62A}" presName="node" presStyleLbl="node1" presStyleIdx="8" presStyleCnt="11">
        <dgm:presLayoutVars>
          <dgm:bulletEnabled val="1"/>
        </dgm:presLayoutVars>
      </dgm:prSet>
      <dgm:spPr/>
    </dgm:pt>
    <dgm:pt modelId="{9463BD33-9EB9-442E-9FBE-D148BA36D847}" type="pres">
      <dgm:prSet presAssocID="{A41F8B23-C91E-407A-9A98-06A5F361FD65}" presName="sibTrans" presStyleCnt="0"/>
      <dgm:spPr/>
    </dgm:pt>
    <dgm:pt modelId="{5EF44BA7-E7AB-4D87-B679-55EE352D616D}" type="pres">
      <dgm:prSet presAssocID="{1DD0572B-E4DE-4857-AAE2-AC841FE5347D}" presName="node" presStyleLbl="node1" presStyleIdx="9" presStyleCnt="11">
        <dgm:presLayoutVars>
          <dgm:bulletEnabled val="1"/>
        </dgm:presLayoutVars>
      </dgm:prSet>
      <dgm:spPr/>
    </dgm:pt>
    <dgm:pt modelId="{E316DA17-FA88-43D2-8DCE-8C8F3AC84741}" type="pres">
      <dgm:prSet presAssocID="{9872400A-918E-40C1-B918-8B79818F4320}" presName="sibTrans" presStyleCnt="0"/>
      <dgm:spPr/>
    </dgm:pt>
    <dgm:pt modelId="{03AF07C7-CADB-40F3-9363-D927AE3035D1}" type="pres">
      <dgm:prSet presAssocID="{F74E60CC-FFAF-49F1-B62A-ABA2560C1DC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662AF312-DE8D-4CA3-BB3D-3FDE4035D981}" type="presOf" srcId="{E4B202D4-4460-41D1-A632-B62F0591BE33}" destId="{7286F8B6-9B76-4D67-AE70-133CCC804026}" srcOrd="0" destOrd="0" presId="urn:microsoft.com/office/officeart/2005/8/layout/default"/>
    <dgm:cxn modelId="{48196F0E-AB6D-4FE8-8C76-2F3018AEE0CC}" srcId="{DAB7D2B2-5DE4-4A6A-850A-62EF66B5E36A}" destId="{C1240E22-855F-4E75-97C3-63DFFC7A641B}" srcOrd="0" destOrd="0" parTransId="{147CFE9E-EDAF-41F2-90B5-872EC005B4FB}" sibTransId="{33AAC2B2-4AD0-491A-8932-5DF1396FD457}"/>
    <dgm:cxn modelId="{2DF68EB5-D3F2-45FF-A26D-22551789B819}" srcId="{DAB7D2B2-5DE4-4A6A-850A-62EF66B5E36A}" destId="{E4B202D4-4460-41D1-A632-B62F0591BE33}" srcOrd="6" destOrd="0" parTransId="{6DFA6A68-35AD-4D65-855B-D6969AB87CAE}" sibTransId="{3994F6EE-36D5-418B-8529-F8C7A99A50D4}"/>
    <dgm:cxn modelId="{419534CE-7007-40A2-8123-77E58FC35066}" type="presOf" srcId="{1DD0572B-E4DE-4857-AAE2-AC841FE5347D}" destId="{5EF44BA7-E7AB-4D87-B679-55EE352D616D}" srcOrd="0" destOrd="0" presId="urn:microsoft.com/office/officeart/2005/8/layout/default"/>
    <dgm:cxn modelId="{2998C376-C91C-4227-BC3B-A3175B687023}" type="presOf" srcId="{BA80F0D8-2A07-45F7-8873-C57BF3638F44}" destId="{A9F1752E-F13D-43BE-92AE-D60DE5101CA9}" srcOrd="0" destOrd="0" presId="urn:microsoft.com/office/officeart/2005/8/layout/default"/>
    <dgm:cxn modelId="{C47D5A35-437F-4454-90C6-4F2BA7ABAB8C}" srcId="{DAB7D2B2-5DE4-4A6A-850A-62EF66B5E36A}" destId="{1DD0572B-E4DE-4857-AAE2-AC841FE5347D}" srcOrd="9" destOrd="0" parTransId="{09B8A51D-0EB9-4A53-A0DD-2CBA0B537F82}" sibTransId="{9872400A-918E-40C1-B918-8B79818F4320}"/>
    <dgm:cxn modelId="{75EC33E9-75D6-4250-9B06-1BF199DFD919}" type="presOf" srcId="{3A085F24-B0D7-4E17-B192-92A2B016B62A}" destId="{131A2DE4-99D1-46CE-B1B2-ED5CCC8E5046}" srcOrd="0" destOrd="0" presId="urn:microsoft.com/office/officeart/2005/8/layout/default"/>
    <dgm:cxn modelId="{712C145A-0BB8-4692-9627-D5FB5F493A4A}" type="presOf" srcId="{5E6BB511-1D9F-4F6F-8DF3-874ECCD29EA1}" destId="{42AA27CB-BF7D-4FA6-8087-3B564BDB5878}" srcOrd="0" destOrd="0" presId="urn:microsoft.com/office/officeart/2005/8/layout/default"/>
    <dgm:cxn modelId="{37540C8C-5259-4CD8-8467-97D4243CDA68}" type="presOf" srcId="{0BE6E451-CCDF-40B4-A289-262D2D0D3C3F}" destId="{5B672B7F-F394-480E-9C48-31849AF86BD4}" srcOrd="0" destOrd="0" presId="urn:microsoft.com/office/officeart/2005/8/layout/default"/>
    <dgm:cxn modelId="{1D643D8B-D0C1-43D8-85F7-0402C0984AFF}" type="presOf" srcId="{DAB7D2B2-5DE4-4A6A-850A-62EF66B5E36A}" destId="{CCDAD759-3E4E-43E8-AE67-ECBD33BCA6C4}" srcOrd="0" destOrd="0" presId="urn:microsoft.com/office/officeart/2005/8/layout/default"/>
    <dgm:cxn modelId="{56D80B4F-B362-40C0-B132-146C25B4B553}" type="presOf" srcId="{F74E60CC-FFAF-49F1-B62A-ABA2560C1DC9}" destId="{03AF07C7-CADB-40F3-9363-D927AE3035D1}" srcOrd="0" destOrd="0" presId="urn:microsoft.com/office/officeart/2005/8/layout/default"/>
    <dgm:cxn modelId="{C34810FB-452B-4E37-8266-26EB441CE451}" type="presOf" srcId="{C1240E22-855F-4E75-97C3-63DFFC7A641B}" destId="{1881F753-5814-4615-A486-2EFC7B518E6B}" srcOrd="0" destOrd="0" presId="urn:microsoft.com/office/officeart/2005/8/layout/default"/>
    <dgm:cxn modelId="{B39520BF-0D23-46F1-8F06-2CAD8291D8D9}" type="presOf" srcId="{2F08925E-C504-4FB8-B9AD-AAE1B538D672}" destId="{D7E55C10-E0C6-431D-9045-121EF7FBFC6A}" srcOrd="0" destOrd="0" presId="urn:microsoft.com/office/officeart/2005/8/layout/default"/>
    <dgm:cxn modelId="{E3BACAFC-D831-40D2-BB69-435FB2C5E7B1}" srcId="{DAB7D2B2-5DE4-4A6A-850A-62EF66B5E36A}" destId="{2F08925E-C504-4FB8-B9AD-AAE1B538D672}" srcOrd="5" destOrd="0" parTransId="{BA5D09D2-F286-409F-9AAA-9DA0D14BD913}" sibTransId="{EF00E0D8-C929-4022-9FB2-65109C62115B}"/>
    <dgm:cxn modelId="{DD3B57E3-8827-46D2-B6CC-6633BB33AC50}" srcId="{DAB7D2B2-5DE4-4A6A-850A-62EF66B5E36A}" destId="{3A085F24-B0D7-4E17-B192-92A2B016B62A}" srcOrd="8" destOrd="0" parTransId="{36C32E73-52FD-4DC0-A11F-AA9365B1FE90}" sibTransId="{A41F8B23-C91E-407A-9A98-06A5F361FD65}"/>
    <dgm:cxn modelId="{B6CC2710-83F6-436E-A58A-4A70349FCB05}" srcId="{DAB7D2B2-5DE4-4A6A-850A-62EF66B5E36A}" destId="{35FC50DD-C20C-49B1-A057-D28172862396}" srcOrd="1" destOrd="0" parTransId="{47C7D488-AF03-4888-859A-BAA634CD354F}" sibTransId="{BF19FD4F-FAEB-40AD-AA56-30CF819D4282}"/>
    <dgm:cxn modelId="{9EC320EA-A973-4905-82ED-F755181250CA}" srcId="{DAB7D2B2-5DE4-4A6A-850A-62EF66B5E36A}" destId="{06F59406-23F8-4EC9-8361-E6C9E78C0B09}" srcOrd="3" destOrd="0" parTransId="{306AE6AD-B50A-4179-B0C5-1B0AB2F5094C}" sibTransId="{A9792535-DF64-4AF5-A852-CD56727571D7}"/>
    <dgm:cxn modelId="{3E6B0442-9496-46B7-85D0-AFCE339824D4}" type="presOf" srcId="{06F59406-23F8-4EC9-8361-E6C9E78C0B09}" destId="{408B9AA0-E93D-4F3A-AB38-EBE845A36E24}" srcOrd="0" destOrd="0" presId="urn:microsoft.com/office/officeart/2005/8/layout/default"/>
    <dgm:cxn modelId="{AF8F0463-432E-4699-B122-C7D08BFD0984}" srcId="{DAB7D2B2-5DE4-4A6A-850A-62EF66B5E36A}" destId="{F74E60CC-FFAF-49F1-B62A-ABA2560C1DC9}" srcOrd="10" destOrd="0" parTransId="{1EDE98AA-22A1-492A-B109-B256127DECFC}" sibTransId="{08D82334-5166-4FA6-976A-4E0F08914BAF}"/>
    <dgm:cxn modelId="{0B5B0473-BABA-48AC-A78B-BD35F8AC2B08}" type="presOf" srcId="{35FC50DD-C20C-49B1-A057-D28172862396}" destId="{AC30ACA8-428C-4AF5-A4F9-051FF8E7D74B}" srcOrd="0" destOrd="0" presId="urn:microsoft.com/office/officeart/2005/8/layout/default"/>
    <dgm:cxn modelId="{40EF579D-6EA8-43DB-BDA8-FC3FD2CEAA87}" srcId="{DAB7D2B2-5DE4-4A6A-850A-62EF66B5E36A}" destId="{5E6BB511-1D9F-4F6F-8DF3-874ECCD29EA1}" srcOrd="7" destOrd="0" parTransId="{23B7A95C-A362-4997-BB15-D462FABDED50}" sibTransId="{54563D64-95FE-4E4E-94BE-CF473C92124C}"/>
    <dgm:cxn modelId="{CFE764C7-1711-44F9-AB40-D40538E00495}" srcId="{DAB7D2B2-5DE4-4A6A-850A-62EF66B5E36A}" destId="{BA80F0D8-2A07-45F7-8873-C57BF3638F44}" srcOrd="2" destOrd="0" parTransId="{6EB4C79B-F880-48DA-BB90-044BA0A24A7E}" sibTransId="{E1667CB8-96AD-4826-B888-92B566102443}"/>
    <dgm:cxn modelId="{59D9130A-4E5B-4C8B-890E-EC0B5C958CBD}" srcId="{DAB7D2B2-5DE4-4A6A-850A-62EF66B5E36A}" destId="{0BE6E451-CCDF-40B4-A289-262D2D0D3C3F}" srcOrd="4" destOrd="0" parTransId="{EAC7C37F-F4FD-4134-B326-7608570BB3EB}" sibTransId="{67B0D669-67E9-4200-BE77-E87EF0D78AB5}"/>
    <dgm:cxn modelId="{3FD26CD4-31AA-477D-B9E0-03ED9B8638EB}" type="presParOf" srcId="{CCDAD759-3E4E-43E8-AE67-ECBD33BCA6C4}" destId="{1881F753-5814-4615-A486-2EFC7B518E6B}" srcOrd="0" destOrd="0" presId="urn:microsoft.com/office/officeart/2005/8/layout/default"/>
    <dgm:cxn modelId="{3D7CDA0A-F624-467C-B283-68C80EEFFCBC}" type="presParOf" srcId="{CCDAD759-3E4E-43E8-AE67-ECBD33BCA6C4}" destId="{D99182D6-EAD6-40C7-91AD-0B5D1803B327}" srcOrd="1" destOrd="0" presId="urn:microsoft.com/office/officeart/2005/8/layout/default"/>
    <dgm:cxn modelId="{A5BB7669-B69E-42B0-A694-0A2EE837D8C2}" type="presParOf" srcId="{CCDAD759-3E4E-43E8-AE67-ECBD33BCA6C4}" destId="{AC30ACA8-428C-4AF5-A4F9-051FF8E7D74B}" srcOrd="2" destOrd="0" presId="urn:microsoft.com/office/officeart/2005/8/layout/default"/>
    <dgm:cxn modelId="{41539397-6D95-4A27-BAEC-791732E8A6DD}" type="presParOf" srcId="{CCDAD759-3E4E-43E8-AE67-ECBD33BCA6C4}" destId="{2D7BF865-470F-4D04-9FC3-EAB6F6CF5BC9}" srcOrd="3" destOrd="0" presId="urn:microsoft.com/office/officeart/2005/8/layout/default"/>
    <dgm:cxn modelId="{6CE427AB-D4C8-4F66-A416-F5600D767CC7}" type="presParOf" srcId="{CCDAD759-3E4E-43E8-AE67-ECBD33BCA6C4}" destId="{A9F1752E-F13D-43BE-92AE-D60DE5101CA9}" srcOrd="4" destOrd="0" presId="urn:microsoft.com/office/officeart/2005/8/layout/default"/>
    <dgm:cxn modelId="{1269BD23-0FDB-4F1B-9B8A-90A5AA912151}" type="presParOf" srcId="{CCDAD759-3E4E-43E8-AE67-ECBD33BCA6C4}" destId="{1436B7C6-A102-4401-B76F-8581190EC881}" srcOrd="5" destOrd="0" presId="urn:microsoft.com/office/officeart/2005/8/layout/default"/>
    <dgm:cxn modelId="{BA27944C-4243-4483-8554-7EF51A473824}" type="presParOf" srcId="{CCDAD759-3E4E-43E8-AE67-ECBD33BCA6C4}" destId="{408B9AA0-E93D-4F3A-AB38-EBE845A36E24}" srcOrd="6" destOrd="0" presId="urn:microsoft.com/office/officeart/2005/8/layout/default"/>
    <dgm:cxn modelId="{FE97CD06-3CD6-49F5-962D-3EFF6F0B5762}" type="presParOf" srcId="{CCDAD759-3E4E-43E8-AE67-ECBD33BCA6C4}" destId="{6D20A22C-E682-4017-ABFB-F3A63C4ABBDB}" srcOrd="7" destOrd="0" presId="urn:microsoft.com/office/officeart/2005/8/layout/default"/>
    <dgm:cxn modelId="{38B083CE-9E95-4A0E-85A3-CBA96FA26D5F}" type="presParOf" srcId="{CCDAD759-3E4E-43E8-AE67-ECBD33BCA6C4}" destId="{5B672B7F-F394-480E-9C48-31849AF86BD4}" srcOrd="8" destOrd="0" presId="urn:microsoft.com/office/officeart/2005/8/layout/default"/>
    <dgm:cxn modelId="{1F8194E9-2140-4A97-86C3-2E46B302B9F5}" type="presParOf" srcId="{CCDAD759-3E4E-43E8-AE67-ECBD33BCA6C4}" destId="{6A737956-F780-4B45-B058-E8FC5D236580}" srcOrd="9" destOrd="0" presId="urn:microsoft.com/office/officeart/2005/8/layout/default"/>
    <dgm:cxn modelId="{1BC0B480-B58C-42AC-ADFB-5A57266BA6DD}" type="presParOf" srcId="{CCDAD759-3E4E-43E8-AE67-ECBD33BCA6C4}" destId="{D7E55C10-E0C6-431D-9045-121EF7FBFC6A}" srcOrd="10" destOrd="0" presId="urn:microsoft.com/office/officeart/2005/8/layout/default"/>
    <dgm:cxn modelId="{81061CEE-5362-4A21-9CE1-397A3D4B88D4}" type="presParOf" srcId="{CCDAD759-3E4E-43E8-AE67-ECBD33BCA6C4}" destId="{10642E43-7EEC-4461-93CA-62D5678ED13C}" srcOrd="11" destOrd="0" presId="urn:microsoft.com/office/officeart/2005/8/layout/default"/>
    <dgm:cxn modelId="{98D1C478-4E9E-408E-A1B3-BACDF6787287}" type="presParOf" srcId="{CCDAD759-3E4E-43E8-AE67-ECBD33BCA6C4}" destId="{7286F8B6-9B76-4D67-AE70-133CCC804026}" srcOrd="12" destOrd="0" presId="urn:microsoft.com/office/officeart/2005/8/layout/default"/>
    <dgm:cxn modelId="{2803F147-BC0B-4399-9C9F-5F7B4BB1EFCE}" type="presParOf" srcId="{CCDAD759-3E4E-43E8-AE67-ECBD33BCA6C4}" destId="{AA5E2120-E85D-4F4C-8543-2A154A20C4E3}" srcOrd="13" destOrd="0" presId="urn:microsoft.com/office/officeart/2005/8/layout/default"/>
    <dgm:cxn modelId="{CB21C49D-02AB-4F4C-9E52-3889CA63C7FC}" type="presParOf" srcId="{CCDAD759-3E4E-43E8-AE67-ECBD33BCA6C4}" destId="{42AA27CB-BF7D-4FA6-8087-3B564BDB5878}" srcOrd="14" destOrd="0" presId="urn:microsoft.com/office/officeart/2005/8/layout/default"/>
    <dgm:cxn modelId="{94E85355-8A35-4680-8E35-4394550F8171}" type="presParOf" srcId="{CCDAD759-3E4E-43E8-AE67-ECBD33BCA6C4}" destId="{DCDC2CE7-CB6F-44BA-882B-99831846AB9A}" srcOrd="15" destOrd="0" presId="urn:microsoft.com/office/officeart/2005/8/layout/default"/>
    <dgm:cxn modelId="{9BE45531-D863-47AC-8181-A60B2B2EDE51}" type="presParOf" srcId="{CCDAD759-3E4E-43E8-AE67-ECBD33BCA6C4}" destId="{131A2DE4-99D1-46CE-B1B2-ED5CCC8E5046}" srcOrd="16" destOrd="0" presId="urn:microsoft.com/office/officeart/2005/8/layout/default"/>
    <dgm:cxn modelId="{27F61429-E281-4670-A7E4-B1C05F8B6578}" type="presParOf" srcId="{CCDAD759-3E4E-43E8-AE67-ECBD33BCA6C4}" destId="{9463BD33-9EB9-442E-9FBE-D148BA36D847}" srcOrd="17" destOrd="0" presId="urn:microsoft.com/office/officeart/2005/8/layout/default"/>
    <dgm:cxn modelId="{7D289F85-1DA4-4781-91C7-A86088F7101A}" type="presParOf" srcId="{CCDAD759-3E4E-43E8-AE67-ECBD33BCA6C4}" destId="{5EF44BA7-E7AB-4D87-B679-55EE352D616D}" srcOrd="18" destOrd="0" presId="urn:microsoft.com/office/officeart/2005/8/layout/default"/>
    <dgm:cxn modelId="{26A68EE8-E221-45BA-85C2-176DE0F6DBA4}" type="presParOf" srcId="{CCDAD759-3E4E-43E8-AE67-ECBD33BCA6C4}" destId="{E316DA17-FA88-43D2-8DCE-8C8F3AC84741}" srcOrd="19" destOrd="0" presId="urn:microsoft.com/office/officeart/2005/8/layout/default"/>
    <dgm:cxn modelId="{973B9283-D896-4206-A02B-0F754611753F}" type="presParOf" srcId="{CCDAD759-3E4E-43E8-AE67-ECBD33BCA6C4}" destId="{03AF07C7-CADB-40F3-9363-D927AE3035D1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91DD9-0397-4970-B7C0-8902D0FD7290}">
      <dsp:nvSpPr>
        <dsp:cNvPr id="0" name=""/>
        <dsp:cNvSpPr/>
      </dsp:nvSpPr>
      <dsp:spPr>
        <a:xfrm>
          <a:off x="128572" y="888754"/>
          <a:ext cx="1906905" cy="628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Arial" pitchFamily="34" charset="0"/>
            </a:rPr>
            <a:t>Search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128572" y="888754"/>
        <a:ext cx="1906905" cy="628412"/>
      </dsp:txXfrm>
    </dsp:sp>
    <dsp:sp modelId="{8D1B4FB5-7F6D-4CF3-AC5D-FA101D7413AA}">
      <dsp:nvSpPr>
        <dsp:cNvPr id="0" name=""/>
        <dsp:cNvSpPr/>
      </dsp:nvSpPr>
      <dsp:spPr>
        <a:xfrm>
          <a:off x="128572" y="2213859"/>
          <a:ext cx="1906905" cy="11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+mn-lt"/>
              <a:cs typeface="Arial" pitchFamily="34" charset="0"/>
            </a:rPr>
            <a:t>Ask questions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+mn-lt"/>
              <a:cs typeface="Arial" pitchFamily="34" charset="0"/>
            </a:rPr>
            <a:t>Information sources</a:t>
          </a:r>
        </a:p>
      </dsp:txBody>
      <dsp:txXfrm>
        <a:off x="128572" y="2213859"/>
        <a:ext cx="1906905" cy="1177337"/>
      </dsp:txXfrm>
    </dsp:sp>
    <dsp:sp modelId="{C4D661C1-C010-4E79-9621-4A1E092D6F55}">
      <dsp:nvSpPr>
        <dsp:cNvPr id="0" name=""/>
        <dsp:cNvSpPr/>
      </dsp:nvSpPr>
      <dsp:spPr>
        <a:xfrm>
          <a:off x="126405" y="697630"/>
          <a:ext cx="151685" cy="15168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B77BBB0-7677-4E49-9373-7214EC050417}">
      <dsp:nvSpPr>
        <dsp:cNvPr id="0" name=""/>
        <dsp:cNvSpPr/>
      </dsp:nvSpPr>
      <dsp:spPr>
        <a:xfrm>
          <a:off x="232585" y="485270"/>
          <a:ext cx="151685" cy="15168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7DE1C81-47C5-4DA2-BA03-C51C3AE1FB5B}">
      <dsp:nvSpPr>
        <dsp:cNvPr id="0" name=""/>
        <dsp:cNvSpPr/>
      </dsp:nvSpPr>
      <dsp:spPr>
        <a:xfrm>
          <a:off x="487417" y="527742"/>
          <a:ext cx="238363" cy="23836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0B02B3D-72D4-48D3-82DF-277E0D9FD972}">
      <dsp:nvSpPr>
        <dsp:cNvPr id="0" name=""/>
        <dsp:cNvSpPr/>
      </dsp:nvSpPr>
      <dsp:spPr>
        <a:xfrm>
          <a:off x="699777" y="294146"/>
          <a:ext cx="151685" cy="15168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FABD860-D929-4734-9134-C2C49DEDB946}">
      <dsp:nvSpPr>
        <dsp:cNvPr id="0" name=""/>
        <dsp:cNvSpPr/>
      </dsp:nvSpPr>
      <dsp:spPr>
        <a:xfrm>
          <a:off x="975845" y="209202"/>
          <a:ext cx="151685" cy="15168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A3120F9-2A53-446B-B623-45B75B6865B8}">
      <dsp:nvSpPr>
        <dsp:cNvPr id="0" name=""/>
        <dsp:cNvSpPr/>
      </dsp:nvSpPr>
      <dsp:spPr>
        <a:xfrm>
          <a:off x="1315621" y="357854"/>
          <a:ext cx="151685" cy="15168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F5661A-DA43-421A-B24B-BB3720134D43}">
      <dsp:nvSpPr>
        <dsp:cNvPr id="0" name=""/>
        <dsp:cNvSpPr/>
      </dsp:nvSpPr>
      <dsp:spPr>
        <a:xfrm>
          <a:off x="1527981" y="464034"/>
          <a:ext cx="238363" cy="23836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111B687-6C4B-43CC-8AD2-17798A56FF1B}">
      <dsp:nvSpPr>
        <dsp:cNvPr id="0" name=""/>
        <dsp:cNvSpPr/>
      </dsp:nvSpPr>
      <dsp:spPr>
        <a:xfrm>
          <a:off x="1825284" y="697630"/>
          <a:ext cx="151685" cy="15168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4EEE15-B055-4447-A267-76D867224ED5}">
      <dsp:nvSpPr>
        <dsp:cNvPr id="0" name=""/>
        <dsp:cNvSpPr/>
      </dsp:nvSpPr>
      <dsp:spPr>
        <a:xfrm>
          <a:off x="1952700" y="931226"/>
          <a:ext cx="151685" cy="15168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F0573E-1645-4A2D-979A-0E9B2D0CBB07}">
      <dsp:nvSpPr>
        <dsp:cNvPr id="0" name=""/>
        <dsp:cNvSpPr/>
      </dsp:nvSpPr>
      <dsp:spPr>
        <a:xfrm>
          <a:off x="848429" y="485270"/>
          <a:ext cx="390048" cy="390048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61C878-0960-43E4-AEF3-26445C21741F}">
      <dsp:nvSpPr>
        <dsp:cNvPr id="0" name=""/>
        <dsp:cNvSpPr/>
      </dsp:nvSpPr>
      <dsp:spPr>
        <a:xfrm>
          <a:off x="20225" y="1292238"/>
          <a:ext cx="151685" cy="15168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F263884-CFCE-4735-B58D-1BA745E32E75}">
      <dsp:nvSpPr>
        <dsp:cNvPr id="0" name=""/>
        <dsp:cNvSpPr/>
      </dsp:nvSpPr>
      <dsp:spPr>
        <a:xfrm>
          <a:off x="147641" y="1483362"/>
          <a:ext cx="238363" cy="23836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BDFE48-0039-4FDF-ADFC-7D5D056AB29B}">
      <dsp:nvSpPr>
        <dsp:cNvPr id="0" name=""/>
        <dsp:cNvSpPr/>
      </dsp:nvSpPr>
      <dsp:spPr>
        <a:xfrm>
          <a:off x="466181" y="1653250"/>
          <a:ext cx="346710" cy="3467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CC84D0C-3E5A-43A2-BEA2-66F13A7E8AFC}">
      <dsp:nvSpPr>
        <dsp:cNvPr id="0" name=""/>
        <dsp:cNvSpPr/>
      </dsp:nvSpPr>
      <dsp:spPr>
        <a:xfrm>
          <a:off x="912137" y="1929318"/>
          <a:ext cx="151685" cy="15168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3754DB6-193C-45B5-80F9-40AA6C72B2B8}">
      <dsp:nvSpPr>
        <dsp:cNvPr id="0" name=""/>
        <dsp:cNvSpPr/>
      </dsp:nvSpPr>
      <dsp:spPr>
        <a:xfrm>
          <a:off x="997081" y="1653250"/>
          <a:ext cx="238363" cy="238363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F49284A-CABF-4DF9-9912-BC01A469832C}">
      <dsp:nvSpPr>
        <dsp:cNvPr id="0" name=""/>
        <dsp:cNvSpPr/>
      </dsp:nvSpPr>
      <dsp:spPr>
        <a:xfrm>
          <a:off x="1209441" y="1950554"/>
          <a:ext cx="151685" cy="15168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3071C1-B526-4FB7-8E00-F1B835E8897A}">
      <dsp:nvSpPr>
        <dsp:cNvPr id="0" name=""/>
        <dsp:cNvSpPr/>
      </dsp:nvSpPr>
      <dsp:spPr>
        <a:xfrm>
          <a:off x="1400565" y="1610778"/>
          <a:ext cx="346710" cy="3467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52D269E-5FA4-4D07-A86D-517713671263}">
      <dsp:nvSpPr>
        <dsp:cNvPr id="0" name=""/>
        <dsp:cNvSpPr/>
      </dsp:nvSpPr>
      <dsp:spPr>
        <a:xfrm>
          <a:off x="1867756" y="1525834"/>
          <a:ext cx="238363" cy="23836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A58AEC-CD59-4B49-8CFD-4AAB406C7B60}">
      <dsp:nvSpPr>
        <dsp:cNvPr id="0" name=""/>
        <dsp:cNvSpPr/>
      </dsp:nvSpPr>
      <dsp:spPr>
        <a:xfrm>
          <a:off x="2106120" y="527389"/>
          <a:ext cx="700038" cy="1336450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B94FBC-2732-4D52-8A30-402F5B1690DD}">
      <dsp:nvSpPr>
        <dsp:cNvPr id="0" name=""/>
        <dsp:cNvSpPr/>
      </dsp:nvSpPr>
      <dsp:spPr>
        <a:xfrm>
          <a:off x="2806158" y="528038"/>
          <a:ext cx="1909196" cy="133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Arial" pitchFamily="34" charset="0"/>
            </a:rPr>
            <a:t>Use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Arial" pitchFamily="34" charset="0"/>
            </a:rPr>
            <a:t>Process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Arial" pitchFamily="34" charset="0"/>
            </a:rPr>
            <a:t>Manipulate</a:t>
          </a:r>
        </a:p>
      </dsp:txBody>
      <dsp:txXfrm>
        <a:off x="2806158" y="528038"/>
        <a:ext cx="1909196" cy="1336437"/>
      </dsp:txXfrm>
    </dsp:sp>
    <dsp:sp modelId="{3BD6C669-5A25-456A-BA53-A83D6E196F6E}">
      <dsp:nvSpPr>
        <dsp:cNvPr id="0" name=""/>
        <dsp:cNvSpPr/>
      </dsp:nvSpPr>
      <dsp:spPr>
        <a:xfrm>
          <a:off x="2806158" y="2213859"/>
          <a:ext cx="1909196" cy="11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+mn-lt"/>
              <a:cs typeface="Arial" pitchFamily="34" charset="0"/>
            </a:rPr>
            <a:t>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+mn-lt"/>
              <a:cs typeface="Arial" pitchFamily="34" charset="0"/>
            </a:rPr>
            <a:t>Information</a:t>
          </a:r>
        </a:p>
      </dsp:txBody>
      <dsp:txXfrm>
        <a:off x="2806158" y="2213859"/>
        <a:ext cx="1909196" cy="1177337"/>
      </dsp:txXfrm>
    </dsp:sp>
    <dsp:sp modelId="{8DFA35BF-1232-4FC2-AAB3-095471345E9C}">
      <dsp:nvSpPr>
        <dsp:cNvPr id="0" name=""/>
        <dsp:cNvSpPr/>
      </dsp:nvSpPr>
      <dsp:spPr>
        <a:xfrm>
          <a:off x="4715355" y="527389"/>
          <a:ext cx="700038" cy="1336450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354AA94-844E-473A-AFAB-0DE8EF852E47}">
      <dsp:nvSpPr>
        <dsp:cNvPr id="0" name=""/>
        <dsp:cNvSpPr/>
      </dsp:nvSpPr>
      <dsp:spPr>
        <a:xfrm>
          <a:off x="5558583" y="432578"/>
          <a:ext cx="1622817" cy="162281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  <a:cs typeface="Arial" pitchFamily="34" charset="0"/>
            </a:rPr>
            <a:t>Present</a:t>
          </a:r>
          <a:endParaRPr lang="en-US" sz="2000" kern="1200" dirty="0">
            <a:latin typeface="+mn-lt"/>
            <a:cs typeface="Arial" pitchFamily="34" charset="0"/>
          </a:endParaRPr>
        </a:p>
      </dsp:txBody>
      <dsp:txXfrm>
        <a:off x="5796239" y="670234"/>
        <a:ext cx="1147505" cy="1147505"/>
      </dsp:txXfrm>
    </dsp:sp>
    <dsp:sp modelId="{0AFEF82B-A699-4025-999B-369BB9555B20}">
      <dsp:nvSpPr>
        <dsp:cNvPr id="0" name=""/>
        <dsp:cNvSpPr/>
      </dsp:nvSpPr>
      <dsp:spPr>
        <a:xfrm>
          <a:off x="5415393" y="2213859"/>
          <a:ext cx="1909196" cy="11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>
            <a:latin typeface="+mn-lt"/>
            <a:cs typeface="Arial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+mn-lt"/>
              <a:cs typeface="Arial" pitchFamily="34" charset="0"/>
            </a:rPr>
            <a:t>Knowledge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+mn-lt"/>
              <a:cs typeface="Arial" pitchFamily="34" charset="0"/>
            </a:rPr>
            <a:t>Understanding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+mn-lt"/>
              <a:cs typeface="Arial" pitchFamily="34" charset="0"/>
            </a:rPr>
            <a:t>Solution</a:t>
          </a:r>
        </a:p>
      </dsp:txBody>
      <dsp:txXfrm>
        <a:off x="5415393" y="2213859"/>
        <a:ext cx="1909196" cy="11773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1F753-5814-4615-A486-2EFC7B518E6B}">
      <dsp:nvSpPr>
        <dsp:cNvPr id="0" name=""/>
        <dsp:cNvSpPr/>
      </dsp:nvSpPr>
      <dsp:spPr>
        <a:xfrm>
          <a:off x="2414" y="540812"/>
          <a:ext cx="1915347" cy="1149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computer to store &amp; process data</a:t>
          </a:r>
        </a:p>
      </dsp:txBody>
      <dsp:txXfrm>
        <a:off x="2414" y="540812"/>
        <a:ext cx="1915347" cy="1149208"/>
      </dsp:txXfrm>
    </dsp:sp>
    <dsp:sp modelId="{AC30ACA8-428C-4AF5-A4F9-051FF8E7D74B}">
      <dsp:nvSpPr>
        <dsp:cNvPr id="0" name=""/>
        <dsp:cNvSpPr/>
      </dsp:nvSpPr>
      <dsp:spPr>
        <a:xfrm>
          <a:off x="2109296" y="540812"/>
          <a:ext cx="1915347" cy="11492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Refer back to problem statement / questions</a:t>
          </a:r>
        </a:p>
      </dsp:txBody>
      <dsp:txXfrm>
        <a:off x="2109296" y="540812"/>
        <a:ext cx="1915347" cy="1149208"/>
      </dsp:txXfrm>
    </dsp:sp>
    <dsp:sp modelId="{A9F1752E-F13D-43BE-92AE-D60DE5101CA9}">
      <dsp:nvSpPr>
        <dsp:cNvPr id="0" name=""/>
        <dsp:cNvSpPr/>
      </dsp:nvSpPr>
      <dsp:spPr>
        <a:xfrm>
          <a:off x="4216178" y="540812"/>
          <a:ext cx="1915347" cy="11492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Sort and group questions / info</a:t>
          </a:r>
        </a:p>
      </dsp:txBody>
      <dsp:txXfrm>
        <a:off x="4216178" y="540812"/>
        <a:ext cx="1915347" cy="1149208"/>
      </dsp:txXfrm>
    </dsp:sp>
    <dsp:sp modelId="{408B9AA0-E93D-4F3A-AB38-EBE845A36E24}">
      <dsp:nvSpPr>
        <dsp:cNvPr id="0" name=""/>
        <dsp:cNvSpPr/>
      </dsp:nvSpPr>
      <dsp:spPr>
        <a:xfrm>
          <a:off x="6323061" y="540812"/>
          <a:ext cx="1915347" cy="11492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Handle data confidentially</a:t>
          </a:r>
        </a:p>
      </dsp:txBody>
      <dsp:txXfrm>
        <a:off x="6323061" y="540812"/>
        <a:ext cx="1915347" cy="1149208"/>
      </dsp:txXfrm>
    </dsp:sp>
    <dsp:sp modelId="{5B672B7F-F394-480E-9C48-31849AF86BD4}">
      <dsp:nvSpPr>
        <dsp:cNvPr id="0" name=""/>
        <dsp:cNvSpPr/>
      </dsp:nvSpPr>
      <dsp:spPr>
        <a:xfrm>
          <a:off x="2414" y="1881555"/>
          <a:ext cx="1915347" cy="11492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Look for answers to questions when processing data</a:t>
          </a:r>
        </a:p>
      </dsp:txBody>
      <dsp:txXfrm>
        <a:off x="2414" y="1881555"/>
        <a:ext cx="1915347" cy="1149208"/>
      </dsp:txXfrm>
    </dsp:sp>
    <dsp:sp modelId="{D7E55C10-E0C6-431D-9045-121EF7FBFC6A}">
      <dsp:nvSpPr>
        <dsp:cNvPr id="0" name=""/>
        <dsp:cNvSpPr/>
      </dsp:nvSpPr>
      <dsp:spPr>
        <a:xfrm>
          <a:off x="2109296" y="1881555"/>
          <a:ext cx="1915347" cy="1149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Process all useful data / info</a:t>
          </a:r>
        </a:p>
      </dsp:txBody>
      <dsp:txXfrm>
        <a:off x="2109296" y="1881555"/>
        <a:ext cx="1915347" cy="1149208"/>
      </dsp:txXfrm>
    </dsp:sp>
    <dsp:sp modelId="{7286F8B6-9B76-4D67-AE70-133CCC804026}">
      <dsp:nvSpPr>
        <dsp:cNvPr id="0" name=""/>
        <dsp:cNvSpPr/>
      </dsp:nvSpPr>
      <dsp:spPr>
        <a:xfrm>
          <a:off x="4216178" y="1881555"/>
          <a:ext cx="1915347" cy="11492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Can return and </a:t>
          </a:r>
          <a:br>
            <a:rPr lang="en-US" sz="1800" kern="1200" dirty="0"/>
          </a:br>
          <a:r>
            <a:rPr lang="en-US" sz="1800" kern="1200" dirty="0"/>
            <a:t>ask further questions</a:t>
          </a:r>
        </a:p>
      </dsp:txBody>
      <dsp:txXfrm>
        <a:off x="4216178" y="1881555"/>
        <a:ext cx="1915347" cy="1149208"/>
      </dsp:txXfrm>
    </dsp:sp>
    <dsp:sp modelId="{42AA27CB-BF7D-4FA6-8087-3B564BDB5878}">
      <dsp:nvSpPr>
        <dsp:cNvPr id="0" name=""/>
        <dsp:cNvSpPr/>
      </dsp:nvSpPr>
      <dsp:spPr>
        <a:xfrm>
          <a:off x="6323061" y="1881555"/>
          <a:ext cx="1915347" cy="11492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Recognize</a:t>
          </a:r>
          <a:br>
            <a:rPr lang="en-US" sz="1800" kern="1200" dirty="0"/>
          </a:br>
          <a:r>
            <a:rPr lang="en-US" sz="1800" kern="1200" dirty="0"/>
            <a:t>patterns and trends in data</a:t>
          </a:r>
        </a:p>
      </dsp:txBody>
      <dsp:txXfrm>
        <a:off x="6323061" y="1881555"/>
        <a:ext cx="1915347" cy="1149208"/>
      </dsp:txXfrm>
    </dsp:sp>
    <dsp:sp modelId="{131A2DE4-99D1-46CE-B1B2-ED5CCC8E5046}">
      <dsp:nvSpPr>
        <dsp:cNvPr id="0" name=""/>
        <dsp:cNvSpPr/>
      </dsp:nvSpPr>
      <dsp:spPr>
        <a:xfrm>
          <a:off x="1055855" y="3222299"/>
          <a:ext cx="1915347" cy="11492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Process data to avoid plagiarism; own words</a:t>
          </a:r>
        </a:p>
      </dsp:txBody>
      <dsp:txXfrm>
        <a:off x="1055855" y="3222299"/>
        <a:ext cx="1915347" cy="1149208"/>
      </dsp:txXfrm>
    </dsp:sp>
    <dsp:sp modelId="{5EF44BA7-E7AB-4D87-B679-55EE352D616D}">
      <dsp:nvSpPr>
        <dsp:cNvPr id="0" name=""/>
        <dsp:cNvSpPr/>
      </dsp:nvSpPr>
      <dsp:spPr>
        <a:xfrm>
          <a:off x="3162737" y="3222299"/>
          <a:ext cx="1915347" cy="11492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PowerPoint</a:t>
          </a:r>
          <a:br>
            <a:rPr lang="en-US" sz="1800" kern="1200" dirty="0"/>
          </a:br>
          <a:r>
            <a:rPr lang="en-US" sz="1800" kern="1200" dirty="0"/>
            <a:t>only contains</a:t>
          </a:r>
          <a:br>
            <a:rPr lang="en-US" sz="1800" kern="1200" dirty="0"/>
          </a:br>
          <a:r>
            <a:rPr lang="en-US" sz="1800" kern="1200" dirty="0"/>
            <a:t>main points</a:t>
          </a:r>
        </a:p>
      </dsp:txBody>
      <dsp:txXfrm>
        <a:off x="3162737" y="3222299"/>
        <a:ext cx="1915347" cy="1149208"/>
      </dsp:txXfrm>
    </dsp:sp>
    <dsp:sp modelId="{03AF07C7-CADB-40F3-9363-D927AE3035D1}">
      <dsp:nvSpPr>
        <dsp:cNvPr id="0" name=""/>
        <dsp:cNvSpPr/>
      </dsp:nvSpPr>
      <dsp:spPr>
        <a:xfrm>
          <a:off x="5269620" y="3222299"/>
          <a:ext cx="1915347" cy="1149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Include a </a:t>
          </a:r>
          <a:r>
            <a:rPr lang="en-US" sz="1800" kern="1200"/>
            <a:t>complete and correct </a:t>
          </a:r>
          <a:r>
            <a:rPr lang="en-US" sz="1800" kern="1200" dirty="0"/>
            <a:t>bibliography</a:t>
          </a:r>
        </a:p>
      </dsp:txBody>
      <dsp:txXfrm>
        <a:off x="5269620" y="3222299"/>
        <a:ext cx="1915347" cy="1149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09123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7048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01978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85891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170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8866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0055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19441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54721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83041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83523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827399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9183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35380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2708920"/>
            <a:ext cx="5113083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40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4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0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87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97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5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4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8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0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565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67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66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33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177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98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72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10" Type="http://schemas.openxmlformats.org/officeDocument/2006/relationships/slide" Target="slide16.xml"/><Relationship Id="rId4" Type="http://schemas.openxmlformats.org/officeDocument/2006/relationships/slide" Target="slide6.xml"/><Relationship Id="rId9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691680" y="2780928"/>
            <a:ext cx="5904656" cy="2236808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br>
              <a:rPr lang="en-ZA"/>
            </a:br>
            <a:r>
              <a:rPr lang="en-ZA" b="1">
                <a:solidFill>
                  <a:srgbClr val="FF0000"/>
                </a:solidFill>
              </a:rPr>
              <a:t>Processing</a:t>
            </a:r>
            <a:r>
              <a:rPr lang="en-ZA"/>
              <a:t> information </a:t>
            </a:r>
            <a:r>
              <a:rPr lang="en-ZA" b="1">
                <a:solidFill>
                  <a:srgbClr val="FF0000"/>
                </a:solidFill>
              </a:rPr>
              <a:t>and </a:t>
            </a:r>
            <a:r>
              <a:rPr lang="en-ZA" b="1" dirty="0">
                <a:solidFill>
                  <a:srgbClr val="FF0000"/>
                </a:solidFill>
              </a:rPr>
              <a:t>presenting </a:t>
            </a:r>
            <a:r>
              <a:rPr lang="en-ZA" dirty="0"/>
              <a:t>a solution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39752" y="1733907"/>
            <a:ext cx="4608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Module </a:t>
            </a:r>
            <a:r>
              <a:rPr lang="en-ZA" sz="48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6.3</a:t>
            </a:r>
            <a:endParaRPr lang="en-US" sz="4800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4653136"/>
            <a:ext cx="1440160" cy="205489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28403" y="620390"/>
            <a:ext cx="6897960" cy="648370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r>
              <a:rPr lang="en-ZA" sz="4400" dirty="0"/>
              <a:t>Contents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43608" y="1052736"/>
            <a:ext cx="7067550" cy="5244424"/>
          </a:xfrm>
        </p:spPr>
        <p:txBody>
          <a:bodyPr anchor="ctr">
            <a:noAutofit/>
          </a:bodyPr>
          <a:lstStyle/>
          <a:p>
            <a:pPr indent="-457200"/>
            <a:r>
              <a:rPr lang="en-US" dirty="0">
                <a:hlinkClick r:id="rId2" action="ppaction://hlinksldjump"/>
              </a:rPr>
              <a:t>Introduction</a:t>
            </a:r>
            <a:endParaRPr lang="en-US" dirty="0"/>
          </a:p>
          <a:p>
            <a:pPr indent="-457200">
              <a:spcAft>
                <a:spcPts val="0"/>
              </a:spcAft>
            </a:pPr>
            <a:r>
              <a:rPr lang="en-US" dirty="0">
                <a:hlinkClick r:id="rId3" action="ppaction://hlinksldjump"/>
              </a:rPr>
              <a:t>Using and processing information</a:t>
            </a:r>
            <a:endParaRPr lang="en-US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ZA" dirty="0"/>
              <a:t>		</a:t>
            </a:r>
            <a:r>
              <a:rPr lang="en-ZA" dirty="0">
                <a:hlinkClick r:id="rId3" action="ppaction://hlinksldjump"/>
              </a:rPr>
              <a:t>Step 1: Sift the data and information</a:t>
            </a:r>
            <a:endParaRPr lang="en-ZA" dirty="0"/>
          </a:p>
          <a:p>
            <a:pPr marL="457200" lvl="1" indent="-457200">
              <a:buNone/>
            </a:pPr>
            <a:r>
              <a:rPr lang="en-ZA" dirty="0"/>
              <a:t>		</a:t>
            </a:r>
            <a:r>
              <a:rPr lang="en-ZA" dirty="0">
                <a:hlinkClick r:id="rId4" action="ppaction://hlinksldjump"/>
              </a:rPr>
              <a:t>Step 2: Process the data and information</a:t>
            </a:r>
            <a:endParaRPr lang="en-ZA" dirty="0"/>
          </a:p>
          <a:p>
            <a:pPr indent="-457200"/>
            <a:r>
              <a:rPr lang="en-US" dirty="0">
                <a:hlinkClick r:id="rId5" action="ppaction://hlinksldjump"/>
              </a:rPr>
              <a:t>Activity 1</a:t>
            </a:r>
            <a:endParaRPr lang="en-US" dirty="0"/>
          </a:p>
          <a:p>
            <a:pPr indent="-457200">
              <a:spcAft>
                <a:spcPts val="0"/>
              </a:spcAft>
            </a:pPr>
            <a:r>
              <a:rPr lang="en-ZA" dirty="0">
                <a:hlinkClick r:id="rId6" action="ppaction://hlinksldjump"/>
              </a:rPr>
              <a:t>Finding a solution and presenting it</a:t>
            </a:r>
            <a:endParaRPr lang="en-ZA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US" dirty="0"/>
              <a:t>		</a:t>
            </a:r>
            <a:r>
              <a:rPr lang="en-US" dirty="0">
                <a:hlinkClick r:id="rId6" action="ppaction://hlinksldjump"/>
              </a:rPr>
              <a:t>Planning &amp; Completing the presentation in </a:t>
            </a:r>
            <a:r>
              <a:rPr lang="en-US" i="1" dirty="0">
                <a:hlinkClick r:id="rId6" action="ppaction://hlinksldjump"/>
              </a:rPr>
              <a:t>Word</a:t>
            </a:r>
            <a:endParaRPr lang="en-US" i="1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US" i="1" dirty="0"/>
              <a:t>		</a:t>
            </a:r>
            <a:r>
              <a:rPr lang="en-US" dirty="0">
                <a:hlinkClick r:id="rId7" action="ppaction://hlinksldjump"/>
              </a:rPr>
              <a:t>Activity 2</a:t>
            </a:r>
            <a:endParaRPr lang="en-US" dirty="0"/>
          </a:p>
          <a:p>
            <a:pPr marL="457200" lvl="1" indent="-457200">
              <a:spcAft>
                <a:spcPts val="0"/>
              </a:spcAft>
              <a:buNone/>
            </a:pPr>
            <a:r>
              <a:rPr lang="en-US" dirty="0"/>
              <a:t>		</a:t>
            </a:r>
            <a:r>
              <a:rPr lang="en-US" dirty="0">
                <a:hlinkClick r:id="rId8" action="ppaction://hlinksldjump"/>
              </a:rPr>
              <a:t>Presenting the solution as a slide show</a:t>
            </a:r>
            <a:endParaRPr lang="en-US" dirty="0"/>
          </a:p>
          <a:p>
            <a:pPr marL="457200" lvl="1" indent="-457200">
              <a:buNone/>
            </a:pPr>
            <a:r>
              <a:rPr lang="en-US" dirty="0"/>
              <a:t>		</a:t>
            </a:r>
            <a:r>
              <a:rPr lang="en-US" dirty="0">
                <a:hlinkClick r:id="rId9" action="ppaction://hlinksldjump"/>
              </a:rPr>
              <a:t>Acknowledging sources</a:t>
            </a:r>
            <a:endParaRPr lang="en-ZA" dirty="0"/>
          </a:p>
          <a:p>
            <a:pPr indent="-457200"/>
            <a:r>
              <a:rPr lang="en-US" dirty="0">
                <a:hlinkClick r:id="rId10" action="ppaction://hlinksldjump"/>
              </a:rPr>
              <a:t>Test </a:t>
            </a:r>
            <a:r>
              <a:rPr lang="en-US">
                <a:hlinkClick r:id="rId10" action="ppaction://hlinksldjump"/>
              </a:rPr>
              <a:t>and improve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696400"/>
            <a:ext cx="6798734" cy="1303867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4000" dirty="0"/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583" y="2000266"/>
            <a:ext cx="5516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>
                <a:solidFill>
                  <a:srgbClr val="FF0000"/>
                </a:solidFill>
                <a:latin typeface="+mn-lt"/>
              </a:rPr>
              <a:t>In problem solving you need to: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1001583" y="2857015"/>
            <a:ext cx="69847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>
                <a:ea typeface="Times New Roman" pitchFamily="18" charset="0"/>
                <a:cs typeface="Arial" pitchFamily="34" charset="0"/>
                <a:sym typeface="Wingdings"/>
              </a:rPr>
              <a:t>Mak</a:t>
            </a:r>
            <a:r>
              <a:rPr lang="en-ZA" sz="2200" dirty="0">
                <a:ea typeface="Times New Roman" pitchFamily="18" charset="0"/>
                <a:cs typeface="Arial" pitchFamily="34" charset="0"/>
              </a:rPr>
              <a:t>e sure you understand the problem / break it down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Determine what data and information you need by asking many questions</a:t>
            </a:r>
          </a:p>
          <a:p>
            <a:pPr marL="3600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Decide which information sources you are going to use</a:t>
            </a:r>
          </a:p>
          <a:p>
            <a:pPr marL="360000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Gather as much data and information as possible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91051"/>
            <a:ext cx="6798734" cy="1303867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4000" dirty="0"/>
              <a:t>Introduction</a:t>
            </a:r>
          </a:p>
        </p:txBody>
      </p:sp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3208147186"/>
              </p:ext>
            </p:extLst>
          </p:nvPr>
        </p:nvGraphicFramePr>
        <p:xfrm>
          <a:off x="1043608" y="2420888"/>
          <a:ext cx="7344816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/>
          <p:cNvSpPr/>
          <p:nvPr/>
        </p:nvSpPr>
        <p:spPr>
          <a:xfrm>
            <a:off x="770567" y="1466781"/>
            <a:ext cx="74888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When we </a:t>
            </a:r>
            <a:r>
              <a:rPr lang="en-ZA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ZA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ZA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data, facts and information we get </a:t>
            </a:r>
            <a:r>
              <a:rPr lang="en-ZA" sz="28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ZA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Action Button: Home 2">
            <a:hlinkClick r:id="rId8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6798734" cy="678477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>
                <a:solidFill>
                  <a:srgbClr val="FF0000"/>
                </a:solidFill>
              </a:rPr>
              <a:t>Step 1:</a:t>
            </a:r>
            <a:r>
              <a:rPr lang="en-ZA" sz="3200" dirty="0"/>
              <a:t> Sift the data and information</a:t>
            </a:r>
            <a:endParaRPr lang="en-US" sz="3200" dirty="0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828950" y="3643406"/>
            <a:ext cx="7460206" cy="4308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200" b="0" dirty="0">
                <a:latin typeface="+mn-lt"/>
              </a:rPr>
              <a:t>Discar</a:t>
            </a:r>
            <a:r>
              <a:rPr lang="en-US" sz="2200" dirty="0"/>
              <a:t>d information you cannot use.</a:t>
            </a:r>
            <a:endParaRPr kumimoji="0" lang="en-ZA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5228" y="4296961"/>
            <a:ext cx="7460206" cy="4308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/>
              <a:t>If you need more information, go back and do more research.</a:t>
            </a:r>
            <a:endParaRPr lang="en-ZA" sz="2200" b="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55228" y="4950516"/>
            <a:ext cx="7460206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ZA" sz="2200" dirty="0"/>
              <a:t>Answers to some questions can be found in the data gathered from the questionnaires – add a note of this in your table.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Using and processing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210" y="2331465"/>
            <a:ext cx="7459224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200" b="0" dirty="0">
                <a:latin typeface="+mn-lt"/>
              </a:rPr>
              <a:t>Group information according to topics &amp; </a:t>
            </a:r>
            <a:r>
              <a:rPr lang="en-ZA" sz="2200" dirty="0"/>
              <a:t>match it to questions.</a:t>
            </a:r>
            <a:endParaRPr lang="en-ZA" sz="2200" b="0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5228" y="2985020"/>
            <a:ext cx="7460206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200" b="0" dirty="0">
                <a:latin typeface="+mn-lt"/>
              </a:rPr>
              <a:t>Highlight / copy any useful information. Update table as you go.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nimBg="1"/>
      <p:bldP spid="9" grpId="0" animBg="1"/>
      <p:bldP spid="16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97992" y="2257708"/>
            <a:ext cx="7418424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n-lt"/>
              </a:rPr>
              <a:t>Organise the data and information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522" y="3105454"/>
            <a:ext cx="3423894" cy="283333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Rectangle 1"/>
          <p:cNvSpPr/>
          <p:nvPr/>
        </p:nvSpPr>
        <p:spPr>
          <a:xfrm>
            <a:off x="897992" y="2971228"/>
            <a:ext cx="4034048" cy="2811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You grouped the data &amp; info belonging to each question.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Sort it further according to its importance. Identify further subtopics.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0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Use the same table you have been working in / write or type the topics on the information.</a:t>
            </a:r>
            <a:endParaRPr lang="en-ZA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Using and processing information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>
                <a:solidFill>
                  <a:srgbClr val="FF0000"/>
                </a:solidFill>
              </a:rPr>
              <a:t>Step 2:</a:t>
            </a:r>
            <a:r>
              <a:rPr lang="en-ZA" sz="3200" dirty="0"/>
              <a:t> Process the data and information</a:t>
            </a:r>
            <a:endParaRPr lang="en-US" sz="3200" dirty="0"/>
          </a:p>
        </p:txBody>
      </p:sp>
      <p:sp>
        <p:nvSpPr>
          <p:cNvPr id="13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7992" y="3094034"/>
            <a:ext cx="7077609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Type a framework (outline) in </a:t>
            </a:r>
            <a:r>
              <a:rPr lang="en-ZA" sz="2200" i="1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Word.</a:t>
            </a: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Main headings in report – use a Heading style.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ZA" sz="2200" dirty="0">
                <a:solidFill>
                  <a:srgbClr val="000000"/>
                </a:solidFill>
                <a:ea typeface="Times New Roman" panose="02020603050405020304" pitchFamily="18" charset="0"/>
                <a:cs typeface="Arial-BoldItalic"/>
              </a:rPr>
              <a:t>Insert questions under headings (eventually replace these with your answers).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Summarize information – use own words.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179705" algn="l"/>
                <a:tab pos="360045" algn="l"/>
              </a:tabLst>
            </a:pP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Process questionnaires in </a:t>
            </a:r>
            <a:r>
              <a:rPr lang="en-US" sz="2200" i="1" dirty="0">
                <a:solidFill>
                  <a:srgbClr val="000000"/>
                </a:solidFill>
                <a:ea typeface="Times New Roman" panose="02020603050405020304" pitchFamily="18" charset="0"/>
              </a:rPr>
              <a:t>Excel</a:t>
            </a:r>
            <a:r>
              <a:rPr lang="en-US" sz="2200" dirty="0">
                <a:solidFill>
                  <a:srgbClr val="000000"/>
                </a:solidFill>
                <a:ea typeface="Times New Roman" panose="02020603050405020304" pitchFamily="18" charset="0"/>
              </a:rPr>
              <a:t> to find information.</a:t>
            </a:r>
            <a:endParaRPr lang="en-ZA" sz="22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Using and processing information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>
                <a:solidFill>
                  <a:srgbClr val="FF0000"/>
                </a:solidFill>
              </a:rPr>
              <a:t>Step 2:</a:t>
            </a:r>
            <a:r>
              <a:rPr lang="en-ZA" sz="3200" dirty="0"/>
              <a:t> Process the data and information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897992" y="2257708"/>
            <a:ext cx="734641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n-lt"/>
              </a:rPr>
              <a:t>Work smart – build a framework for your report</a:t>
            </a:r>
          </a:p>
        </p:txBody>
      </p:sp>
      <p:sp>
        <p:nvSpPr>
          <p:cNvPr id="12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7117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7631" y="2836674"/>
            <a:ext cx="756084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Type in the respondents as row headings in column A.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dirty="0"/>
              <a:t>Type questions from questionnaire as column headings, starting from column B.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200" dirty="0"/>
              <a:t>Type answers from the questionnaire in corresponding cells. 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08" y="4470542"/>
            <a:ext cx="7201600" cy="15656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23191" y="5088465"/>
            <a:ext cx="5806410" cy="360040"/>
          </a:xfrm>
          <a:prstGeom prst="rect">
            <a:avLst/>
          </a:prstGeom>
          <a:solidFill>
            <a:srgbClr val="FF0000">
              <a:alpha val="30196"/>
            </a:srgb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Rectangle 3"/>
          <p:cNvSpPr/>
          <p:nvPr/>
        </p:nvSpPr>
        <p:spPr>
          <a:xfrm>
            <a:off x="1308779" y="5461040"/>
            <a:ext cx="1114412" cy="575105"/>
          </a:xfrm>
          <a:prstGeom prst="rect">
            <a:avLst/>
          </a:prstGeom>
          <a:solidFill>
            <a:srgbClr val="99CC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/>
          <p:cNvSpPr/>
          <p:nvPr/>
        </p:nvSpPr>
        <p:spPr>
          <a:xfrm>
            <a:off x="2423191" y="5451013"/>
            <a:ext cx="5806410" cy="585132"/>
          </a:xfrm>
          <a:prstGeom prst="rect">
            <a:avLst/>
          </a:prstGeom>
          <a:solidFill>
            <a:srgbClr val="FFFF99">
              <a:alpha val="30196"/>
            </a:srgb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Using and processing information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>
                <a:solidFill>
                  <a:srgbClr val="FF0000"/>
                </a:solidFill>
              </a:rPr>
              <a:t>Step 2:</a:t>
            </a:r>
            <a:r>
              <a:rPr lang="en-ZA" sz="3200" dirty="0"/>
              <a:t> Process the data and information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897992" y="2257708"/>
            <a:ext cx="734641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Process questionnaire data – use </a:t>
            </a:r>
            <a:r>
              <a:rPr lang="en-ZA" sz="2800" i="1" dirty="0"/>
              <a:t>Excel</a:t>
            </a:r>
          </a:p>
        </p:txBody>
      </p:sp>
      <p:sp>
        <p:nvSpPr>
          <p:cNvPr id="16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6970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2852936"/>
            <a:ext cx="7560840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000" b="1" dirty="0"/>
              <a:t>Calculations</a:t>
            </a:r>
            <a:r>
              <a:rPr lang="en-ZA" sz="2000" dirty="0"/>
              <a:t> </a:t>
            </a:r>
          </a:p>
          <a:p>
            <a:pPr lvl="1"/>
            <a:r>
              <a:rPr lang="en-ZA" sz="2000" dirty="0"/>
              <a:t>COUNT – how many respondents gave specific answer.</a:t>
            </a:r>
          </a:p>
          <a:p>
            <a:pPr lvl="1"/>
            <a:r>
              <a:rPr lang="en-US" sz="2000" dirty="0"/>
              <a:t>MAX, MIN, AVERAGE – extract information from data.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Sorting</a:t>
            </a:r>
          </a:p>
          <a:p>
            <a:pPr lvl="1"/>
            <a:r>
              <a:rPr lang="en-US" sz="2000" dirty="0"/>
              <a:t>Sort, then AVERAGE – to get average value for certain group.</a:t>
            </a:r>
          </a:p>
          <a:p>
            <a:pPr lvl="1"/>
            <a:r>
              <a:rPr lang="en-US" sz="2000" dirty="0"/>
              <a:t>Sort to get minimum or maximum value for a group.</a:t>
            </a:r>
          </a:p>
          <a:p>
            <a:pPr lvl="1"/>
            <a:r>
              <a:rPr lang="en-US" sz="2000" dirty="0"/>
              <a:t>Sort, then create a chart for a group.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Charts</a:t>
            </a:r>
          </a:p>
          <a:p>
            <a:pPr lvl="1"/>
            <a:r>
              <a:rPr lang="en-US" sz="2000" dirty="0"/>
              <a:t>Easy to see patterns and trends in data.</a:t>
            </a:r>
          </a:p>
          <a:p>
            <a:pPr lvl="1"/>
            <a:r>
              <a:rPr lang="en-US" sz="2000" dirty="0"/>
              <a:t>Patterns can lead to further investigation of trends.</a:t>
            </a:r>
            <a:endParaRPr lang="en-ZA" sz="20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56210" y="482059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Using and processing information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2908640"/>
            <a:ext cx="864096" cy="864096"/>
          </a:xfrm>
          <a:prstGeom prst="rect">
            <a:avLst/>
          </a:prstGeom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159686" y="1458663"/>
            <a:ext cx="7156730" cy="671333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ZA" sz="3200" dirty="0">
                <a:solidFill>
                  <a:srgbClr val="FF0000"/>
                </a:solidFill>
              </a:rPr>
              <a:t>Step 2:</a:t>
            </a:r>
            <a:r>
              <a:rPr lang="en-ZA" sz="3200" dirty="0"/>
              <a:t> Process the data and information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897992" y="2257708"/>
            <a:ext cx="7346416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Process questionnaire data – use </a:t>
            </a:r>
            <a:r>
              <a:rPr lang="en-ZA" sz="2800" i="1" dirty="0"/>
              <a:t>Excel</a:t>
            </a:r>
          </a:p>
        </p:txBody>
      </p:sp>
      <p:sp>
        <p:nvSpPr>
          <p:cNvPr id="14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1909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3275806" y="2724914"/>
            <a:ext cx="2592387" cy="870813"/>
          </a:xfrm>
        </p:spPr>
        <p:txBody>
          <a:bodyPr/>
          <a:lstStyle/>
          <a:p>
            <a:r>
              <a:rPr lang="en-US" dirty="0"/>
              <a:t>Activity 1</a:t>
            </a:r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1835695" y="3847454"/>
            <a:ext cx="5472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Complete this whole activity!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83299" y="1501597"/>
            <a:ext cx="820891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 fontAlgn="ctr"/>
            <a:r>
              <a:rPr lang="en-GB" sz="3200" dirty="0">
                <a:latin typeface="+mn-lt"/>
              </a:rPr>
              <a:t>Planning the presentation</a:t>
            </a:r>
            <a:endParaRPr lang="en-ZA" sz="3200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6373" y="2276872"/>
            <a:ext cx="7294616" cy="3816424"/>
          </a:xfrm>
          <a:prstGeom prst="rect">
            <a:avLst/>
          </a:prstGeom>
          <a:noFill/>
          <a:ln>
            <a:noFill/>
          </a:ln>
        </p:spPr>
      </p:sp>
      <p:sp>
        <p:nvSpPr>
          <p:cNvPr id="9" name="Right Arrow 8"/>
          <p:cNvSpPr/>
          <p:nvPr/>
        </p:nvSpPr>
        <p:spPr>
          <a:xfrm>
            <a:off x="1526510" y="2276872"/>
            <a:ext cx="6200423" cy="3816424"/>
          </a:xfrm>
          <a:prstGeom prst="rightArrow">
            <a:avLst/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 9"/>
          <p:cNvSpPr/>
          <p:nvPr/>
        </p:nvSpPr>
        <p:spPr>
          <a:xfrm>
            <a:off x="795646" y="3421799"/>
            <a:ext cx="1431209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999" tIns="136999" rIns="136999" bIns="136999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800" kern="1200" dirty="0"/>
              <a:t>Decide on introduction and conclusion</a:t>
            </a:r>
            <a:endParaRPr lang="en-ZA" sz="18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2319795" y="3421799"/>
            <a:ext cx="1401577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999" tIns="136999" rIns="136999" bIns="136999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800" kern="1200" dirty="0"/>
              <a:t>Rearrange order of sections to improve flow</a:t>
            </a:r>
            <a:endParaRPr lang="en-ZA" sz="18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3814312" y="3421799"/>
            <a:ext cx="1444860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999" tIns="136999" rIns="136999" bIns="136999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800" kern="1200" dirty="0"/>
              <a:t>Insert subheadings where needed</a:t>
            </a:r>
            <a:endParaRPr lang="en-ZA" sz="18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5354548" y="3421799"/>
            <a:ext cx="1401577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3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189" tIns="133189" rIns="133189" bIns="133189" numCol="1" spcCol="1270" anchor="ctr" anchorCtr="0">
            <a:noAutofit/>
          </a:bodyPr>
          <a:lstStyle/>
          <a:p>
            <a:pPr lvl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kern="1200" dirty="0"/>
              <a:t>Add more detail</a:t>
            </a:r>
          </a:p>
        </p:txBody>
      </p:sp>
      <p:sp>
        <p:nvSpPr>
          <p:cNvPr id="15" name="Freeform 14"/>
          <p:cNvSpPr/>
          <p:nvPr/>
        </p:nvSpPr>
        <p:spPr>
          <a:xfrm>
            <a:off x="6875882" y="3414598"/>
            <a:ext cx="1401577" cy="1526569"/>
          </a:xfrm>
          <a:custGeom>
            <a:avLst/>
            <a:gdLst>
              <a:gd name="connsiteX0" fmla="*/ 0 w 1401577"/>
              <a:gd name="connsiteY0" fmla="*/ 233601 h 1526569"/>
              <a:gd name="connsiteX1" fmla="*/ 233601 w 1401577"/>
              <a:gd name="connsiteY1" fmla="*/ 0 h 1526569"/>
              <a:gd name="connsiteX2" fmla="*/ 1167976 w 1401577"/>
              <a:gd name="connsiteY2" fmla="*/ 0 h 1526569"/>
              <a:gd name="connsiteX3" fmla="*/ 1401577 w 1401577"/>
              <a:gd name="connsiteY3" fmla="*/ 233601 h 1526569"/>
              <a:gd name="connsiteX4" fmla="*/ 1401577 w 1401577"/>
              <a:gd name="connsiteY4" fmla="*/ 1292968 h 1526569"/>
              <a:gd name="connsiteX5" fmla="*/ 1167976 w 1401577"/>
              <a:gd name="connsiteY5" fmla="*/ 1526569 h 1526569"/>
              <a:gd name="connsiteX6" fmla="*/ 233601 w 1401577"/>
              <a:gd name="connsiteY6" fmla="*/ 1526569 h 1526569"/>
              <a:gd name="connsiteX7" fmla="*/ 0 w 1401577"/>
              <a:gd name="connsiteY7" fmla="*/ 1292968 h 1526569"/>
              <a:gd name="connsiteX8" fmla="*/ 0 w 1401577"/>
              <a:gd name="connsiteY8" fmla="*/ 233601 h 1526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1577" h="1526569">
                <a:moveTo>
                  <a:pt x="0" y="233601"/>
                </a:moveTo>
                <a:cubicBezTo>
                  <a:pt x="0" y="104587"/>
                  <a:pt x="104587" y="0"/>
                  <a:pt x="233601" y="0"/>
                </a:cubicBezTo>
                <a:lnTo>
                  <a:pt x="1167976" y="0"/>
                </a:lnTo>
                <a:cubicBezTo>
                  <a:pt x="1296990" y="0"/>
                  <a:pt x="1401577" y="104587"/>
                  <a:pt x="1401577" y="233601"/>
                </a:cubicBezTo>
                <a:lnTo>
                  <a:pt x="1401577" y="1292968"/>
                </a:lnTo>
                <a:cubicBezTo>
                  <a:pt x="1401577" y="1421982"/>
                  <a:pt x="1296990" y="1526569"/>
                  <a:pt x="1167976" y="1526569"/>
                </a:cubicBezTo>
                <a:lnTo>
                  <a:pt x="233601" y="1526569"/>
                </a:lnTo>
                <a:cubicBezTo>
                  <a:pt x="104587" y="1526569"/>
                  <a:pt x="0" y="1421982"/>
                  <a:pt x="0" y="1292968"/>
                </a:cubicBezTo>
                <a:lnTo>
                  <a:pt x="0" y="233601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3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189" tIns="133189" rIns="133189" bIns="133189" numCol="1" spcCol="1270" anchor="ctr" anchorCtr="0">
            <a:noAutofit/>
          </a:bodyPr>
          <a:lstStyle/>
          <a:p>
            <a:pPr lvl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700" kern="1200" dirty="0"/>
              <a:t>Decide on key elements that answer focus questions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Finding a solution and presenting 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710688" y="5960533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2579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83299" y="1501597"/>
            <a:ext cx="8208912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 fontAlgn="ctr"/>
            <a:r>
              <a:rPr lang="en-GB" sz="3200" dirty="0">
                <a:latin typeface="+mn-lt"/>
              </a:rPr>
              <a:t>Complete the presentation in </a:t>
            </a:r>
            <a:r>
              <a:rPr lang="en-GB" sz="3200" i="1" dirty="0">
                <a:latin typeface="+mn-lt"/>
              </a:rPr>
              <a:t>Word</a:t>
            </a:r>
            <a:endParaRPr lang="en-ZA" sz="3200" i="1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5776" y="2276872"/>
            <a:ext cx="7294616" cy="3816424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Finding a solution and presenting 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17" y="2793318"/>
            <a:ext cx="1604419" cy="15690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1620659" y="2365717"/>
            <a:ext cx="439248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Use your framework as a basis – use the same document.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Use your own words.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Arrange paragraphs logically.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Include your charts.</a:t>
            </a:r>
          </a:p>
          <a:p>
            <a:pPr marL="360000" indent="-36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Don’t forget the bibliography.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87455" y="5055677"/>
            <a:ext cx="54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Use all the Word skills and techniques you have learned</a:t>
            </a:r>
          </a:p>
        </p:txBody>
      </p:sp>
      <p:sp>
        <p:nvSpPr>
          <p:cNvPr id="17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4947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75856" y="1772816"/>
            <a:ext cx="2592288" cy="1822514"/>
          </a:xfrm>
        </p:spPr>
        <p:txBody>
          <a:bodyPr/>
          <a:lstStyle/>
          <a:p>
            <a:r>
              <a:rPr lang="en-US" dirty="0"/>
              <a:t>Activity 2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673604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150024" y="1556792"/>
            <a:ext cx="6430067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fontAlgn="ctr"/>
            <a:r>
              <a:rPr lang="en-GB" sz="3200" dirty="0">
                <a:latin typeface="+mn-lt"/>
              </a:rPr>
              <a:t>Present your solution as a slideshow</a:t>
            </a:r>
            <a:endParaRPr lang="en-ZA" sz="3200" dirty="0">
              <a:latin typeface="+mn-lt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6599" y="3195200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2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0" tIns="43254" rIns="231402" bIns="43255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6" name="Freeform 5"/>
          <p:cNvSpPr/>
          <p:nvPr/>
        </p:nvSpPr>
        <p:spPr>
          <a:xfrm>
            <a:off x="886515" y="2598355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/>
              <a:t>M</a:t>
            </a:r>
            <a:r>
              <a:rPr lang="en-GB" sz="2000" kern="1200" dirty="0"/>
              <a:t>ust have introduction, body and conclusion </a:t>
            </a:r>
            <a:endParaRPr lang="en-ZA" sz="2000" kern="1200" dirty="0"/>
          </a:p>
        </p:txBody>
      </p:sp>
      <p:sp>
        <p:nvSpPr>
          <p:cNvPr id="7" name="Freeform 6"/>
          <p:cNvSpPr/>
          <p:nvPr/>
        </p:nvSpPr>
        <p:spPr>
          <a:xfrm>
            <a:off x="5661115" y="3195200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1" tIns="43254" rIns="231401" bIns="43255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8" name="Freeform 7"/>
          <p:cNvSpPr/>
          <p:nvPr/>
        </p:nvSpPr>
        <p:spPr>
          <a:xfrm>
            <a:off x="3521032" y="2598355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3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kern="1200" dirty="0"/>
              <a:t>Decide what information should be under which heading </a:t>
            </a:r>
            <a:endParaRPr lang="en-ZA" sz="2000" kern="1200" dirty="0"/>
          </a:p>
        </p:txBody>
      </p:sp>
      <p:sp>
        <p:nvSpPr>
          <p:cNvPr id="9" name="Freeform 8"/>
          <p:cNvSpPr/>
          <p:nvPr/>
        </p:nvSpPr>
        <p:spPr>
          <a:xfrm>
            <a:off x="1957457" y="3881685"/>
            <a:ext cx="5269033" cy="462033"/>
          </a:xfrm>
          <a:custGeom>
            <a:avLst/>
            <a:gdLst>
              <a:gd name="connsiteX0" fmla="*/ 5269033 w 5269033"/>
              <a:gd name="connsiteY0" fmla="*/ 0 h 462033"/>
              <a:gd name="connsiteX1" fmla="*/ 5269033 w 5269033"/>
              <a:gd name="connsiteY1" fmla="*/ 248116 h 462033"/>
              <a:gd name="connsiteX2" fmla="*/ 0 w 5269033"/>
              <a:gd name="connsiteY2" fmla="*/ 248116 h 462033"/>
              <a:gd name="connsiteX3" fmla="*/ 0 w 5269033"/>
              <a:gd name="connsiteY3" fmla="*/ 462033 h 462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9033" h="462033">
                <a:moveTo>
                  <a:pt x="5269033" y="0"/>
                </a:moveTo>
                <a:lnTo>
                  <a:pt x="5269033" y="248116"/>
                </a:lnTo>
                <a:lnTo>
                  <a:pt x="0" y="248116"/>
                </a:lnTo>
                <a:lnTo>
                  <a:pt x="0" y="462033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4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14916" tIns="228551" rIns="2514917" bIns="228551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10" name="Freeform 9"/>
          <p:cNvSpPr/>
          <p:nvPr/>
        </p:nvSpPr>
        <p:spPr>
          <a:xfrm>
            <a:off x="6155548" y="2598355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kern="1200" dirty="0"/>
              <a:t>Decide how</a:t>
            </a:r>
            <a:br>
              <a:rPr lang="en-GB" sz="2000" kern="1200" dirty="0"/>
            </a:br>
            <a:r>
              <a:rPr lang="en-GB" sz="2000" kern="1200" dirty="0"/>
              <a:t>many slides </a:t>
            </a:r>
            <a:endParaRPr lang="en-ZA" sz="20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3026599" y="4972963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0" tIns="43255" rIns="231402" bIns="43254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886515" y="4376118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3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kern="1200" dirty="0"/>
              <a:t>Decide on graphics and animation to support message </a:t>
            </a:r>
            <a:endParaRPr lang="en-ZA" sz="20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5661115" y="4972963"/>
            <a:ext cx="462033" cy="91440"/>
          </a:xfrm>
          <a:custGeom>
            <a:avLst/>
            <a:gdLst>
              <a:gd name="connsiteX0" fmla="*/ 0 w 462033"/>
              <a:gd name="connsiteY0" fmla="*/ 45720 h 91440"/>
              <a:gd name="connsiteX1" fmla="*/ 462033 w 46203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033" h="91440">
                <a:moveTo>
                  <a:pt x="0" y="45720"/>
                </a:moveTo>
                <a:lnTo>
                  <a:pt x="462033" y="45720"/>
                </a:lnTo>
              </a:path>
            </a:pathLst>
          </a:custGeom>
          <a:noFill/>
          <a:ln w="19050">
            <a:solidFill>
              <a:srgbClr val="FF0000"/>
            </a:solidFill>
            <a:tailEnd type="arrow"/>
          </a:ln>
        </p:spPr>
        <p:style>
          <a:lnRef idx="1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31401" tIns="43255" rIns="231401" bIns="43254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ZA" sz="2000" kern="1200"/>
          </a:p>
        </p:txBody>
      </p:sp>
      <p:sp>
        <p:nvSpPr>
          <p:cNvPr id="15" name="Freeform 14"/>
          <p:cNvSpPr/>
          <p:nvPr/>
        </p:nvSpPr>
        <p:spPr>
          <a:xfrm>
            <a:off x="3521032" y="4376118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3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kern="1200" dirty="0"/>
              <a:t>Use bullets to format key concepts</a:t>
            </a:r>
            <a:endParaRPr lang="en-ZA" sz="2000" kern="1200" dirty="0"/>
          </a:p>
        </p:txBody>
      </p:sp>
      <p:sp>
        <p:nvSpPr>
          <p:cNvPr id="17" name="Freeform 16"/>
          <p:cNvSpPr/>
          <p:nvPr/>
        </p:nvSpPr>
        <p:spPr>
          <a:xfrm>
            <a:off x="6155548" y="4376118"/>
            <a:ext cx="2141883" cy="1285130"/>
          </a:xfrm>
          <a:custGeom>
            <a:avLst/>
            <a:gdLst>
              <a:gd name="connsiteX0" fmla="*/ 0 w 2141883"/>
              <a:gd name="connsiteY0" fmla="*/ 0 h 1285130"/>
              <a:gd name="connsiteX1" fmla="*/ 2141883 w 2141883"/>
              <a:gd name="connsiteY1" fmla="*/ 0 h 1285130"/>
              <a:gd name="connsiteX2" fmla="*/ 2141883 w 2141883"/>
              <a:gd name="connsiteY2" fmla="*/ 1285130 h 1285130"/>
              <a:gd name="connsiteX3" fmla="*/ 0 w 2141883"/>
              <a:gd name="connsiteY3" fmla="*/ 1285130 h 1285130"/>
              <a:gd name="connsiteX4" fmla="*/ 0 w 2141883"/>
              <a:gd name="connsiteY4" fmla="*/ 0 h 12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883" h="1285130">
                <a:moveTo>
                  <a:pt x="0" y="0"/>
                </a:moveTo>
                <a:lnTo>
                  <a:pt x="2141883" y="0"/>
                </a:lnTo>
                <a:lnTo>
                  <a:pt x="2141883" y="1285130"/>
                </a:lnTo>
                <a:lnTo>
                  <a:pt x="0" y="12851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ZA" sz="2000" b="0" kern="1200" dirty="0"/>
              <a:t>Add a </a:t>
            </a:r>
            <a:br>
              <a:rPr lang="en-ZA" sz="2000" b="0" kern="1200" dirty="0"/>
            </a:br>
            <a:r>
              <a:rPr lang="en-ZA" sz="2000" b="0" kern="1200" dirty="0"/>
              <a:t>bibliography</a:t>
            </a:r>
            <a:endParaRPr lang="en-ZA" sz="2000" kern="12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Finding a solution and presenting 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797" y="1524779"/>
            <a:ext cx="762855" cy="762855"/>
          </a:xfrm>
          <a:prstGeom prst="rect">
            <a:avLst/>
          </a:prstGeom>
        </p:spPr>
      </p:pic>
      <p:sp>
        <p:nvSpPr>
          <p:cNvPr id="21" name="Action Button: Home 2">
            <a:hlinkClick r:id="rId4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92331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34354" y="518886"/>
            <a:ext cx="7572396" cy="130386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Finding a solution and presenting it</a:t>
            </a:r>
          </a:p>
        </p:txBody>
      </p:sp>
      <p:sp>
        <p:nvSpPr>
          <p:cNvPr id="2" name="Rectangle 1"/>
          <p:cNvSpPr/>
          <p:nvPr/>
        </p:nvSpPr>
        <p:spPr>
          <a:xfrm>
            <a:off x="753816" y="2357663"/>
            <a:ext cx="4183954" cy="2469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fontAlgn="ctr">
              <a:spcBef>
                <a:spcPts val="285"/>
              </a:spcBef>
              <a:spcAft>
                <a:spcPts val="2400"/>
              </a:spcAft>
            </a:pP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schools and universities prefer different referencing systems: HARVARD / APA. </a:t>
            </a:r>
            <a:endParaRPr lang="en-ZA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lvl="0" fontAlgn="ctr">
              <a:spcBef>
                <a:spcPts val="285"/>
              </a:spcBef>
              <a:spcAft>
                <a:spcPts val="1200"/>
              </a:spcAft>
            </a:pPr>
            <a:r>
              <a:rPr lang="en-ZA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Mention in body of document where each piece of sourced information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03648" y="1556792"/>
            <a:ext cx="6430067" cy="58477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 fontAlgn="ctr"/>
            <a:r>
              <a:rPr lang="en-GB" sz="3200" dirty="0"/>
              <a:t>Acknowledging sources</a:t>
            </a:r>
            <a:endParaRPr lang="en-ZA" sz="32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13714" y="2442661"/>
            <a:ext cx="3374710" cy="235449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rgbClr val="FF0000"/>
                </a:solidFill>
              </a:rPr>
              <a:t>Include in Bibliography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Name of publication or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Date published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Publisher (in case of a website, the URL)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58879" y="5216645"/>
            <a:ext cx="651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 a bibliography at the end of the document.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Action Button: Home 2">
            <a:hlinkClick r:id="rId3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41380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4071" y="692696"/>
            <a:ext cx="6798734" cy="792088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/>
              <a:t>Test and </a:t>
            </a:r>
            <a:r>
              <a:rPr lang="en-ZA" sz="4000"/>
              <a:t>improve </a:t>
            </a:r>
            <a:endParaRPr lang="en-ZA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539552" y="1484784"/>
            <a:ext cx="8143932" cy="52322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j-lt"/>
              </a:rPr>
              <a:t>Tips </a:t>
            </a:r>
            <a:r>
              <a:rPr lang="en-US" sz="2800" b="0">
                <a:latin typeface="+mj-lt"/>
              </a:rPr>
              <a:t>and recommendations</a:t>
            </a:r>
            <a:endParaRPr lang="en-US" sz="2800" b="0" dirty="0">
              <a:latin typeface="+mj-lt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955074606"/>
              </p:ext>
            </p:extLst>
          </p:nvPr>
        </p:nvGraphicFramePr>
        <p:xfrm>
          <a:off x="451721" y="1700808"/>
          <a:ext cx="8240823" cy="491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Action Button: Home 2">
            <a:hlinkClick r:id="rId8" action="ppaction://hlinksldjump" highlightClick="1"/>
          </p:cNvPr>
          <p:cNvSpPr/>
          <p:nvPr/>
        </p:nvSpPr>
        <p:spPr>
          <a:xfrm>
            <a:off x="0" y="6453336"/>
            <a:ext cx="395536" cy="39547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11016</TotalTime>
  <Words>730</Words>
  <Application>Microsoft Office PowerPoint</Application>
  <PresentationFormat>On-screen Show (4:3)</PresentationFormat>
  <Paragraphs>152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Arial-BoldItalic</vt:lpstr>
      <vt:lpstr>Calibri</vt:lpstr>
      <vt:lpstr>Calibri Light</vt:lpstr>
      <vt:lpstr>Cambria</vt:lpstr>
      <vt:lpstr>Times New Roman</vt:lpstr>
      <vt:lpstr>Wingdings</vt:lpstr>
      <vt:lpstr>Organic</vt:lpstr>
      <vt:lpstr> Processing information and presenting a solution</vt:lpstr>
      <vt:lpstr>Contents</vt:lpstr>
      <vt:lpstr>Introduction</vt:lpstr>
      <vt:lpstr>Introduction</vt:lpstr>
      <vt:lpstr>Step 1: Sift the data and information</vt:lpstr>
      <vt:lpstr>Step 2: Process the data and information</vt:lpstr>
      <vt:lpstr>Step 2: Process the data and information</vt:lpstr>
      <vt:lpstr>Step 2: Process the data and information</vt:lpstr>
      <vt:lpstr>Step 2: Process the data and information</vt:lpstr>
      <vt:lpstr>Activity 1</vt:lpstr>
      <vt:lpstr>PowerPoint Presentation</vt:lpstr>
      <vt:lpstr>PowerPoint Presentation</vt:lpstr>
      <vt:lpstr>Activity 2</vt:lpstr>
      <vt:lpstr>PowerPoint Presentation</vt:lpstr>
      <vt:lpstr>PowerPoint Presentation</vt:lpstr>
      <vt:lpstr>Test and improve 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Processing information and presenting a solution</dc:title>
  <cp:lastModifiedBy>Sandra Jacobs</cp:lastModifiedBy>
  <cp:revision>2</cp:revision>
  <dcterms:created xsi:type="dcterms:W3CDTF">2006-08-13T21:23:21Z</dcterms:created>
  <dcterms:modified xsi:type="dcterms:W3CDTF">2017-01-21T16:36:28Z</dcterms:modified>
</cp:coreProperties>
</file>