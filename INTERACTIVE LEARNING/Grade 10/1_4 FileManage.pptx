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709" r:id="rId1"/>
  </p:sldMasterIdLst>
  <p:notesMasterIdLst>
    <p:notesMasterId r:id="rId25"/>
  </p:notesMasterIdLst>
  <p:sldIdLst>
    <p:sldId id="257" r:id="rId2"/>
    <p:sldId id="296" r:id="rId3"/>
    <p:sldId id="288" r:id="rId4"/>
    <p:sldId id="339" r:id="rId5"/>
    <p:sldId id="385" r:id="rId6"/>
    <p:sldId id="358" r:id="rId7"/>
    <p:sldId id="398" r:id="rId8"/>
    <p:sldId id="369" r:id="rId9"/>
    <p:sldId id="370" r:id="rId10"/>
    <p:sldId id="387" r:id="rId11"/>
    <p:sldId id="388" r:id="rId12"/>
    <p:sldId id="371" r:id="rId13"/>
    <p:sldId id="389" r:id="rId14"/>
    <p:sldId id="390" r:id="rId15"/>
    <p:sldId id="384" r:id="rId16"/>
    <p:sldId id="392" r:id="rId17"/>
    <p:sldId id="393" r:id="rId18"/>
    <p:sldId id="399" r:id="rId19"/>
    <p:sldId id="402" r:id="rId20"/>
    <p:sldId id="394" r:id="rId21"/>
    <p:sldId id="395" r:id="rId22"/>
    <p:sldId id="313" r:id="rId23"/>
    <p:sldId id="400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33CC"/>
    <a:srgbClr val="008000"/>
    <a:srgbClr val="CC6600"/>
    <a:srgbClr val="FF6600"/>
    <a:srgbClr val="66FF33"/>
    <a:srgbClr val="663300"/>
    <a:srgbClr val="FF5050"/>
    <a:srgbClr val="FF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60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75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C02D9-2143-46CB-88B3-8D2349DA3571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F295959-BB97-4827-8B81-08FAD3B0F81B}">
      <dgm:prSet phldrT="[Text]" custT="1"/>
      <dgm:spPr>
        <a:solidFill>
          <a:srgbClr val="C00000"/>
        </a:solidFill>
      </dgm:spPr>
      <dgm:t>
        <a:bodyPr/>
        <a:lstStyle/>
        <a:p>
          <a:r>
            <a:rPr lang="en-US" sz="2800" dirty="0">
              <a:solidFill>
                <a:schemeClr val="bg1"/>
              </a:solidFill>
            </a:rPr>
            <a:t>D drive</a:t>
          </a:r>
        </a:p>
      </dgm:t>
    </dgm:pt>
    <dgm:pt modelId="{3AC451AF-421E-4DD3-B17A-F0A742FFEE4B}" type="parTrans" cxnId="{12C1FB74-3FB6-4FF8-86C7-69D1E0133BC8}">
      <dgm:prSet/>
      <dgm:spPr/>
      <dgm:t>
        <a:bodyPr/>
        <a:lstStyle/>
        <a:p>
          <a:endParaRPr lang="en-US"/>
        </a:p>
      </dgm:t>
    </dgm:pt>
    <dgm:pt modelId="{46DEA1D4-D965-4FF5-B5D4-EC7434FCF896}" type="sibTrans" cxnId="{12C1FB74-3FB6-4FF8-86C7-69D1E0133BC8}">
      <dgm:prSet/>
      <dgm:spPr/>
      <dgm:t>
        <a:bodyPr/>
        <a:lstStyle/>
        <a:p>
          <a:endParaRPr lang="en-US"/>
        </a:p>
      </dgm:t>
    </dgm:pt>
    <dgm:pt modelId="{F9290ABD-A532-4418-90C4-327856DFE789}">
      <dgm:prSet phldrT="[Text]" custT="1"/>
      <dgm:spPr>
        <a:solidFill>
          <a:srgbClr val="FF33CC"/>
        </a:solidFill>
      </dgm:spPr>
      <dgm:t>
        <a:bodyPr/>
        <a:lstStyle/>
        <a:p>
          <a:r>
            <a:rPr lang="en-US" sz="2800" dirty="0">
              <a:solidFill>
                <a:schemeClr val="bg1"/>
              </a:solidFill>
            </a:rPr>
            <a:t>Invoices</a:t>
          </a:r>
        </a:p>
      </dgm:t>
    </dgm:pt>
    <dgm:pt modelId="{E509FF09-4868-40E6-9EBA-8BE24470FBFD}" type="parTrans" cxnId="{3E02AA38-256B-44C1-8764-1D1DA8867D2A}">
      <dgm:prSet/>
      <dgm:spPr/>
      <dgm:t>
        <a:bodyPr/>
        <a:lstStyle/>
        <a:p>
          <a:endParaRPr lang="en-US" dirty="0"/>
        </a:p>
      </dgm:t>
    </dgm:pt>
    <dgm:pt modelId="{ACC51DDB-83E0-4A45-B65A-08EAF1E0C4A8}" type="sibTrans" cxnId="{3E02AA38-256B-44C1-8764-1D1DA8867D2A}">
      <dgm:prSet/>
      <dgm:spPr/>
      <dgm:t>
        <a:bodyPr/>
        <a:lstStyle/>
        <a:p>
          <a:endParaRPr lang="en-US"/>
        </a:p>
      </dgm:t>
    </dgm:pt>
    <dgm:pt modelId="{3ED39E76-EB8A-4349-AF1A-80015D978B62}">
      <dgm:prSet phldrT="[Text]" custT="1"/>
      <dgm:spPr>
        <a:solidFill>
          <a:srgbClr val="0033CC"/>
        </a:solidFill>
      </dgm:spPr>
      <dgm:t>
        <a:bodyPr/>
        <a:lstStyle/>
        <a:p>
          <a:r>
            <a:rPr lang="en-US" sz="2800" dirty="0">
              <a:solidFill>
                <a:schemeClr val="bg1"/>
              </a:solidFill>
            </a:rPr>
            <a:t>2017</a:t>
          </a:r>
        </a:p>
      </dgm:t>
    </dgm:pt>
    <dgm:pt modelId="{966D2FAD-1278-4E88-91BA-E6B43F925967}" type="parTrans" cxnId="{2828004A-477F-40FA-B593-A8FB74C17DFB}">
      <dgm:prSet/>
      <dgm:spPr/>
      <dgm:t>
        <a:bodyPr/>
        <a:lstStyle/>
        <a:p>
          <a:endParaRPr lang="en-US" dirty="0"/>
        </a:p>
      </dgm:t>
    </dgm:pt>
    <dgm:pt modelId="{9E73367F-A53D-46E3-B043-4D5D3C912456}" type="sibTrans" cxnId="{2828004A-477F-40FA-B593-A8FB74C17DFB}">
      <dgm:prSet/>
      <dgm:spPr/>
      <dgm:t>
        <a:bodyPr/>
        <a:lstStyle/>
        <a:p>
          <a:endParaRPr lang="en-US"/>
        </a:p>
      </dgm:t>
    </dgm:pt>
    <dgm:pt modelId="{C9169497-2A53-45FB-8C83-07743A7BD500}">
      <dgm:prSet phldrT="[Text]" custT="1"/>
      <dgm:spPr>
        <a:solidFill>
          <a:srgbClr val="008000"/>
        </a:solidFill>
      </dgm:spPr>
      <dgm:t>
        <a:bodyPr/>
        <a:lstStyle/>
        <a:p>
          <a:r>
            <a:rPr lang="en-US" sz="2800" dirty="0">
              <a:solidFill>
                <a:schemeClr val="bg1"/>
              </a:solidFill>
            </a:rPr>
            <a:t>Documents</a:t>
          </a:r>
        </a:p>
      </dgm:t>
    </dgm:pt>
    <dgm:pt modelId="{DFB816DC-DB3A-4A03-8607-8A677047066C}" type="parTrans" cxnId="{BAAF9901-7906-4DE3-9981-1088238FDAF8}">
      <dgm:prSet/>
      <dgm:spPr/>
      <dgm:t>
        <a:bodyPr/>
        <a:lstStyle/>
        <a:p>
          <a:endParaRPr lang="en-US" dirty="0"/>
        </a:p>
      </dgm:t>
    </dgm:pt>
    <dgm:pt modelId="{68D2364D-6345-4086-A45E-B0516FE0D2AB}" type="sibTrans" cxnId="{BAAF9901-7906-4DE3-9981-1088238FDAF8}">
      <dgm:prSet/>
      <dgm:spPr/>
      <dgm:t>
        <a:bodyPr/>
        <a:lstStyle/>
        <a:p>
          <a:endParaRPr lang="en-US"/>
        </a:p>
      </dgm:t>
    </dgm:pt>
    <dgm:pt modelId="{B361E158-CC96-4C42-A959-27F55B9A2145}">
      <dgm:prSet phldrT="[Text]"/>
      <dgm:spPr>
        <a:noFill/>
        <a:ln>
          <a:noFill/>
        </a:ln>
      </dgm:spPr>
      <dgm:t>
        <a:bodyPr/>
        <a:lstStyle/>
        <a:p>
          <a:endParaRPr lang="en-US" dirty="0"/>
        </a:p>
      </dgm:t>
    </dgm:pt>
    <dgm:pt modelId="{AE09E64A-D5CE-407F-BEAC-FA3A6FB20639}" type="parTrans" cxnId="{1A99F499-B283-4BB0-993B-76B2023F90C0}">
      <dgm:prSet/>
      <dgm:spPr>
        <a:noFill/>
        <a:ln>
          <a:noFill/>
        </a:ln>
      </dgm:spPr>
      <dgm:t>
        <a:bodyPr/>
        <a:lstStyle/>
        <a:p>
          <a:endParaRPr lang="en-US" dirty="0"/>
        </a:p>
      </dgm:t>
    </dgm:pt>
    <dgm:pt modelId="{25F635CA-7A8C-4D38-8EC1-C6629559D3F9}" type="sibTrans" cxnId="{1A99F499-B283-4BB0-993B-76B2023F90C0}">
      <dgm:prSet/>
      <dgm:spPr/>
      <dgm:t>
        <a:bodyPr/>
        <a:lstStyle/>
        <a:p>
          <a:endParaRPr lang="en-US"/>
        </a:p>
      </dgm:t>
    </dgm:pt>
    <dgm:pt modelId="{162297D6-E8DD-4457-954F-F579D1F5E2E9}" type="pres">
      <dgm:prSet presAssocID="{40CC02D9-2143-46CB-88B3-8D2349DA357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063BDE6-F321-4FAE-BEDC-7EE1A30DBC2D}" type="pres">
      <dgm:prSet presAssocID="{8F295959-BB97-4827-8B81-08FAD3B0F81B}" presName="hierRoot1" presStyleCnt="0">
        <dgm:presLayoutVars>
          <dgm:hierBranch val="init"/>
        </dgm:presLayoutVars>
      </dgm:prSet>
      <dgm:spPr/>
    </dgm:pt>
    <dgm:pt modelId="{AE024DA9-AEF6-4E6A-A16E-7BFF04801E56}" type="pres">
      <dgm:prSet presAssocID="{8F295959-BB97-4827-8B81-08FAD3B0F81B}" presName="rootComposite1" presStyleCnt="0"/>
      <dgm:spPr/>
    </dgm:pt>
    <dgm:pt modelId="{780744CB-CE12-4129-B28E-F7574B9C0D58}" type="pres">
      <dgm:prSet presAssocID="{8F295959-BB97-4827-8B81-08FAD3B0F81B}" presName="rootText1" presStyleLbl="node0" presStyleIdx="0" presStyleCnt="1" custScaleX="193457">
        <dgm:presLayoutVars>
          <dgm:chPref val="3"/>
        </dgm:presLayoutVars>
      </dgm:prSet>
      <dgm:spPr/>
    </dgm:pt>
    <dgm:pt modelId="{720ED35C-1BCD-43B6-973B-FF806E8D585D}" type="pres">
      <dgm:prSet presAssocID="{8F295959-BB97-4827-8B81-08FAD3B0F81B}" presName="rootConnector1" presStyleLbl="node1" presStyleIdx="0" presStyleCnt="0"/>
      <dgm:spPr/>
    </dgm:pt>
    <dgm:pt modelId="{72FD60B9-3EC5-4B7A-A015-9DB2F3973108}" type="pres">
      <dgm:prSet presAssocID="{8F295959-BB97-4827-8B81-08FAD3B0F81B}" presName="hierChild2" presStyleCnt="0"/>
      <dgm:spPr/>
    </dgm:pt>
    <dgm:pt modelId="{5D1A6348-6D62-4E1B-9058-D126A0AEBFB0}" type="pres">
      <dgm:prSet presAssocID="{DFB816DC-DB3A-4A03-8607-8A677047066C}" presName="Name37" presStyleLbl="parChTrans1D2" presStyleIdx="0" presStyleCnt="1"/>
      <dgm:spPr/>
    </dgm:pt>
    <dgm:pt modelId="{9FA5CFC8-D3F7-46A6-82C7-0E531C7EEE6D}" type="pres">
      <dgm:prSet presAssocID="{C9169497-2A53-45FB-8C83-07743A7BD500}" presName="hierRoot2" presStyleCnt="0">
        <dgm:presLayoutVars>
          <dgm:hierBranch val="init"/>
        </dgm:presLayoutVars>
      </dgm:prSet>
      <dgm:spPr/>
    </dgm:pt>
    <dgm:pt modelId="{A00343D8-384D-4D0D-A4A2-BD6B45C984A5}" type="pres">
      <dgm:prSet presAssocID="{C9169497-2A53-45FB-8C83-07743A7BD500}" presName="rootComposite" presStyleCnt="0"/>
      <dgm:spPr/>
    </dgm:pt>
    <dgm:pt modelId="{B4959537-D9F3-401A-88DB-E2BC59807329}" type="pres">
      <dgm:prSet presAssocID="{C9169497-2A53-45FB-8C83-07743A7BD500}" presName="rootText" presStyleLbl="node2" presStyleIdx="0" presStyleCnt="1" custScaleX="193457">
        <dgm:presLayoutVars>
          <dgm:chPref val="3"/>
        </dgm:presLayoutVars>
      </dgm:prSet>
      <dgm:spPr/>
    </dgm:pt>
    <dgm:pt modelId="{A9E0A4E8-4967-4620-B036-A668D257DB86}" type="pres">
      <dgm:prSet presAssocID="{C9169497-2A53-45FB-8C83-07743A7BD500}" presName="rootConnector" presStyleLbl="node2" presStyleIdx="0" presStyleCnt="1"/>
      <dgm:spPr/>
    </dgm:pt>
    <dgm:pt modelId="{B648B779-4521-4472-A113-39C8AB607FDD}" type="pres">
      <dgm:prSet presAssocID="{C9169497-2A53-45FB-8C83-07743A7BD500}" presName="hierChild4" presStyleCnt="0"/>
      <dgm:spPr/>
    </dgm:pt>
    <dgm:pt modelId="{ED8161C9-53EA-45A6-A163-7AD5B497F4F4}" type="pres">
      <dgm:prSet presAssocID="{E509FF09-4868-40E6-9EBA-8BE24470FBFD}" presName="Name37" presStyleLbl="parChTrans1D3" presStyleIdx="0" presStyleCnt="1"/>
      <dgm:spPr/>
    </dgm:pt>
    <dgm:pt modelId="{F157C4C7-5A32-47D3-A67D-FAC9E7F0F225}" type="pres">
      <dgm:prSet presAssocID="{F9290ABD-A532-4418-90C4-327856DFE789}" presName="hierRoot2" presStyleCnt="0">
        <dgm:presLayoutVars>
          <dgm:hierBranch val="init"/>
        </dgm:presLayoutVars>
      </dgm:prSet>
      <dgm:spPr/>
    </dgm:pt>
    <dgm:pt modelId="{E3B93A4F-6492-4611-A614-F489F6086A89}" type="pres">
      <dgm:prSet presAssocID="{F9290ABD-A532-4418-90C4-327856DFE789}" presName="rootComposite" presStyleCnt="0"/>
      <dgm:spPr/>
    </dgm:pt>
    <dgm:pt modelId="{8CC4F642-97E8-4707-87FD-1726F9119453}" type="pres">
      <dgm:prSet presAssocID="{F9290ABD-A532-4418-90C4-327856DFE789}" presName="rootText" presStyleLbl="node3" presStyleIdx="0" presStyleCnt="1" custScaleX="193457">
        <dgm:presLayoutVars>
          <dgm:chPref val="3"/>
        </dgm:presLayoutVars>
      </dgm:prSet>
      <dgm:spPr/>
    </dgm:pt>
    <dgm:pt modelId="{CC442D1D-5D2D-4D65-84B2-5C2A17866C42}" type="pres">
      <dgm:prSet presAssocID="{F9290ABD-A532-4418-90C4-327856DFE789}" presName="rootConnector" presStyleLbl="node3" presStyleIdx="0" presStyleCnt="1"/>
      <dgm:spPr/>
    </dgm:pt>
    <dgm:pt modelId="{899D3694-64BE-4546-914B-8C5F7FB8D56A}" type="pres">
      <dgm:prSet presAssocID="{F9290ABD-A532-4418-90C4-327856DFE789}" presName="hierChild4" presStyleCnt="0"/>
      <dgm:spPr/>
    </dgm:pt>
    <dgm:pt modelId="{7292BC7A-FDAD-45EA-8BAE-8871035E9137}" type="pres">
      <dgm:prSet presAssocID="{966D2FAD-1278-4E88-91BA-E6B43F925967}" presName="Name37" presStyleLbl="parChTrans1D4" presStyleIdx="0" presStyleCnt="2"/>
      <dgm:spPr/>
    </dgm:pt>
    <dgm:pt modelId="{5B75BB54-5478-49FC-BC51-63B5F700AE84}" type="pres">
      <dgm:prSet presAssocID="{3ED39E76-EB8A-4349-AF1A-80015D978B62}" presName="hierRoot2" presStyleCnt="0">
        <dgm:presLayoutVars>
          <dgm:hierBranch val="l"/>
        </dgm:presLayoutVars>
      </dgm:prSet>
      <dgm:spPr/>
    </dgm:pt>
    <dgm:pt modelId="{28EAFC2B-1876-466F-9DEA-A38B232D21F4}" type="pres">
      <dgm:prSet presAssocID="{3ED39E76-EB8A-4349-AF1A-80015D978B62}" presName="rootComposite" presStyleCnt="0"/>
      <dgm:spPr/>
    </dgm:pt>
    <dgm:pt modelId="{5ED29ACF-1BE6-42A5-B0ED-3D2F9F5EC7D9}" type="pres">
      <dgm:prSet presAssocID="{3ED39E76-EB8A-4349-AF1A-80015D978B62}" presName="rootText" presStyleLbl="node4" presStyleIdx="0" presStyleCnt="2" custScaleX="193457">
        <dgm:presLayoutVars>
          <dgm:chPref val="3"/>
        </dgm:presLayoutVars>
      </dgm:prSet>
      <dgm:spPr/>
    </dgm:pt>
    <dgm:pt modelId="{514C6973-AFA0-4D1A-9A86-A40E0434B0C8}" type="pres">
      <dgm:prSet presAssocID="{3ED39E76-EB8A-4349-AF1A-80015D978B62}" presName="rootConnector" presStyleLbl="node4" presStyleIdx="0" presStyleCnt="2"/>
      <dgm:spPr/>
    </dgm:pt>
    <dgm:pt modelId="{4A9E920C-4C16-4C7D-9E3A-1BA433DBC03F}" type="pres">
      <dgm:prSet presAssocID="{3ED39E76-EB8A-4349-AF1A-80015D978B62}" presName="hierChild4" presStyleCnt="0"/>
      <dgm:spPr/>
    </dgm:pt>
    <dgm:pt modelId="{4D7D2B96-153F-41C4-9AA5-96648BF9DAD6}" type="pres">
      <dgm:prSet presAssocID="{AE09E64A-D5CE-407F-BEAC-FA3A6FB20639}" presName="Name50" presStyleLbl="parChTrans1D4" presStyleIdx="1" presStyleCnt="2"/>
      <dgm:spPr/>
    </dgm:pt>
    <dgm:pt modelId="{8B7ED430-D5E7-42EA-9509-63A7A1C14837}" type="pres">
      <dgm:prSet presAssocID="{B361E158-CC96-4C42-A959-27F55B9A2145}" presName="hierRoot2" presStyleCnt="0">
        <dgm:presLayoutVars>
          <dgm:hierBranch val="init"/>
        </dgm:presLayoutVars>
      </dgm:prSet>
      <dgm:spPr/>
    </dgm:pt>
    <dgm:pt modelId="{CDD279FA-4535-4E7F-8207-77431F128B07}" type="pres">
      <dgm:prSet presAssocID="{B361E158-CC96-4C42-A959-27F55B9A2145}" presName="rootComposite" presStyleCnt="0"/>
      <dgm:spPr/>
    </dgm:pt>
    <dgm:pt modelId="{61F335AE-356B-4CFF-80A1-01D5A6D90F5E}" type="pres">
      <dgm:prSet presAssocID="{B361E158-CC96-4C42-A959-27F55B9A2145}" presName="rootText" presStyleLbl="node4" presStyleIdx="1" presStyleCnt="2">
        <dgm:presLayoutVars>
          <dgm:chPref val="3"/>
        </dgm:presLayoutVars>
      </dgm:prSet>
      <dgm:spPr/>
    </dgm:pt>
    <dgm:pt modelId="{79B1CB0D-3019-4770-840F-6CC30068AD13}" type="pres">
      <dgm:prSet presAssocID="{B361E158-CC96-4C42-A959-27F55B9A2145}" presName="rootConnector" presStyleLbl="node4" presStyleIdx="1" presStyleCnt="2"/>
      <dgm:spPr/>
    </dgm:pt>
    <dgm:pt modelId="{5B297768-4D02-4B48-A4C5-1C7BD3D762A3}" type="pres">
      <dgm:prSet presAssocID="{B361E158-CC96-4C42-A959-27F55B9A2145}" presName="hierChild4" presStyleCnt="0"/>
      <dgm:spPr/>
    </dgm:pt>
    <dgm:pt modelId="{4AC9E464-086A-46E1-816A-6FB711EAE12E}" type="pres">
      <dgm:prSet presAssocID="{B361E158-CC96-4C42-A959-27F55B9A2145}" presName="hierChild5" presStyleCnt="0"/>
      <dgm:spPr/>
    </dgm:pt>
    <dgm:pt modelId="{9F918468-1B8E-422D-A76F-6057161D5219}" type="pres">
      <dgm:prSet presAssocID="{3ED39E76-EB8A-4349-AF1A-80015D978B62}" presName="hierChild5" presStyleCnt="0"/>
      <dgm:spPr/>
    </dgm:pt>
    <dgm:pt modelId="{BED2F579-9E63-400C-A13D-C9B697FDA18F}" type="pres">
      <dgm:prSet presAssocID="{F9290ABD-A532-4418-90C4-327856DFE789}" presName="hierChild5" presStyleCnt="0"/>
      <dgm:spPr/>
    </dgm:pt>
    <dgm:pt modelId="{BFF5615D-03D0-4AA7-9047-ACB3F3A1FE33}" type="pres">
      <dgm:prSet presAssocID="{C9169497-2A53-45FB-8C83-07743A7BD500}" presName="hierChild5" presStyleCnt="0"/>
      <dgm:spPr/>
    </dgm:pt>
    <dgm:pt modelId="{E0DCB92B-24CB-4D8E-8DD6-1CA69E2CA301}" type="pres">
      <dgm:prSet presAssocID="{8F295959-BB97-4827-8B81-08FAD3B0F81B}" presName="hierChild3" presStyleCnt="0"/>
      <dgm:spPr/>
    </dgm:pt>
  </dgm:ptLst>
  <dgm:cxnLst>
    <dgm:cxn modelId="{BAAF9901-7906-4DE3-9981-1088238FDAF8}" srcId="{8F295959-BB97-4827-8B81-08FAD3B0F81B}" destId="{C9169497-2A53-45FB-8C83-07743A7BD500}" srcOrd="0" destOrd="0" parTransId="{DFB816DC-DB3A-4A03-8607-8A677047066C}" sibTransId="{68D2364D-6345-4086-A45E-B0516FE0D2AB}"/>
    <dgm:cxn modelId="{0396F234-D22A-4572-ADE3-28DE59778F1D}" type="presOf" srcId="{3ED39E76-EB8A-4349-AF1A-80015D978B62}" destId="{514C6973-AFA0-4D1A-9A86-A40E0434B0C8}" srcOrd="1" destOrd="0" presId="urn:microsoft.com/office/officeart/2005/8/layout/orgChart1"/>
    <dgm:cxn modelId="{3007F204-2E74-4E80-810A-5F07FFBA2437}" type="presOf" srcId="{C9169497-2A53-45FB-8C83-07743A7BD500}" destId="{A9E0A4E8-4967-4620-B036-A668D257DB86}" srcOrd="1" destOrd="0" presId="urn:microsoft.com/office/officeart/2005/8/layout/orgChart1"/>
    <dgm:cxn modelId="{0DF4C586-65C7-4937-9DB0-D03856868A33}" type="presOf" srcId="{8F295959-BB97-4827-8B81-08FAD3B0F81B}" destId="{720ED35C-1BCD-43B6-973B-FF806E8D585D}" srcOrd="1" destOrd="0" presId="urn:microsoft.com/office/officeart/2005/8/layout/orgChart1"/>
    <dgm:cxn modelId="{EE3FBA25-5DD4-4C30-B53F-6579B951E5C3}" type="presOf" srcId="{F9290ABD-A532-4418-90C4-327856DFE789}" destId="{CC442D1D-5D2D-4D65-84B2-5C2A17866C42}" srcOrd="1" destOrd="0" presId="urn:microsoft.com/office/officeart/2005/8/layout/orgChart1"/>
    <dgm:cxn modelId="{EC6B0A89-2DA2-476A-8DE4-ECE599B653AF}" type="presOf" srcId="{B361E158-CC96-4C42-A959-27F55B9A2145}" destId="{79B1CB0D-3019-4770-840F-6CC30068AD13}" srcOrd="1" destOrd="0" presId="urn:microsoft.com/office/officeart/2005/8/layout/orgChart1"/>
    <dgm:cxn modelId="{D4301F17-7EA2-46D1-9CCF-2F72CA5ADB59}" type="presOf" srcId="{40CC02D9-2143-46CB-88B3-8D2349DA3571}" destId="{162297D6-E8DD-4457-954F-F579D1F5E2E9}" srcOrd="0" destOrd="0" presId="urn:microsoft.com/office/officeart/2005/8/layout/orgChart1"/>
    <dgm:cxn modelId="{2828004A-477F-40FA-B593-A8FB74C17DFB}" srcId="{F9290ABD-A532-4418-90C4-327856DFE789}" destId="{3ED39E76-EB8A-4349-AF1A-80015D978B62}" srcOrd="0" destOrd="0" parTransId="{966D2FAD-1278-4E88-91BA-E6B43F925967}" sibTransId="{9E73367F-A53D-46E3-B043-4D5D3C912456}"/>
    <dgm:cxn modelId="{31B9D5FD-3CB0-4980-804C-E18F551BCDD6}" type="presOf" srcId="{8F295959-BB97-4827-8B81-08FAD3B0F81B}" destId="{780744CB-CE12-4129-B28E-F7574B9C0D58}" srcOrd="0" destOrd="0" presId="urn:microsoft.com/office/officeart/2005/8/layout/orgChart1"/>
    <dgm:cxn modelId="{BACF3E54-1189-475B-BC35-3356C533E4E1}" type="presOf" srcId="{E509FF09-4868-40E6-9EBA-8BE24470FBFD}" destId="{ED8161C9-53EA-45A6-A163-7AD5B497F4F4}" srcOrd="0" destOrd="0" presId="urn:microsoft.com/office/officeart/2005/8/layout/orgChart1"/>
    <dgm:cxn modelId="{F25E94DF-F872-4902-BB23-199835E9A323}" type="presOf" srcId="{966D2FAD-1278-4E88-91BA-E6B43F925967}" destId="{7292BC7A-FDAD-45EA-8BAE-8871035E9137}" srcOrd="0" destOrd="0" presId="urn:microsoft.com/office/officeart/2005/8/layout/orgChart1"/>
    <dgm:cxn modelId="{B6D11059-744B-4E24-8404-A970FB57C993}" type="presOf" srcId="{AE09E64A-D5CE-407F-BEAC-FA3A6FB20639}" destId="{4D7D2B96-153F-41C4-9AA5-96648BF9DAD6}" srcOrd="0" destOrd="0" presId="urn:microsoft.com/office/officeart/2005/8/layout/orgChart1"/>
    <dgm:cxn modelId="{3E02AA38-256B-44C1-8764-1D1DA8867D2A}" srcId="{C9169497-2A53-45FB-8C83-07743A7BD500}" destId="{F9290ABD-A532-4418-90C4-327856DFE789}" srcOrd="0" destOrd="0" parTransId="{E509FF09-4868-40E6-9EBA-8BE24470FBFD}" sibTransId="{ACC51DDB-83E0-4A45-B65A-08EAF1E0C4A8}"/>
    <dgm:cxn modelId="{12C1FB74-3FB6-4FF8-86C7-69D1E0133BC8}" srcId="{40CC02D9-2143-46CB-88B3-8D2349DA3571}" destId="{8F295959-BB97-4827-8B81-08FAD3B0F81B}" srcOrd="0" destOrd="0" parTransId="{3AC451AF-421E-4DD3-B17A-F0A742FFEE4B}" sibTransId="{46DEA1D4-D965-4FF5-B5D4-EC7434FCF896}"/>
    <dgm:cxn modelId="{1CC2332D-ED27-49D2-A665-FB0D25857F69}" type="presOf" srcId="{3ED39E76-EB8A-4349-AF1A-80015D978B62}" destId="{5ED29ACF-1BE6-42A5-B0ED-3D2F9F5EC7D9}" srcOrd="0" destOrd="0" presId="urn:microsoft.com/office/officeart/2005/8/layout/orgChart1"/>
    <dgm:cxn modelId="{E15CEC48-64C9-4101-B648-164C8FD01779}" type="presOf" srcId="{C9169497-2A53-45FB-8C83-07743A7BD500}" destId="{B4959537-D9F3-401A-88DB-E2BC59807329}" srcOrd="0" destOrd="0" presId="urn:microsoft.com/office/officeart/2005/8/layout/orgChart1"/>
    <dgm:cxn modelId="{1A99F499-B283-4BB0-993B-76B2023F90C0}" srcId="{3ED39E76-EB8A-4349-AF1A-80015D978B62}" destId="{B361E158-CC96-4C42-A959-27F55B9A2145}" srcOrd="0" destOrd="0" parTransId="{AE09E64A-D5CE-407F-BEAC-FA3A6FB20639}" sibTransId="{25F635CA-7A8C-4D38-8EC1-C6629559D3F9}"/>
    <dgm:cxn modelId="{A27E84DB-B586-481B-91B0-274CFAAF7BD1}" type="presOf" srcId="{F9290ABD-A532-4418-90C4-327856DFE789}" destId="{8CC4F642-97E8-4707-87FD-1726F9119453}" srcOrd="0" destOrd="0" presId="urn:microsoft.com/office/officeart/2005/8/layout/orgChart1"/>
    <dgm:cxn modelId="{24302E2D-AE12-41AC-AD7B-C2643DBA1C13}" type="presOf" srcId="{DFB816DC-DB3A-4A03-8607-8A677047066C}" destId="{5D1A6348-6D62-4E1B-9058-D126A0AEBFB0}" srcOrd="0" destOrd="0" presId="urn:microsoft.com/office/officeart/2005/8/layout/orgChart1"/>
    <dgm:cxn modelId="{2DA2572E-282C-4F16-A6DE-B1AD5207D484}" type="presOf" srcId="{B361E158-CC96-4C42-A959-27F55B9A2145}" destId="{61F335AE-356B-4CFF-80A1-01D5A6D90F5E}" srcOrd="0" destOrd="0" presId="urn:microsoft.com/office/officeart/2005/8/layout/orgChart1"/>
    <dgm:cxn modelId="{F179BA2A-9E0B-4B3C-8412-CDFEB6E5C040}" type="presParOf" srcId="{162297D6-E8DD-4457-954F-F579D1F5E2E9}" destId="{5063BDE6-F321-4FAE-BEDC-7EE1A30DBC2D}" srcOrd="0" destOrd="0" presId="urn:microsoft.com/office/officeart/2005/8/layout/orgChart1"/>
    <dgm:cxn modelId="{BF4E2EBD-82B2-4288-85A2-C8DA4A6EFB07}" type="presParOf" srcId="{5063BDE6-F321-4FAE-BEDC-7EE1A30DBC2D}" destId="{AE024DA9-AEF6-4E6A-A16E-7BFF04801E56}" srcOrd="0" destOrd="0" presId="urn:microsoft.com/office/officeart/2005/8/layout/orgChart1"/>
    <dgm:cxn modelId="{2545AD11-A5D7-447E-A43F-423C190DB39E}" type="presParOf" srcId="{AE024DA9-AEF6-4E6A-A16E-7BFF04801E56}" destId="{780744CB-CE12-4129-B28E-F7574B9C0D58}" srcOrd="0" destOrd="0" presId="urn:microsoft.com/office/officeart/2005/8/layout/orgChart1"/>
    <dgm:cxn modelId="{3809B6E5-A24C-4214-9DD3-17D9D4B2EA83}" type="presParOf" srcId="{AE024DA9-AEF6-4E6A-A16E-7BFF04801E56}" destId="{720ED35C-1BCD-43B6-973B-FF806E8D585D}" srcOrd="1" destOrd="0" presId="urn:microsoft.com/office/officeart/2005/8/layout/orgChart1"/>
    <dgm:cxn modelId="{678E559B-368D-4A11-A2B5-4C4C7FA06F67}" type="presParOf" srcId="{5063BDE6-F321-4FAE-BEDC-7EE1A30DBC2D}" destId="{72FD60B9-3EC5-4B7A-A015-9DB2F3973108}" srcOrd="1" destOrd="0" presId="urn:microsoft.com/office/officeart/2005/8/layout/orgChart1"/>
    <dgm:cxn modelId="{28F4B482-8269-4C0D-A934-6FB1CCFC437C}" type="presParOf" srcId="{72FD60B9-3EC5-4B7A-A015-9DB2F3973108}" destId="{5D1A6348-6D62-4E1B-9058-D126A0AEBFB0}" srcOrd="0" destOrd="0" presId="urn:microsoft.com/office/officeart/2005/8/layout/orgChart1"/>
    <dgm:cxn modelId="{64071427-C984-4EFD-83A5-86006BFFBC66}" type="presParOf" srcId="{72FD60B9-3EC5-4B7A-A015-9DB2F3973108}" destId="{9FA5CFC8-D3F7-46A6-82C7-0E531C7EEE6D}" srcOrd="1" destOrd="0" presId="urn:microsoft.com/office/officeart/2005/8/layout/orgChart1"/>
    <dgm:cxn modelId="{6A8057AD-9606-4C58-BF3D-00A31D409EE5}" type="presParOf" srcId="{9FA5CFC8-D3F7-46A6-82C7-0E531C7EEE6D}" destId="{A00343D8-384D-4D0D-A4A2-BD6B45C984A5}" srcOrd="0" destOrd="0" presId="urn:microsoft.com/office/officeart/2005/8/layout/orgChart1"/>
    <dgm:cxn modelId="{7C40A22C-47EF-45FC-A10E-F72D7ABB18E1}" type="presParOf" srcId="{A00343D8-384D-4D0D-A4A2-BD6B45C984A5}" destId="{B4959537-D9F3-401A-88DB-E2BC59807329}" srcOrd="0" destOrd="0" presId="urn:microsoft.com/office/officeart/2005/8/layout/orgChart1"/>
    <dgm:cxn modelId="{03F61CE4-C40A-4CA8-86CC-44FCBAE301CD}" type="presParOf" srcId="{A00343D8-384D-4D0D-A4A2-BD6B45C984A5}" destId="{A9E0A4E8-4967-4620-B036-A668D257DB86}" srcOrd="1" destOrd="0" presId="urn:microsoft.com/office/officeart/2005/8/layout/orgChart1"/>
    <dgm:cxn modelId="{7108F446-E77E-4498-9419-18D296E5F800}" type="presParOf" srcId="{9FA5CFC8-D3F7-46A6-82C7-0E531C7EEE6D}" destId="{B648B779-4521-4472-A113-39C8AB607FDD}" srcOrd="1" destOrd="0" presId="urn:microsoft.com/office/officeart/2005/8/layout/orgChart1"/>
    <dgm:cxn modelId="{46819D80-1A88-4E97-B467-49B2E23FD83E}" type="presParOf" srcId="{B648B779-4521-4472-A113-39C8AB607FDD}" destId="{ED8161C9-53EA-45A6-A163-7AD5B497F4F4}" srcOrd="0" destOrd="0" presId="urn:microsoft.com/office/officeart/2005/8/layout/orgChart1"/>
    <dgm:cxn modelId="{2D097572-0E6E-4C52-B002-885184BD257B}" type="presParOf" srcId="{B648B779-4521-4472-A113-39C8AB607FDD}" destId="{F157C4C7-5A32-47D3-A67D-FAC9E7F0F225}" srcOrd="1" destOrd="0" presId="urn:microsoft.com/office/officeart/2005/8/layout/orgChart1"/>
    <dgm:cxn modelId="{FCAEC9EA-BC6F-4503-BDE1-60F7E330E962}" type="presParOf" srcId="{F157C4C7-5A32-47D3-A67D-FAC9E7F0F225}" destId="{E3B93A4F-6492-4611-A614-F489F6086A89}" srcOrd="0" destOrd="0" presId="urn:microsoft.com/office/officeart/2005/8/layout/orgChart1"/>
    <dgm:cxn modelId="{E0BBC2D7-BE78-47C1-8E5D-1085C64C2ECB}" type="presParOf" srcId="{E3B93A4F-6492-4611-A614-F489F6086A89}" destId="{8CC4F642-97E8-4707-87FD-1726F9119453}" srcOrd="0" destOrd="0" presId="urn:microsoft.com/office/officeart/2005/8/layout/orgChart1"/>
    <dgm:cxn modelId="{514F4B35-D82A-48C3-8AFC-138EFE4B0606}" type="presParOf" srcId="{E3B93A4F-6492-4611-A614-F489F6086A89}" destId="{CC442D1D-5D2D-4D65-84B2-5C2A17866C42}" srcOrd="1" destOrd="0" presId="urn:microsoft.com/office/officeart/2005/8/layout/orgChart1"/>
    <dgm:cxn modelId="{3639E881-DDAF-4CFA-A759-DF1321EFF92E}" type="presParOf" srcId="{F157C4C7-5A32-47D3-A67D-FAC9E7F0F225}" destId="{899D3694-64BE-4546-914B-8C5F7FB8D56A}" srcOrd="1" destOrd="0" presId="urn:microsoft.com/office/officeart/2005/8/layout/orgChart1"/>
    <dgm:cxn modelId="{A3F380C8-03BE-4F9F-9CC4-AD70F5BB5D86}" type="presParOf" srcId="{899D3694-64BE-4546-914B-8C5F7FB8D56A}" destId="{7292BC7A-FDAD-45EA-8BAE-8871035E9137}" srcOrd="0" destOrd="0" presId="urn:microsoft.com/office/officeart/2005/8/layout/orgChart1"/>
    <dgm:cxn modelId="{E58C8091-6D87-4475-A182-1B396F02E790}" type="presParOf" srcId="{899D3694-64BE-4546-914B-8C5F7FB8D56A}" destId="{5B75BB54-5478-49FC-BC51-63B5F700AE84}" srcOrd="1" destOrd="0" presId="urn:microsoft.com/office/officeart/2005/8/layout/orgChart1"/>
    <dgm:cxn modelId="{4998C6B2-CC37-43FF-B385-2613A2C082DA}" type="presParOf" srcId="{5B75BB54-5478-49FC-BC51-63B5F700AE84}" destId="{28EAFC2B-1876-466F-9DEA-A38B232D21F4}" srcOrd="0" destOrd="0" presId="urn:microsoft.com/office/officeart/2005/8/layout/orgChart1"/>
    <dgm:cxn modelId="{C285770A-A60E-466E-8924-23E328353F26}" type="presParOf" srcId="{28EAFC2B-1876-466F-9DEA-A38B232D21F4}" destId="{5ED29ACF-1BE6-42A5-B0ED-3D2F9F5EC7D9}" srcOrd="0" destOrd="0" presId="urn:microsoft.com/office/officeart/2005/8/layout/orgChart1"/>
    <dgm:cxn modelId="{9335071B-AF59-4827-943D-4123DAAB054D}" type="presParOf" srcId="{28EAFC2B-1876-466F-9DEA-A38B232D21F4}" destId="{514C6973-AFA0-4D1A-9A86-A40E0434B0C8}" srcOrd="1" destOrd="0" presId="urn:microsoft.com/office/officeart/2005/8/layout/orgChart1"/>
    <dgm:cxn modelId="{C74D5011-5503-4AB2-8548-BE1D62C56BF1}" type="presParOf" srcId="{5B75BB54-5478-49FC-BC51-63B5F700AE84}" destId="{4A9E920C-4C16-4C7D-9E3A-1BA433DBC03F}" srcOrd="1" destOrd="0" presId="urn:microsoft.com/office/officeart/2005/8/layout/orgChart1"/>
    <dgm:cxn modelId="{D6E3C502-76E5-4C75-9084-C4C7E46011DA}" type="presParOf" srcId="{4A9E920C-4C16-4C7D-9E3A-1BA433DBC03F}" destId="{4D7D2B96-153F-41C4-9AA5-96648BF9DAD6}" srcOrd="0" destOrd="0" presId="urn:microsoft.com/office/officeart/2005/8/layout/orgChart1"/>
    <dgm:cxn modelId="{88E8E47D-0016-4521-ADC2-553B850CB368}" type="presParOf" srcId="{4A9E920C-4C16-4C7D-9E3A-1BA433DBC03F}" destId="{8B7ED430-D5E7-42EA-9509-63A7A1C14837}" srcOrd="1" destOrd="0" presId="urn:microsoft.com/office/officeart/2005/8/layout/orgChart1"/>
    <dgm:cxn modelId="{D9437C20-8058-4C19-8D39-9973A3649659}" type="presParOf" srcId="{8B7ED430-D5E7-42EA-9509-63A7A1C14837}" destId="{CDD279FA-4535-4E7F-8207-77431F128B07}" srcOrd="0" destOrd="0" presId="urn:microsoft.com/office/officeart/2005/8/layout/orgChart1"/>
    <dgm:cxn modelId="{539975BA-68F8-4DB8-ADFC-3C0A76458572}" type="presParOf" srcId="{CDD279FA-4535-4E7F-8207-77431F128B07}" destId="{61F335AE-356B-4CFF-80A1-01D5A6D90F5E}" srcOrd="0" destOrd="0" presId="urn:microsoft.com/office/officeart/2005/8/layout/orgChart1"/>
    <dgm:cxn modelId="{18FBDDA7-D659-4074-9024-32529C14A245}" type="presParOf" srcId="{CDD279FA-4535-4E7F-8207-77431F128B07}" destId="{79B1CB0D-3019-4770-840F-6CC30068AD13}" srcOrd="1" destOrd="0" presId="urn:microsoft.com/office/officeart/2005/8/layout/orgChart1"/>
    <dgm:cxn modelId="{EAF75A42-A03B-455B-95A2-4DC13E51A3EB}" type="presParOf" srcId="{8B7ED430-D5E7-42EA-9509-63A7A1C14837}" destId="{5B297768-4D02-4B48-A4C5-1C7BD3D762A3}" srcOrd="1" destOrd="0" presId="urn:microsoft.com/office/officeart/2005/8/layout/orgChart1"/>
    <dgm:cxn modelId="{B9773256-C21C-460C-B2E1-A2560FDC072F}" type="presParOf" srcId="{8B7ED430-D5E7-42EA-9509-63A7A1C14837}" destId="{4AC9E464-086A-46E1-816A-6FB711EAE12E}" srcOrd="2" destOrd="0" presId="urn:microsoft.com/office/officeart/2005/8/layout/orgChart1"/>
    <dgm:cxn modelId="{B301843B-F02C-481F-B866-F6650F67D4B3}" type="presParOf" srcId="{5B75BB54-5478-49FC-BC51-63B5F700AE84}" destId="{9F918468-1B8E-422D-A76F-6057161D5219}" srcOrd="2" destOrd="0" presId="urn:microsoft.com/office/officeart/2005/8/layout/orgChart1"/>
    <dgm:cxn modelId="{390C9F3F-BCCD-4A47-A205-B4475526E7B7}" type="presParOf" srcId="{F157C4C7-5A32-47D3-A67D-FAC9E7F0F225}" destId="{BED2F579-9E63-400C-A13D-C9B697FDA18F}" srcOrd="2" destOrd="0" presId="urn:microsoft.com/office/officeart/2005/8/layout/orgChart1"/>
    <dgm:cxn modelId="{1C215EEC-8C04-4151-A026-63620396C9C0}" type="presParOf" srcId="{9FA5CFC8-D3F7-46A6-82C7-0E531C7EEE6D}" destId="{BFF5615D-03D0-4AA7-9047-ACB3F3A1FE33}" srcOrd="2" destOrd="0" presId="urn:microsoft.com/office/officeart/2005/8/layout/orgChart1"/>
    <dgm:cxn modelId="{8121599D-8F8C-4FC0-877E-5AF1B19BEA88}" type="presParOf" srcId="{5063BDE6-F321-4FAE-BEDC-7EE1A30DBC2D}" destId="{E0DCB92B-24CB-4D8E-8DD6-1CA69E2CA30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46E8AD-11BE-4DCD-ABD7-C0CAB7E6A7A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A93448F-185C-4412-BD09-57033AEBED25}">
      <dgm:prSet phldrT="[Text]"/>
      <dgm:spPr/>
      <dgm:t>
        <a:bodyPr/>
        <a:lstStyle/>
        <a:p>
          <a:r>
            <a:rPr lang="en-US" dirty="0"/>
            <a:t>Planning a logical file structure</a:t>
          </a:r>
        </a:p>
      </dgm:t>
    </dgm:pt>
    <dgm:pt modelId="{F490A3D1-A686-4FD5-98E5-8F67446B9678}" type="parTrans" cxnId="{2B183F56-B5FE-41B7-B77D-CF417A6A7D5B}">
      <dgm:prSet/>
      <dgm:spPr/>
      <dgm:t>
        <a:bodyPr/>
        <a:lstStyle/>
        <a:p>
          <a:endParaRPr lang="en-US"/>
        </a:p>
      </dgm:t>
    </dgm:pt>
    <dgm:pt modelId="{B4EC32D2-ED91-4F65-8372-944A1A33099F}" type="sibTrans" cxnId="{2B183F56-B5FE-41B7-B77D-CF417A6A7D5B}">
      <dgm:prSet/>
      <dgm:spPr/>
      <dgm:t>
        <a:bodyPr/>
        <a:lstStyle/>
        <a:p>
          <a:endParaRPr lang="en-US"/>
        </a:p>
      </dgm:t>
    </dgm:pt>
    <dgm:pt modelId="{21003F04-BF89-4607-B5B5-FD8BE8594E89}">
      <dgm:prSet phldrT="[Text]"/>
      <dgm:spPr/>
      <dgm:t>
        <a:bodyPr/>
        <a:lstStyle/>
        <a:p>
          <a:r>
            <a:rPr lang="en-US" dirty="0"/>
            <a:t>File names</a:t>
          </a:r>
        </a:p>
      </dgm:t>
    </dgm:pt>
    <dgm:pt modelId="{0AC54F53-0F2A-4061-B4A2-7D2C75B2421B}" type="parTrans" cxnId="{8B1CC4FC-2544-4E13-98D1-6D193F3866FF}">
      <dgm:prSet/>
      <dgm:spPr/>
      <dgm:t>
        <a:bodyPr/>
        <a:lstStyle/>
        <a:p>
          <a:endParaRPr lang="en-US"/>
        </a:p>
      </dgm:t>
    </dgm:pt>
    <dgm:pt modelId="{16C48739-F859-4C49-8112-A4817CB12A01}" type="sibTrans" cxnId="{8B1CC4FC-2544-4E13-98D1-6D193F3866FF}">
      <dgm:prSet/>
      <dgm:spPr/>
      <dgm:t>
        <a:bodyPr/>
        <a:lstStyle/>
        <a:p>
          <a:endParaRPr lang="en-US"/>
        </a:p>
      </dgm:t>
    </dgm:pt>
    <dgm:pt modelId="{F1924388-40DF-4C42-8B22-3D409C5A9F1A}">
      <dgm:prSet phldrT="[Text]"/>
      <dgm:spPr/>
      <dgm:t>
        <a:bodyPr/>
        <a:lstStyle/>
        <a:p>
          <a:r>
            <a:rPr lang="en-US" dirty="0"/>
            <a:t>File path	</a:t>
          </a:r>
        </a:p>
      </dgm:t>
    </dgm:pt>
    <dgm:pt modelId="{8A4C9066-8379-417E-A93A-81780F79A95B}" type="parTrans" cxnId="{BEF0CB5B-6D99-4B39-A40B-F945D3AE8E7D}">
      <dgm:prSet/>
      <dgm:spPr/>
      <dgm:t>
        <a:bodyPr/>
        <a:lstStyle/>
        <a:p>
          <a:endParaRPr lang="en-US"/>
        </a:p>
      </dgm:t>
    </dgm:pt>
    <dgm:pt modelId="{F4C79D8D-0AE9-4A2D-AAE8-35F0B422117A}" type="sibTrans" cxnId="{BEF0CB5B-6D99-4B39-A40B-F945D3AE8E7D}">
      <dgm:prSet/>
      <dgm:spPr/>
      <dgm:t>
        <a:bodyPr/>
        <a:lstStyle/>
        <a:p>
          <a:endParaRPr lang="en-US"/>
        </a:p>
      </dgm:t>
    </dgm:pt>
    <dgm:pt modelId="{AF77E811-9BC2-41F1-92E0-FA8B366448B7}">
      <dgm:prSet phldrT="[Text]"/>
      <dgm:spPr/>
      <dgm:t>
        <a:bodyPr/>
        <a:lstStyle/>
        <a:p>
          <a:r>
            <a:rPr lang="en-US" dirty="0"/>
            <a:t>Network drives</a:t>
          </a:r>
        </a:p>
      </dgm:t>
    </dgm:pt>
    <dgm:pt modelId="{B6DC0940-935E-45DC-BCE0-35E4E3974C71}" type="parTrans" cxnId="{982EDC7F-8649-4C00-AE5B-0CBE153C897C}">
      <dgm:prSet/>
      <dgm:spPr/>
      <dgm:t>
        <a:bodyPr/>
        <a:lstStyle/>
        <a:p>
          <a:endParaRPr lang="en-US"/>
        </a:p>
      </dgm:t>
    </dgm:pt>
    <dgm:pt modelId="{77F3806E-768F-41AB-8482-3D2884DE1AE0}" type="sibTrans" cxnId="{982EDC7F-8649-4C00-AE5B-0CBE153C897C}">
      <dgm:prSet/>
      <dgm:spPr/>
      <dgm:t>
        <a:bodyPr/>
        <a:lstStyle/>
        <a:p>
          <a:endParaRPr lang="en-US"/>
        </a:p>
      </dgm:t>
    </dgm:pt>
    <dgm:pt modelId="{A360FC3B-1799-4841-A511-6CAF64CA5F41}">
      <dgm:prSet phldrT="[Text]"/>
      <dgm:spPr/>
      <dgm:t>
        <a:bodyPr/>
        <a:lstStyle/>
        <a:p>
          <a:r>
            <a:rPr lang="en-US" dirty="0"/>
            <a:t>Common file types and extensions</a:t>
          </a:r>
        </a:p>
      </dgm:t>
    </dgm:pt>
    <dgm:pt modelId="{76E52016-5169-48B9-B15B-0355653972F0}" type="parTrans" cxnId="{06946242-6A42-4A68-BBB9-6E1E54813264}">
      <dgm:prSet/>
      <dgm:spPr/>
      <dgm:t>
        <a:bodyPr/>
        <a:lstStyle/>
        <a:p>
          <a:endParaRPr lang="en-US"/>
        </a:p>
      </dgm:t>
    </dgm:pt>
    <dgm:pt modelId="{676ECD72-1C66-4B8C-B092-17913A19E3BC}" type="sibTrans" cxnId="{06946242-6A42-4A68-BBB9-6E1E54813264}">
      <dgm:prSet/>
      <dgm:spPr/>
      <dgm:t>
        <a:bodyPr/>
        <a:lstStyle/>
        <a:p>
          <a:endParaRPr lang="en-US"/>
        </a:p>
      </dgm:t>
    </dgm:pt>
    <dgm:pt modelId="{05419401-3EEF-41E8-89F0-3BF08440E9CF}">
      <dgm:prSet/>
      <dgm:spPr/>
      <dgm:t>
        <a:bodyPr/>
        <a:lstStyle/>
        <a:p>
          <a:r>
            <a:rPr lang="en-US" dirty="0"/>
            <a:t>File properties</a:t>
          </a:r>
        </a:p>
      </dgm:t>
    </dgm:pt>
    <dgm:pt modelId="{00AC8B28-0B34-42DD-87B3-429CF47576C1}" type="parTrans" cxnId="{DD45C997-1EC7-4D63-B961-510A79203510}">
      <dgm:prSet/>
      <dgm:spPr/>
      <dgm:t>
        <a:bodyPr/>
        <a:lstStyle/>
        <a:p>
          <a:endParaRPr lang="en-US"/>
        </a:p>
      </dgm:t>
    </dgm:pt>
    <dgm:pt modelId="{663F8997-E9BF-4D91-946A-811E92946056}" type="sibTrans" cxnId="{DD45C997-1EC7-4D63-B961-510A79203510}">
      <dgm:prSet/>
      <dgm:spPr/>
      <dgm:t>
        <a:bodyPr/>
        <a:lstStyle/>
        <a:p>
          <a:endParaRPr lang="en-US"/>
        </a:p>
      </dgm:t>
    </dgm:pt>
    <dgm:pt modelId="{DDA45664-B387-481F-B1BB-4AC87859A5C8}">
      <dgm:prSet/>
      <dgm:spPr/>
      <dgm:t>
        <a:bodyPr/>
        <a:lstStyle/>
        <a:p>
          <a:r>
            <a:rPr lang="en-US"/>
            <a:t>Recycle Bin</a:t>
          </a:r>
          <a:endParaRPr lang="en-US" dirty="0"/>
        </a:p>
      </dgm:t>
    </dgm:pt>
    <dgm:pt modelId="{5B5863A7-0F8C-467B-A54C-BECB1EA73F1B}" type="parTrans" cxnId="{641AC97E-78FE-477F-9E0F-A84CB54D5C17}">
      <dgm:prSet/>
      <dgm:spPr/>
      <dgm:t>
        <a:bodyPr/>
        <a:lstStyle/>
        <a:p>
          <a:endParaRPr lang="en-US"/>
        </a:p>
      </dgm:t>
    </dgm:pt>
    <dgm:pt modelId="{20674860-DA10-49DB-B459-49928A3A056F}" type="sibTrans" cxnId="{641AC97E-78FE-477F-9E0F-A84CB54D5C17}">
      <dgm:prSet/>
      <dgm:spPr/>
      <dgm:t>
        <a:bodyPr/>
        <a:lstStyle/>
        <a:p>
          <a:endParaRPr lang="en-US"/>
        </a:p>
      </dgm:t>
    </dgm:pt>
    <dgm:pt modelId="{940E6AC5-AE68-44BF-A4A9-FF8420DD34BE}">
      <dgm:prSet/>
      <dgm:spPr/>
      <dgm:t>
        <a:bodyPr/>
        <a:lstStyle/>
        <a:p>
          <a:r>
            <a:rPr lang="en-US" dirty="0"/>
            <a:t>Shortcuts</a:t>
          </a:r>
        </a:p>
      </dgm:t>
    </dgm:pt>
    <dgm:pt modelId="{5434D0A5-8945-4A3F-9AD2-EE9F2E765239}" type="parTrans" cxnId="{77168B61-212E-4926-B2AC-D31011C71C31}">
      <dgm:prSet/>
      <dgm:spPr/>
      <dgm:t>
        <a:bodyPr/>
        <a:lstStyle/>
        <a:p>
          <a:endParaRPr lang="en-US"/>
        </a:p>
      </dgm:t>
    </dgm:pt>
    <dgm:pt modelId="{4B669842-1F40-4444-8A21-61A7EFE891DD}" type="sibTrans" cxnId="{77168B61-212E-4926-B2AC-D31011C71C31}">
      <dgm:prSet/>
      <dgm:spPr/>
      <dgm:t>
        <a:bodyPr/>
        <a:lstStyle/>
        <a:p>
          <a:endParaRPr lang="en-US"/>
        </a:p>
      </dgm:t>
    </dgm:pt>
    <dgm:pt modelId="{A028D2AE-8216-4D45-9574-51A6BB89958A}">
      <dgm:prSet/>
      <dgm:spPr/>
      <dgm:t>
        <a:bodyPr/>
        <a:lstStyle/>
        <a:p>
          <a:r>
            <a:rPr lang="en-US" dirty="0"/>
            <a:t>Convert file types</a:t>
          </a:r>
        </a:p>
      </dgm:t>
    </dgm:pt>
    <dgm:pt modelId="{EB84AF68-7ACD-4D82-81DB-B6D5344FA10E}" type="parTrans" cxnId="{5F6840BD-4DEA-4C34-96FA-7F9801926A7C}">
      <dgm:prSet/>
      <dgm:spPr/>
      <dgm:t>
        <a:bodyPr/>
        <a:lstStyle/>
        <a:p>
          <a:endParaRPr lang="en-US"/>
        </a:p>
      </dgm:t>
    </dgm:pt>
    <dgm:pt modelId="{25AB0C32-974B-4E89-B61A-1D3F5D27699A}" type="sibTrans" cxnId="{5F6840BD-4DEA-4C34-96FA-7F9801926A7C}">
      <dgm:prSet/>
      <dgm:spPr/>
      <dgm:t>
        <a:bodyPr/>
        <a:lstStyle/>
        <a:p>
          <a:endParaRPr lang="en-US"/>
        </a:p>
      </dgm:t>
    </dgm:pt>
    <dgm:pt modelId="{CB3E1FB1-A0A5-4F4A-917A-F710AD2AE23F}" type="pres">
      <dgm:prSet presAssocID="{7846E8AD-11BE-4DCD-ABD7-C0CAB7E6A7A2}" presName="diagram" presStyleCnt="0">
        <dgm:presLayoutVars>
          <dgm:dir/>
          <dgm:resizeHandles val="exact"/>
        </dgm:presLayoutVars>
      </dgm:prSet>
      <dgm:spPr/>
    </dgm:pt>
    <dgm:pt modelId="{222D1CB3-A1BA-4478-947C-4160DABCED2A}" type="pres">
      <dgm:prSet presAssocID="{AA93448F-185C-4412-BD09-57033AEBED25}" presName="node" presStyleLbl="node1" presStyleIdx="0" presStyleCnt="9">
        <dgm:presLayoutVars>
          <dgm:bulletEnabled val="1"/>
        </dgm:presLayoutVars>
      </dgm:prSet>
      <dgm:spPr/>
    </dgm:pt>
    <dgm:pt modelId="{2C8DA058-1307-4CD0-A621-6DA243C8B90E}" type="pres">
      <dgm:prSet presAssocID="{B4EC32D2-ED91-4F65-8372-944A1A33099F}" presName="sibTrans" presStyleCnt="0"/>
      <dgm:spPr/>
    </dgm:pt>
    <dgm:pt modelId="{5AA933B0-CD94-4DA5-9FE2-67B9982E08E5}" type="pres">
      <dgm:prSet presAssocID="{21003F04-BF89-4607-B5B5-FD8BE8594E89}" presName="node" presStyleLbl="node1" presStyleIdx="1" presStyleCnt="9">
        <dgm:presLayoutVars>
          <dgm:bulletEnabled val="1"/>
        </dgm:presLayoutVars>
      </dgm:prSet>
      <dgm:spPr/>
    </dgm:pt>
    <dgm:pt modelId="{85DCE26D-9D75-45BA-B311-A501C46AFCB7}" type="pres">
      <dgm:prSet presAssocID="{16C48739-F859-4C49-8112-A4817CB12A01}" presName="sibTrans" presStyleCnt="0"/>
      <dgm:spPr/>
    </dgm:pt>
    <dgm:pt modelId="{80C05FD7-0823-4136-8BA7-C618C39CE950}" type="pres">
      <dgm:prSet presAssocID="{F1924388-40DF-4C42-8B22-3D409C5A9F1A}" presName="node" presStyleLbl="node1" presStyleIdx="2" presStyleCnt="9">
        <dgm:presLayoutVars>
          <dgm:bulletEnabled val="1"/>
        </dgm:presLayoutVars>
      </dgm:prSet>
      <dgm:spPr/>
    </dgm:pt>
    <dgm:pt modelId="{C097285D-95E5-43B3-990A-2791D2BF5FAD}" type="pres">
      <dgm:prSet presAssocID="{F4C79D8D-0AE9-4A2D-AAE8-35F0B422117A}" presName="sibTrans" presStyleCnt="0"/>
      <dgm:spPr/>
    </dgm:pt>
    <dgm:pt modelId="{3F128437-CD0B-4693-A07D-E13DE85035B6}" type="pres">
      <dgm:prSet presAssocID="{AF77E811-9BC2-41F1-92E0-FA8B366448B7}" presName="node" presStyleLbl="node1" presStyleIdx="3" presStyleCnt="9">
        <dgm:presLayoutVars>
          <dgm:bulletEnabled val="1"/>
        </dgm:presLayoutVars>
      </dgm:prSet>
      <dgm:spPr/>
    </dgm:pt>
    <dgm:pt modelId="{3112EB86-78DC-4072-8AC3-E3FA199D8DFA}" type="pres">
      <dgm:prSet presAssocID="{77F3806E-768F-41AB-8482-3D2884DE1AE0}" presName="sibTrans" presStyleCnt="0"/>
      <dgm:spPr/>
    </dgm:pt>
    <dgm:pt modelId="{EBB8D4B3-F8F5-464C-B4F2-052E98810690}" type="pres">
      <dgm:prSet presAssocID="{A360FC3B-1799-4841-A511-6CAF64CA5F41}" presName="node" presStyleLbl="node1" presStyleIdx="4" presStyleCnt="9">
        <dgm:presLayoutVars>
          <dgm:bulletEnabled val="1"/>
        </dgm:presLayoutVars>
      </dgm:prSet>
      <dgm:spPr/>
    </dgm:pt>
    <dgm:pt modelId="{F78DA6DD-4960-4AA4-B930-FDE3A9EAEC97}" type="pres">
      <dgm:prSet presAssocID="{676ECD72-1C66-4B8C-B092-17913A19E3BC}" presName="sibTrans" presStyleCnt="0"/>
      <dgm:spPr/>
    </dgm:pt>
    <dgm:pt modelId="{E087A996-6E04-4D25-83F5-4B040D03AECC}" type="pres">
      <dgm:prSet presAssocID="{05419401-3EEF-41E8-89F0-3BF08440E9CF}" presName="node" presStyleLbl="node1" presStyleIdx="5" presStyleCnt="9">
        <dgm:presLayoutVars>
          <dgm:bulletEnabled val="1"/>
        </dgm:presLayoutVars>
      </dgm:prSet>
      <dgm:spPr/>
    </dgm:pt>
    <dgm:pt modelId="{C92FC56F-8CA8-4E45-810D-FAE1A53B4EB9}" type="pres">
      <dgm:prSet presAssocID="{663F8997-E9BF-4D91-946A-811E92946056}" presName="sibTrans" presStyleCnt="0"/>
      <dgm:spPr/>
    </dgm:pt>
    <dgm:pt modelId="{404EA5DA-21A6-4A8E-A891-A0C20E69E03E}" type="pres">
      <dgm:prSet presAssocID="{DDA45664-B387-481F-B1BB-4AC87859A5C8}" presName="node" presStyleLbl="node1" presStyleIdx="6" presStyleCnt="9">
        <dgm:presLayoutVars>
          <dgm:bulletEnabled val="1"/>
        </dgm:presLayoutVars>
      </dgm:prSet>
      <dgm:spPr/>
    </dgm:pt>
    <dgm:pt modelId="{D3F019A9-124B-4A32-AF38-76154AC5355C}" type="pres">
      <dgm:prSet presAssocID="{20674860-DA10-49DB-B459-49928A3A056F}" presName="sibTrans" presStyleCnt="0"/>
      <dgm:spPr/>
    </dgm:pt>
    <dgm:pt modelId="{39F4F93A-FC20-4973-8AE0-BC306D478B69}" type="pres">
      <dgm:prSet presAssocID="{940E6AC5-AE68-44BF-A4A9-FF8420DD34BE}" presName="node" presStyleLbl="node1" presStyleIdx="7" presStyleCnt="9">
        <dgm:presLayoutVars>
          <dgm:bulletEnabled val="1"/>
        </dgm:presLayoutVars>
      </dgm:prSet>
      <dgm:spPr/>
    </dgm:pt>
    <dgm:pt modelId="{4A9EA286-3781-4C9F-B7ED-89996015F81B}" type="pres">
      <dgm:prSet presAssocID="{4B669842-1F40-4444-8A21-61A7EFE891DD}" presName="sibTrans" presStyleCnt="0"/>
      <dgm:spPr/>
    </dgm:pt>
    <dgm:pt modelId="{20FEC2DC-472F-4B15-9BC7-3273341407C6}" type="pres">
      <dgm:prSet presAssocID="{A028D2AE-8216-4D45-9574-51A6BB89958A}" presName="node" presStyleLbl="node1" presStyleIdx="8" presStyleCnt="9">
        <dgm:presLayoutVars>
          <dgm:bulletEnabled val="1"/>
        </dgm:presLayoutVars>
      </dgm:prSet>
      <dgm:spPr/>
    </dgm:pt>
  </dgm:ptLst>
  <dgm:cxnLst>
    <dgm:cxn modelId="{C36BBDB3-D77F-439B-900D-2DAF710CA1CA}" type="presOf" srcId="{AF77E811-9BC2-41F1-92E0-FA8B366448B7}" destId="{3F128437-CD0B-4693-A07D-E13DE85035B6}" srcOrd="0" destOrd="0" presId="urn:microsoft.com/office/officeart/2005/8/layout/default"/>
    <dgm:cxn modelId="{7B2CF38D-6732-4F8C-981B-826E737591E6}" type="presOf" srcId="{05419401-3EEF-41E8-89F0-3BF08440E9CF}" destId="{E087A996-6E04-4D25-83F5-4B040D03AECC}" srcOrd="0" destOrd="0" presId="urn:microsoft.com/office/officeart/2005/8/layout/default"/>
    <dgm:cxn modelId="{CC405535-2486-4483-8325-95F3BDC7B20F}" type="presOf" srcId="{AA93448F-185C-4412-BD09-57033AEBED25}" destId="{222D1CB3-A1BA-4478-947C-4160DABCED2A}" srcOrd="0" destOrd="0" presId="urn:microsoft.com/office/officeart/2005/8/layout/default"/>
    <dgm:cxn modelId="{2B183F56-B5FE-41B7-B77D-CF417A6A7D5B}" srcId="{7846E8AD-11BE-4DCD-ABD7-C0CAB7E6A7A2}" destId="{AA93448F-185C-4412-BD09-57033AEBED25}" srcOrd="0" destOrd="0" parTransId="{F490A3D1-A686-4FD5-98E5-8F67446B9678}" sibTransId="{B4EC32D2-ED91-4F65-8372-944A1A33099F}"/>
    <dgm:cxn modelId="{490A318D-A11C-470E-A9D9-99933C61BE97}" type="presOf" srcId="{7846E8AD-11BE-4DCD-ABD7-C0CAB7E6A7A2}" destId="{CB3E1FB1-A0A5-4F4A-917A-F710AD2AE23F}" srcOrd="0" destOrd="0" presId="urn:microsoft.com/office/officeart/2005/8/layout/default"/>
    <dgm:cxn modelId="{641AC97E-78FE-477F-9E0F-A84CB54D5C17}" srcId="{7846E8AD-11BE-4DCD-ABD7-C0CAB7E6A7A2}" destId="{DDA45664-B387-481F-B1BB-4AC87859A5C8}" srcOrd="6" destOrd="0" parTransId="{5B5863A7-0F8C-467B-A54C-BECB1EA73F1B}" sibTransId="{20674860-DA10-49DB-B459-49928A3A056F}"/>
    <dgm:cxn modelId="{5F6840BD-4DEA-4C34-96FA-7F9801926A7C}" srcId="{7846E8AD-11BE-4DCD-ABD7-C0CAB7E6A7A2}" destId="{A028D2AE-8216-4D45-9574-51A6BB89958A}" srcOrd="8" destOrd="0" parTransId="{EB84AF68-7ACD-4D82-81DB-B6D5344FA10E}" sibTransId="{25AB0C32-974B-4E89-B61A-1D3F5D27699A}"/>
    <dgm:cxn modelId="{F2CD5C49-F989-4E34-AE50-F6E7A64D9079}" type="presOf" srcId="{DDA45664-B387-481F-B1BB-4AC87859A5C8}" destId="{404EA5DA-21A6-4A8E-A891-A0C20E69E03E}" srcOrd="0" destOrd="0" presId="urn:microsoft.com/office/officeart/2005/8/layout/default"/>
    <dgm:cxn modelId="{A89E1250-4564-4C1E-8F4C-B65EFD11184F}" type="presOf" srcId="{21003F04-BF89-4607-B5B5-FD8BE8594E89}" destId="{5AA933B0-CD94-4DA5-9FE2-67B9982E08E5}" srcOrd="0" destOrd="0" presId="urn:microsoft.com/office/officeart/2005/8/layout/default"/>
    <dgm:cxn modelId="{DD45C997-1EC7-4D63-B961-510A79203510}" srcId="{7846E8AD-11BE-4DCD-ABD7-C0CAB7E6A7A2}" destId="{05419401-3EEF-41E8-89F0-3BF08440E9CF}" srcOrd="5" destOrd="0" parTransId="{00AC8B28-0B34-42DD-87B3-429CF47576C1}" sibTransId="{663F8997-E9BF-4D91-946A-811E92946056}"/>
    <dgm:cxn modelId="{8B1CC4FC-2544-4E13-98D1-6D193F3866FF}" srcId="{7846E8AD-11BE-4DCD-ABD7-C0CAB7E6A7A2}" destId="{21003F04-BF89-4607-B5B5-FD8BE8594E89}" srcOrd="1" destOrd="0" parTransId="{0AC54F53-0F2A-4061-B4A2-7D2C75B2421B}" sibTransId="{16C48739-F859-4C49-8112-A4817CB12A01}"/>
    <dgm:cxn modelId="{1D5E1FF0-D7FD-47D1-AB69-390E5BADF809}" type="presOf" srcId="{940E6AC5-AE68-44BF-A4A9-FF8420DD34BE}" destId="{39F4F93A-FC20-4973-8AE0-BC306D478B69}" srcOrd="0" destOrd="0" presId="urn:microsoft.com/office/officeart/2005/8/layout/default"/>
    <dgm:cxn modelId="{D7E9C124-5363-4A1B-AF65-35D5F71C15E0}" type="presOf" srcId="{A360FC3B-1799-4841-A511-6CAF64CA5F41}" destId="{EBB8D4B3-F8F5-464C-B4F2-052E98810690}" srcOrd="0" destOrd="0" presId="urn:microsoft.com/office/officeart/2005/8/layout/default"/>
    <dgm:cxn modelId="{CFC70420-BB56-4E40-8F61-217EEC8FE4D2}" type="presOf" srcId="{A028D2AE-8216-4D45-9574-51A6BB89958A}" destId="{20FEC2DC-472F-4B15-9BC7-3273341407C6}" srcOrd="0" destOrd="0" presId="urn:microsoft.com/office/officeart/2005/8/layout/default"/>
    <dgm:cxn modelId="{06946242-6A42-4A68-BBB9-6E1E54813264}" srcId="{7846E8AD-11BE-4DCD-ABD7-C0CAB7E6A7A2}" destId="{A360FC3B-1799-4841-A511-6CAF64CA5F41}" srcOrd="4" destOrd="0" parTransId="{76E52016-5169-48B9-B15B-0355653972F0}" sibTransId="{676ECD72-1C66-4B8C-B092-17913A19E3BC}"/>
    <dgm:cxn modelId="{BEF0CB5B-6D99-4B39-A40B-F945D3AE8E7D}" srcId="{7846E8AD-11BE-4DCD-ABD7-C0CAB7E6A7A2}" destId="{F1924388-40DF-4C42-8B22-3D409C5A9F1A}" srcOrd="2" destOrd="0" parTransId="{8A4C9066-8379-417E-A93A-81780F79A95B}" sibTransId="{F4C79D8D-0AE9-4A2D-AAE8-35F0B422117A}"/>
    <dgm:cxn modelId="{77168B61-212E-4926-B2AC-D31011C71C31}" srcId="{7846E8AD-11BE-4DCD-ABD7-C0CAB7E6A7A2}" destId="{940E6AC5-AE68-44BF-A4A9-FF8420DD34BE}" srcOrd="7" destOrd="0" parTransId="{5434D0A5-8945-4A3F-9AD2-EE9F2E765239}" sibTransId="{4B669842-1F40-4444-8A21-61A7EFE891DD}"/>
    <dgm:cxn modelId="{982EDC7F-8649-4C00-AE5B-0CBE153C897C}" srcId="{7846E8AD-11BE-4DCD-ABD7-C0CAB7E6A7A2}" destId="{AF77E811-9BC2-41F1-92E0-FA8B366448B7}" srcOrd="3" destOrd="0" parTransId="{B6DC0940-935E-45DC-BCE0-35E4E3974C71}" sibTransId="{77F3806E-768F-41AB-8482-3D2884DE1AE0}"/>
    <dgm:cxn modelId="{CDB3A8AD-8695-41AA-B441-B04787918067}" type="presOf" srcId="{F1924388-40DF-4C42-8B22-3D409C5A9F1A}" destId="{80C05FD7-0823-4136-8BA7-C618C39CE950}" srcOrd="0" destOrd="0" presId="urn:microsoft.com/office/officeart/2005/8/layout/default"/>
    <dgm:cxn modelId="{DBEFBDD1-CDC8-48C1-8DF0-93D4EA8A5E38}" type="presParOf" srcId="{CB3E1FB1-A0A5-4F4A-917A-F710AD2AE23F}" destId="{222D1CB3-A1BA-4478-947C-4160DABCED2A}" srcOrd="0" destOrd="0" presId="urn:microsoft.com/office/officeart/2005/8/layout/default"/>
    <dgm:cxn modelId="{0625CB0E-41D0-40E2-B9C3-4C0972DC0464}" type="presParOf" srcId="{CB3E1FB1-A0A5-4F4A-917A-F710AD2AE23F}" destId="{2C8DA058-1307-4CD0-A621-6DA243C8B90E}" srcOrd="1" destOrd="0" presId="urn:microsoft.com/office/officeart/2005/8/layout/default"/>
    <dgm:cxn modelId="{5D28EBD4-0BA9-4957-A5F7-6F870E39F5ED}" type="presParOf" srcId="{CB3E1FB1-A0A5-4F4A-917A-F710AD2AE23F}" destId="{5AA933B0-CD94-4DA5-9FE2-67B9982E08E5}" srcOrd="2" destOrd="0" presId="urn:microsoft.com/office/officeart/2005/8/layout/default"/>
    <dgm:cxn modelId="{BBCCB8DB-2828-42AD-9D80-7F7A3FEA0B81}" type="presParOf" srcId="{CB3E1FB1-A0A5-4F4A-917A-F710AD2AE23F}" destId="{85DCE26D-9D75-45BA-B311-A501C46AFCB7}" srcOrd="3" destOrd="0" presId="urn:microsoft.com/office/officeart/2005/8/layout/default"/>
    <dgm:cxn modelId="{C7FDE1AF-4F36-452E-A0FF-33BA023CC36D}" type="presParOf" srcId="{CB3E1FB1-A0A5-4F4A-917A-F710AD2AE23F}" destId="{80C05FD7-0823-4136-8BA7-C618C39CE950}" srcOrd="4" destOrd="0" presId="urn:microsoft.com/office/officeart/2005/8/layout/default"/>
    <dgm:cxn modelId="{8E9FFC5C-3DA9-4A8C-B824-B7EA3CBFD42B}" type="presParOf" srcId="{CB3E1FB1-A0A5-4F4A-917A-F710AD2AE23F}" destId="{C097285D-95E5-43B3-990A-2791D2BF5FAD}" srcOrd="5" destOrd="0" presId="urn:microsoft.com/office/officeart/2005/8/layout/default"/>
    <dgm:cxn modelId="{5A195751-5F5E-4F8E-B671-6465834CBD31}" type="presParOf" srcId="{CB3E1FB1-A0A5-4F4A-917A-F710AD2AE23F}" destId="{3F128437-CD0B-4693-A07D-E13DE85035B6}" srcOrd="6" destOrd="0" presId="urn:microsoft.com/office/officeart/2005/8/layout/default"/>
    <dgm:cxn modelId="{9B46D17D-43C5-4F43-ABE2-29D06BA24B6B}" type="presParOf" srcId="{CB3E1FB1-A0A5-4F4A-917A-F710AD2AE23F}" destId="{3112EB86-78DC-4072-8AC3-E3FA199D8DFA}" srcOrd="7" destOrd="0" presId="urn:microsoft.com/office/officeart/2005/8/layout/default"/>
    <dgm:cxn modelId="{91A8BF96-0DEC-4C3C-A860-2F66B6D145CD}" type="presParOf" srcId="{CB3E1FB1-A0A5-4F4A-917A-F710AD2AE23F}" destId="{EBB8D4B3-F8F5-464C-B4F2-052E98810690}" srcOrd="8" destOrd="0" presId="urn:microsoft.com/office/officeart/2005/8/layout/default"/>
    <dgm:cxn modelId="{2D7345F7-ED46-4F78-9E7B-1B0668940FD8}" type="presParOf" srcId="{CB3E1FB1-A0A5-4F4A-917A-F710AD2AE23F}" destId="{F78DA6DD-4960-4AA4-B930-FDE3A9EAEC97}" srcOrd="9" destOrd="0" presId="urn:microsoft.com/office/officeart/2005/8/layout/default"/>
    <dgm:cxn modelId="{7699FFDD-68CF-4AEB-AD9A-3EBF889FAEA1}" type="presParOf" srcId="{CB3E1FB1-A0A5-4F4A-917A-F710AD2AE23F}" destId="{E087A996-6E04-4D25-83F5-4B040D03AECC}" srcOrd="10" destOrd="0" presId="urn:microsoft.com/office/officeart/2005/8/layout/default"/>
    <dgm:cxn modelId="{83415414-282E-4C1B-AABD-29408B2CC35E}" type="presParOf" srcId="{CB3E1FB1-A0A5-4F4A-917A-F710AD2AE23F}" destId="{C92FC56F-8CA8-4E45-810D-FAE1A53B4EB9}" srcOrd="11" destOrd="0" presId="urn:microsoft.com/office/officeart/2005/8/layout/default"/>
    <dgm:cxn modelId="{AB8BC378-AE7F-43F2-B219-2493DE6A90D6}" type="presParOf" srcId="{CB3E1FB1-A0A5-4F4A-917A-F710AD2AE23F}" destId="{404EA5DA-21A6-4A8E-A891-A0C20E69E03E}" srcOrd="12" destOrd="0" presId="urn:microsoft.com/office/officeart/2005/8/layout/default"/>
    <dgm:cxn modelId="{96590ED2-CC82-4C6C-A7E5-88B26497AF6E}" type="presParOf" srcId="{CB3E1FB1-A0A5-4F4A-917A-F710AD2AE23F}" destId="{D3F019A9-124B-4A32-AF38-76154AC5355C}" srcOrd="13" destOrd="0" presId="urn:microsoft.com/office/officeart/2005/8/layout/default"/>
    <dgm:cxn modelId="{4982DDD6-E162-4CB0-B73F-670F1237ECBA}" type="presParOf" srcId="{CB3E1FB1-A0A5-4F4A-917A-F710AD2AE23F}" destId="{39F4F93A-FC20-4973-8AE0-BC306D478B69}" srcOrd="14" destOrd="0" presId="urn:microsoft.com/office/officeart/2005/8/layout/default"/>
    <dgm:cxn modelId="{D9612056-57FB-41B8-B012-723E09E0567D}" type="presParOf" srcId="{CB3E1FB1-A0A5-4F4A-917A-F710AD2AE23F}" destId="{4A9EA286-3781-4C9F-B7ED-89996015F81B}" srcOrd="15" destOrd="0" presId="urn:microsoft.com/office/officeart/2005/8/layout/default"/>
    <dgm:cxn modelId="{7278B898-3525-46AB-8CCC-A748E73DF6E2}" type="presParOf" srcId="{CB3E1FB1-A0A5-4F4A-917A-F710AD2AE23F}" destId="{20FEC2DC-472F-4B15-9BC7-3273341407C6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7D2B96-153F-41C4-9AA5-96648BF9DAD6}">
      <dsp:nvSpPr>
        <dsp:cNvPr id="0" name=""/>
        <dsp:cNvSpPr/>
      </dsp:nvSpPr>
      <dsp:spPr>
        <a:xfrm>
          <a:off x="1925890" y="2488175"/>
          <a:ext cx="274208" cy="434673"/>
        </a:xfrm>
        <a:custGeom>
          <a:avLst/>
          <a:gdLst/>
          <a:ahLst/>
          <a:cxnLst/>
          <a:rect l="0" t="0" r="0" b="0"/>
          <a:pathLst>
            <a:path>
              <a:moveTo>
                <a:pt x="274208" y="0"/>
              </a:moveTo>
              <a:lnTo>
                <a:pt x="274208" y="434673"/>
              </a:lnTo>
              <a:lnTo>
                <a:pt x="0" y="434673"/>
              </a:lnTo>
            </a:path>
          </a:pathLst>
        </a:custGeom>
        <a:noFill/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92BC7A-FDAD-45EA-8BAE-8871035E9137}">
      <dsp:nvSpPr>
        <dsp:cNvPr id="0" name=""/>
        <dsp:cNvSpPr/>
      </dsp:nvSpPr>
      <dsp:spPr>
        <a:xfrm>
          <a:off x="1423155" y="1817265"/>
          <a:ext cx="91440" cy="1984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8438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8161C9-53EA-45A6-A163-7AD5B497F4F4}">
      <dsp:nvSpPr>
        <dsp:cNvPr id="0" name=""/>
        <dsp:cNvSpPr/>
      </dsp:nvSpPr>
      <dsp:spPr>
        <a:xfrm>
          <a:off x="1423155" y="1146356"/>
          <a:ext cx="91440" cy="1984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8438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1A6348-6D62-4E1B-9058-D126A0AEBFB0}">
      <dsp:nvSpPr>
        <dsp:cNvPr id="0" name=""/>
        <dsp:cNvSpPr/>
      </dsp:nvSpPr>
      <dsp:spPr>
        <a:xfrm>
          <a:off x="1423155" y="475446"/>
          <a:ext cx="91440" cy="1984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8438"/>
              </a:lnTo>
            </a:path>
          </a:pathLst>
        </a:custGeom>
        <a:noFill/>
        <a:ln w="1587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0744CB-CE12-4129-B28E-F7574B9C0D58}">
      <dsp:nvSpPr>
        <dsp:cNvPr id="0" name=""/>
        <dsp:cNvSpPr/>
      </dsp:nvSpPr>
      <dsp:spPr>
        <a:xfrm>
          <a:off x="554846" y="2974"/>
          <a:ext cx="1828059" cy="472471"/>
        </a:xfrm>
        <a:prstGeom prst="rect">
          <a:avLst/>
        </a:prstGeom>
        <a:solidFill>
          <a:srgbClr val="C00000"/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D drive</a:t>
          </a:r>
        </a:p>
      </dsp:txBody>
      <dsp:txXfrm>
        <a:off x="554846" y="2974"/>
        <a:ext cx="1828059" cy="472471"/>
      </dsp:txXfrm>
    </dsp:sp>
    <dsp:sp modelId="{B4959537-D9F3-401A-88DB-E2BC59807329}">
      <dsp:nvSpPr>
        <dsp:cNvPr id="0" name=""/>
        <dsp:cNvSpPr/>
      </dsp:nvSpPr>
      <dsp:spPr>
        <a:xfrm>
          <a:off x="554846" y="673884"/>
          <a:ext cx="1828059" cy="472471"/>
        </a:xfrm>
        <a:prstGeom prst="rect">
          <a:avLst/>
        </a:prstGeom>
        <a:solidFill>
          <a:srgbClr val="008000"/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Documents</a:t>
          </a:r>
        </a:p>
      </dsp:txBody>
      <dsp:txXfrm>
        <a:off x="554846" y="673884"/>
        <a:ext cx="1828059" cy="472471"/>
      </dsp:txXfrm>
    </dsp:sp>
    <dsp:sp modelId="{8CC4F642-97E8-4707-87FD-1726F9119453}">
      <dsp:nvSpPr>
        <dsp:cNvPr id="0" name=""/>
        <dsp:cNvSpPr/>
      </dsp:nvSpPr>
      <dsp:spPr>
        <a:xfrm>
          <a:off x="554846" y="1344794"/>
          <a:ext cx="1828059" cy="472471"/>
        </a:xfrm>
        <a:prstGeom prst="rect">
          <a:avLst/>
        </a:prstGeom>
        <a:solidFill>
          <a:srgbClr val="FF33CC"/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Invoices</a:t>
          </a:r>
        </a:p>
      </dsp:txBody>
      <dsp:txXfrm>
        <a:off x="554846" y="1344794"/>
        <a:ext cx="1828059" cy="472471"/>
      </dsp:txXfrm>
    </dsp:sp>
    <dsp:sp modelId="{5ED29ACF-1BE6-42A5-B0ED-3D2F9F5EC7D9}">
      <dsp:nvSpPr>
        <dsp:cNvPr id="0" name=""/>
        <dsp:cNvSpPr/>
      </dsp:nvSpPr>
      <dsp:spPr>
        <a:xfrm>
          <a:off x="554846" y="2015703"/>
          <a:ext cx="1828059" cy="472471"/>
        </a:xfrm>
        <a:prstGeom prst="rect">
          <a:avLst/>
        </a:prstGeom>
        <a:solidFill>
          <a:srgbClr val="0033CC"/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2017</a:t>
          </a:r>
        </a:p>
      </dsp:txBody>
      <dsp:txXfrm>
        <a:off x="554846" y="2015703"/>
        <a:ext cx="1828059" cy="472471"/>
      </dsp:txXfrm>
    </dsp:sp>
    <dsp:sp modelId="{61F335AE-356B-4CFF-80A1-01D5A6D90F5E}">
      <dsp:nvSpPr>
        <dsp:cNvPr id="0" name=""/>
        <dsp:cNvSpPr/>
      </dsp:nvSpPr>
      <dsp:spPr>
        <a:xfrm>
          <a:off x="980947" y="2686613"/>
          <a:ext cx="944943" cy="472471"/>
        </a:xfrm>
        <a:prstGeom prst="rect">
          <a:avLst/>
        </a:prstGeom>
        <a:noFill/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 dirty="0"/>
        </a:p>
      </dsp:txBody>
      <dsp:txXfrm>
        <a:off x="980947" y="2686613"/>
        <a:ext cx="944943" cy="4724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D1CB3-A1BA-4478-947C-4160DABCED2A}">
      <dsp:nvSpPr>
        <dsp:cNvPr id="0" name=""/>
        <dsp:cNvSpPr/>
      </dsp:nvSpPr>
      <dsp:spPr>
        <a:xfrm>
          <a:off x="73808" y="1125"/>
          <a:ext cx="1799074" cy="10794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Planning a logical file structure</a:t>
          </a:r>
        </a:p>
      </dsp:txBody>
      <dsp:txXfrm>
        <a:off x="73808" y="1125"/>
        <a:ext cx="1799074" cy="1079444"/>
      </dsp:txXfrm>
    </dsp:sp>
    <dsp:sp modelId="{5AA933B0-CD94-4DA5-9FE2-67B9982E08E5}">
      <dsp:nvSpPr>
        <dsp:cNvPr id="0" name=""/>
        <dsp:cNvSpPr/>
      </dsp:nvSpPr>
      <dsp:spPr>
        <a:xfrm>
          <a:off x="2052790" y="1125"/>
          <a:ext cx="1799074" cy="10794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File names</a:t>
          </a:r>
        </a:p>
      </dsp:txBody>
      <dsp:txXfrm>
        <a:off x="2052790" y="1125"/>
        <a:ext cx="1799074" cy="1079444"/>
      </dsp:txXfrm>
    </dsp:sp>
    <dsp:sp modelId="{80C05FD7-0823-4136-8BA7-C618C39CE950}">
      <dsp:nvSpPr>
        <dsp:cNvPr id="0" name=""/>
        <dsp:cNvSpPr/>
      </dsp:nvSpPr>
      <dsp:spPr>
        <a:xfrm>
          <a:off x="4031772" y="1125"/>
          <a:ext cx="1799074" cy="10794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File path	</a:t>
          </a:r>
        </a:p>
      </dsp:txBody>
      <dsp:txXfrm>
        <a:off x="4031772" y="1125"/>
        <a:ext cx="1799074" cy="1079444"/>
      </dsp:txXfrm>
    </dsp:sp>
    <dsp:sp modelId="{3F128437-CD0B-4693-A07D-E13DE85035B6}">
      <dsp:nvSpPr>
        <dsp:cNvPr id="0" name=""/>
        <dsp:cNvSpPr/>
      </dsp:nvSpPr>
      <dsp:spPr>
        <a:xfrm>
          <a:off x="73808" y="1260477"/>
          <a:ext cx="1799074" cy="10794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Network drives</a:t>
          </a:r>
        </a:p>
      </dsp:txBody>
      <dsp:txXfrm>
        <a:off x="73808" y="1260477"/>
        <a:ext cx="1799074" cy="1079444"/>
      </dsp:txXfrm>
    </dsp:sp>
    <dsp:sp modelId="{EBB8D4B3-F8F5-464C-B4F2-052E98810690}">
      <dsp:nvSpPr>
        <dsp:cNvPr id="0" name=""/>
        <dsp:cNvSpPr/>
      </dsp:nvSpPr>
      <dsp:spPr>
        <a:xfrm>
          <a:off x="2052790" y="1260477"/>
          <a:ext cx="1799074" cy="107944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Common file types and extensions</a:t>
          </a:r>
        </a:p>
      </dsp:txBody>
      <dsp:txXfrm>
        <a:off x="2052790" y="1260477"/>
        <a:ext cx="1799074" cy="1079444"/>
      </dsp:txXfrm>
    </dsp:sp>
    <dsp:sp modelId="{E087A996-6E04-4D25-83F5-4B040D03AECC}">
      <dsp:nvSpPr>
        <dsp:cNvPr id="0" name=""/>
        <dsp:cNvSpPr/>
      </dsp:nvSpPr>
      <dsp:spPr>
        <a:xfrm>
          <a:off x="4031772" y="1260477"/>
          <a:ext cx="1799074" cy="10794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File properties</a:t>
          </a:r>
        </a:p>
      </dsp:txBody>
      <dsp:txXfrm>
        <a:off x="4031772" y="1260477"/>
        <a:ext cx="1799074" cy="1079444"/>
      </dsp:txXfrm>
    </dsp:sp>
    <dsp:sp modelId="{404EA5DA-21A6-4A8E-A891-A0C20E69E03E}">
      <dsp:nvSpPr>
        <dsp:cNvPr id="0" name=""/>
        <dsp:cNvSpPr/>
      </dsp:nvSpPr>
      <dsp:spPr>
        <a:xfrm>
          <a:off x="73808" y="2519829"/>
          <a:ext cx="1799074" cy="10794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Recycle Bin</a:t>
          </a:r>
          <a:endParaRPr lang="en-US" sz="2300" kern="1200" dirty="0"/>
        </a:p>
      </dsp:txBody>
      <dsp:txXfrm>
        <a:off x="73808" y="2519829"/>
        <a:ext cx="1799074" cy="1079444"/>
      </dsp:txXfrm>
    </dsp:sp>
    <dsp:sp modelId="{39F4F93A-FC20-4973-8AE0-BC306D478B69}">
      <dsp:nvSpPr>
        <dsp:cNvPr id="0" name=""/>
        <dsp:cNvSpPr/>
      </dsp:nvSpPr>
      <dsp:spPr>
        <a:xfrm>
          <a:off x="2052790" y="2519829"/>
          <a:ext cx="1799074" cy="10794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Shortcuts</a:t>
          </a:r>
        </a:p>
      </dsp:txBody>
      <dsp:txXfrm>
        <a:off x="2052790" y="2519829"/>
        <a:ext cx="1799074" cy="1079444"/>
      </dsp:txXfrm>
    </dsp:sp>
    <dsp:sp modelId="{20FEC2DC-472F-4B15-9BC7-3273341407C6}">
      <dsp:nvSpPr>
        <dsp:cNvPr id="0" name=""/>
        <dsp:cNvSpPr/>
      </dsp:nvSpPr>
      <dsp:spPr>
        <a:xfrm>
          <a:off x="4031772" y="2519829"/>
          <a:ext cx="1799074" cy="10794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Convert file types</a:t>
          </a:r>
        </a:p>
      </dsp:txBody>
      <dsp:txXfrm>
        <a:off x="4031772" y="2519829"/>
        <a:ext cx="1799074" cy="1079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17277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60767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80431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32355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8795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28314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17215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84738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03315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36021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550546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98127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858457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48576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924805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834403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335010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763453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03476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014051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93693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580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75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63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63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166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4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095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53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64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71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306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777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379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49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57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385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4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711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4.xml"/><Relationship Id="rId7" Type="http://schemas.openxmlformats.org/officeDocument/2006/relationships/slide" Target="slide2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5" Type="http://schemas.openxmlformats.org/officeDocument/2006/relationships/slide" Target="slide8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/>
              <a:t>Module 1.4 </a:t>
            </a:r>
            <a:endParaRPr lang="en-ZA" b="1" dirty="0"/>
          </a:p>
        </p:txBody>
      </p:sp>
      <p:sp>
        <p:nvSpPr>
          <p:cNvPr id="4" name="Rectangle 3"/>
          <p:cNvSpPr/>
          <p:nvPr/>
        </p:nvSpPr>
        <p:spPr>
          <a:xfrm>
            <a:off x="2034888" y="3573016"/>
            <a:ext cx="39978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4000" b="1" dirty="0"/>
              <a:t>File management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4699">
            <a:off x="6323255" y="3369637"/>
            <a:ext cx="1059624" cy="151192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>
                <a:solidFill>
                  <a:schemeClr val="tx1"/>
                </a:solidFill>
              </a:rPr>
              <a:t>Contents</a:t>
            </a:r>
            <a:endParaRPr lang="en-ZA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5736" y="2276872"/>
            <a:ext cx="5195335" cy="3444997"/>
          </a:xfrm>
        </p:spPr>
        <p:txBody>
          <a:bodyPr>
            <a:normAutofit fontScale="92500" lnSpcReduction="20000"/>
          </a:bodyPr>
          <a:lstStyle/>
          <a:p>
            <a:pPr indent="-468000">
              <a:buClr>
                <a:schemeClr val="accent1">
                  <a:lumMod val="50000"/>
                </a:schemeClr>
              </a:buClr>
            </a:pPr>
            <a:r>
              <a:rPr lang="en-US" sz="2800" u="sng" dirty="0">
                <a:hlinkClick r:id="rId2" action="ppaction://hlinksldjump"/>
              </a:rPr>
              <a:t>Introduction</a:t>
            </a:r>
            <a:endParaRPr lang="en-ZA" sz="2800" u="sng" dirty="0">
              <a:hlinkClick r:id="rId3" action="ppaction://hlinksldjump"/>
            </a:endParaRPr>
          </a:p>
          <a:p>
            <a:pPr indent="-468000">
              <a:buClr>
                <a:schemeClr val="accent1">
                  <a:lumMod val="50000"/>
                </a:schemeClr>
              </a:buClr>
            </a:pPr>
            <a:r>
              <a:rPr lang="en-ZA" sz="2800" u="sng" dirty="0">
                <a:hlinkClick r:id="rId3" action="ppaction://hlinksldjump"/>
              </a:rPr>
              <a:t>File/Windows Explorer</a:t>
            </a:r>
            <a:endParaRPr lang="en-ZA" sz="2800" u="sng" dirty="0"/>
          </a:p>
          <a:p>
            <a:pPr indent="-468000">
              <a:buClr>
                <a:schemeClr val="accent1">
                  <a:lumMod val="50000"/>
                </a:schemeClr>
              </a:buClr>
            </a:pPr>
            <a:r>
              <a:rPr lang="en-ZA" sz="2800" u="sng" dirty="0">
                <a:hlinkClick r:id="rId4" action="ppaction://hlinksldjump"/>
              </a:rPr>
              <a:t>The need to organise</a:t>
            </a:r>
            <a:endParaRPr lang="en-US" sz="2800" u="sng" dirty="0"/>
          </a:p>
          <a:p>
            <a:pPr indent="-468000">
              <a:buClr>
                <a:schemeClr val="accent1">
                  <a:lumMod val="50000"/>
                </a:schemeClr>
              </a:buClr>
            </a:pPr>
            <a:r>
              <a:rPr lang="en-ZA" sz="2800" u="sng" dirty="0">
                <a:hlinkClick r:id="rId5" action="ppaction://hlinksldjump"/>
              </a:rPr>
              <a:t>More about files</a:t>
            </a:r>
            <a:endParaRPr lang="en-ZA" sz="2800" u="sng" dirty="0"/>
          </a:p>
          <a:p>
            <a:pPr indent="-468000">
              <a:buClr>
                <a:schemeClr val="accent1">
                  <a:lumMod val="50000"/>
                </a:schemeClr>
              </a:buClr>
            </a:pPr>
            <a:r>
              <a:rPr lang="en-ZA" sz="2800" u="sng" dirty="0">
                <a:hlinkClick r:id="rId6" action="ppaction://hlinksldjump"/>
              </a:rPr>
              <a:t>Working with files and folders</a:t>
            </a:r>
            <a:endParaRPr lang="en-US" sz="2800" u="sng" dirty="0"/>
          </a:p>
          <a:p>
            <a:pPr indent="-468000">
              <a:buClr>
                <a:schemeClr val="accent1">
                  <a:lumMod val="50000"/>
                </a:schemeClr>
              </a:buClr>
            </a:pPr>
            <a:r>
              <a:rPr lang="en-ZA" sz="2800" u="sng" dirty="0">
                <a:hlinkClick r:id="rId7" action="ppaction://hlinksldjump"/>
              </a:rPr>
              <a:t>Test and improve</a:t>
            </a:r>
            <a:endParaRPr lang="en-ZA" sz="2800" u="sng" dirty="0"/>
          </a:p>
          <a:p>
            <a:pPr indent="-468000">
              <a:buClr>
                <a:schemeClr val="accent1">
                  <a:lumMod val="50000"/>
                </a:schemeClr>
              </a:buClr>
            </a:pPr>
            <a:r>
              <a:rPr lang="en-ZA" sz="2800" u="sng">
                <a:hlinkClick r:id="rId8" action="ppaction://hlinksldjump"/>
              </a:rPr>
              <a:t>Module activities </a:t>
            </a:r>
            <a:endParaRPr lang="en-ZA" sz="2800" u="sng" dirty="0"/>
          </a:p>
          <a:p>
            <a:endParaRPr lang="en-ZA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57049" y="6500222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2</a:t>
            </a:fld>
            <a:endParaRPr lang="en-US" sz="16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2" name="Rectangle 11"/>
          <p:cNvSpPr/>
          <p:nvPr/>
        </p:nvSpPr>
        <p:spPr>
          <a:xfrm>
            <a:off x="1664701" y="2527286"/>
            <a:ext cx="28483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0" dirty="0">
                <a:latin typeface="+mn-lt"/>
              </a:rPr>
              <a:t>Computer work is saved in files</a:t>
            </a:r>
            <a:r>
              <a:rPr lang="en-GB" sz="2800" b="0" dirty="0">
                <a:latin typeface="+mn-lt"/>
              </a:rPr>
              <a:t> </a:t>
            </a:r>
            <a:endParaRPr lang="en-ZA" sz="2800" b="0" dirty="0">
              <a:latin typeface="+mn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032180" y="4256558"/>
            <a:ext cx="348092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0" dirty="0">
                <a:latin typeface="+mn-lt"/>
              </a:rPr>
              <a:t>Electronic files need to be </a:t>
            </a:r>
            <a:r>
              <a:rPr lang="en-ZA" sz="2800" b="1" dirty="0">
                <a:solidFill>
                  <a:srgbClr val="FF0000"/>
                </a:solidFill>
                <a:latin typeface="+mn-lt"/>
              </a:rPr>
              <a:t>organised</a:t>
            </a:r>
            <a:r>
              <a:rPr lang="en-ZA" sz="2800" b="0" dirty="0">
                <a:latin typeface="+mn-lt"/>
              </a:rPr>
              <a:t>, just as in a manual filing system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78825" y="2219204"/>
            <a:ext cx="2179699" cy="1416873"/>
            <a:chOff x="3452961" y="2241598"/>
            <a:chExt cx="2179699" cy="1416873"/>
          </a:xfrm>
        </p:grpSpPr>
        <p:pic>
          <p:nvPicPr>
            <p:cNvPr id="37" name="Picture 36"/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20641192">
              <a:off x="3452961" y="2564904"/>
              <a:ext cx="720080" cy="89726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40" name="Picture 3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760938">
              <a:off x="5056596" y="2761211"/>
              <a:ext cx="576064" cy="89726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41" name="Picture 4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21106934">
              <a:off x="4087822" y="2241598"/>
              <a:ext cx="576064" cy="864096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42" name="Picture 4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541925">
              <a:off x="4605089" y="2420888"/>
              <a:ext cx="648072" cy="864096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38" name="Picture 37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8025"/>
            <a:stretch>
              <a:fillRect/>
            </a:stretch>
          </p:blipFill>
          <p:spPr>
            <a:xfrm rot="4302659">
              <a:off x="4122812" y="2828053"/>
              <a:ext cx="648072" cy="969268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>
                <a:solidFill>
                  <a:schemeClr val="tx1"/>
                </a:solidFill>
              </a:rPr>
              <a:t>Introduction</a:t>
            </a:r>
            <a:endParaRPr lang="en-ZA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67112" y="6505588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3</a:t>
            </a:fld>
            <a:endParaRPr lang="en-US" sz="1600" dirty="0"/>
          </a:p>
        </p:txBody>
      </p:sp>
      <p:sp>
        <p:nvSpPr>
          <p:cNvPr id="4" name="Action Button: Home 3">
            <a:hlinkClick r:id="rId8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356" y="4112990"/>
            <a:ext cx="1178243" cy="196624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91" y="2478330"/>
            <a:ext cx="5759450" cy="3485515"/>
          </a:xfrm>
          <a:prstGeom prst="rect">
            <a:avLst/>
          </a:prstGeom>
        </p:spPr>
      </p:pic>
      <p:sp>
        <p:nvSpPr>
          <p:cNvPr id="36865" name="Rectangle 1"/>
          <p:cNvSpPr>
            <a:spLocks noChangeArrowheads="1"/>
          </p:cNvSpPr>
          <p:nvPr/>
        </p:nvSpPr>
        <p:spPr bwMode="auto">
          <a:xfrm>
            <a:off x="485104" y="1371601"/>
            <a:ext cx="814393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/>
            <a:r>
              <a:rPr lang="en-ZA" sz="2800" dirty="0">
                <a:latin typeface="+mn-lt"/>
              </a:rPr>
              <a:t>File </a:t>
            </a:r>
            <a:r>
              <a:rPr lang="en-ZA" sz="2800" b="0" dirty="0">
                <a:latin typeface="+mn-lt"/>
              </a:rPr>
              <a:t>management program supplied with all </a:t>
            </a:r>
            <a:br>
              <a:rPr lang="en-ZA" sz="2800" b="0" dirty="0">
                <a:latin typeface="+mn-lt"/>
              </a:rPr>
            </a:br>
            <a:r>
              <a:rPr lang="en-ZA" sz="2800" b="0" dirty="0">
                <a:latin typeface="+mn-lt"/>
              </a:rPr>
              <a:t>Windows operating systems </a:t>
            </a:r>
            <a:endParaRPr kumimoji="0" lang="en-GB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46083" name="Oval 34"/>
          <p:cNvSpPr>
            <a:spLocks noChangeArrowheads="1"/>
          </p:cNvSpPr>
          <p:nvPr/>
        </p:nvSpPr>
        <p:spPr bwMode="auto">
          <a:xfrm>
            <a:off x="2915816" y="3505685"/>
            <a:ext cx="307975" cy="3302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Calibri" pitchFamily="34" charset="0"/>
              </a:rPr>
              <a:t>2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6082" name="Oval 35"/>
          <p:cNvSpPr>
            <a:spLocks noChangeArrowheads="1"/>
          </p:cNvSpPr>
          <p:nvPr/>
        </p:nvSpPr>
        <p:spPr bwMode="auto">
          <a:xfrm>
            <a:off x="683568" y="3395091"/>
            <a:ext cx="307975" cy="288925"/>
          </a:xfrm>
          <a:prstGeom prst="ellipse">
            <a:avLst/>
          </a:prstGeom>
          <a:solidFill>
            <a:srgbClr val="66FF3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1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6084" name="Oval 36"/>
          <p:cNvSpPr>
            <a:spLocks noChangeArrowheads="1"/>
          </p:cNvSpPr>
          <p:nvPr/>
        </p:nvSpPr>
        <p:spPr bwMode="auto">
          <a:xfrm>
            <a:off x="5768961" y="3440184"/>
            <a:ext cx="307975" cy="309563"/>
          </a:xfrm>
          <a:prstGeom prst="ellipse">
            <a:avLst/>
          </a:prstGeom>
          <a:solidFill>
            <a:srgbClr val="00B0F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Calibri" pitchFamily="34" charset="0"/>
              </a:rPr>
              <a:t>3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6085" name="Oval 37"/>
          <p:cNvSpPr>
            <a:spLocks noChangeArrowheads="1"/>
          </p:cNvSpPr>
          <p:nvPr/>
        </p:nvSpPr>
        <p:spPr bwMode="auto">
          <a:xfrm>
            <a:off x="4133378" y="2790855"/>
            <a:ext cx="307975" cy="336550"/>
          </a:xfrm>
          <a:prstGeom prst="ellipse">
            <a:avLst/>
          </a:prstGeom>
          <a:solidFill>
            <a:srgbClr val="FF66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Calibri" pitchFamily="34" charset="0"/>
              </a:rPr>
              <a:t>4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6087" name="Oval 38"/>
          <p:cNvSpPr>
            <a:spLocks noChangeArrowheads="1"/>
          </p:cNvSpPr>
          <p:nvPr/>
        </p:nvSpPr>
        <p:spPr bwMode="auto">
          <a:xfrm>
            <a:off x="1475656" y="4203320"/>
            <a:ext cx="307975" cy="323850"/>
          </a:xfrm>
          <a:prstGeom prst="ellipse">
            <a:avLst/>
          </a:prstGeom>
          <a:solidFill>
            <a:srgbClr val="FF33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b="1" dirty="0">
                <a:cs typeface="Calibri" pitchFamily="34" charset="0"/>
              </a:rPr>
              <a:t>5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6088" name="Oval 40"/>
          <p:cNvSpPr>
            <a:spLocks noChangeArrowheads="1"/>
          </p:cNvSpPr>
          <p:nvPr/>
        </p:nvSpPr>
        <p:spPr bwMode="auto">
          <a:xfrm>
            <a:off x="3797929" y="5252998"/>
            <a:ext cx="307975" cy="330200"/>
          </a:xfrm>
          <a:prstGeom prst="ellipse">
            <a:avLst/>
          </a:prstGeom>
          <a:solidFill>
            <a:srgbClr val="CC66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b="1" dirty="0">
                <a:cs typeface="Calibri" pitchFamily="34" charset="0"/>
              </a:rPr>
              <a:t>6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6099" name="Rectangle 19"/>
          <p:cNvSpPr>
            <a:spLocks noChangeArrowheads="1"/>
          </p:cNvSpPr>
          <p:nvPr/>
        </p:nvSpPr>
        <p:spPr bwMode="auto">
          <a:xfrm>
            <a:off x="45720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3" name="Rectangle 22"/>
          <p:cNvSpPr/>
          <p:nvPr/>
        </p:nvSpPr>
        <p:spPr>
          <a:xfrm>
            <a:off x="6372200" y="2496192"/>
            <a:ext cx="1877052" cy="369332"/>
          </a:xfrm>
          <a:prstGeom prst="rect">
            <a:avLst/>
          </a:prstGeom>
          <a:solidFill>
            <a:srgbClr val="66FF33"/>
          </a:solidFill>
        </p:spPr>
        <p:txBody>
          <a:bodyPr wrap="none">
            <a:spAutoFit/>
          </a:bodyPr>
          <a:lstStyle/>
          <a:p>
            <a:r>
              <a:rPr lang="en-ZA" b="0" dirty="0">
                <a:latin typeface="+mn-lt"/>
              </a:rPr>
              <a:t>Back and Forward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2200" y="3022848"/>
            <a:ext cx="1275414" cy="4001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ZA" b="0" dirty="0">
                <a:latin typeface="+mn-lt"/>
              </a:rPr>
              <a:t>Address bar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72200" y="3587646"/>
            <a:ext cx="1197379" cy="400110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>
            <a:r>
              <a:rPr lang="en-ZA" b="0" dirty="0">
                <a:latin typeface="+mn-lt"/>
              </a:rPr>
              <a:t>Search box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2200" y="4142699"/>
            <a:ext cx="2160240" cy="646331"/>
          </a:xfrm>
          <a:prstGeom prst="rect">
            <a:avLst/>
          </a:prstGeom>
          <a:solidFill>
            <a:srgbClr val="FF6600"/>
          </a:solidFill>
        </p:spPr>
        <p:txBody>
          <a:bodyPr wrap="square">
            <a:spAutoFit/>
          </a:bodyPr>
          <a:lstStyle/>
          <a:p>
            <a:r>
              <a:rPr lang="en-ZA" b="0" dirty="0">
                <a:latin typeface="+mn-lt"/>
              </a:rPr>
              <a:t>Toolbar and menu bar (Ribbon)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6776" y="4953718"/>
            <a:ext cx="2256836" cy="400110"/>
          </a:xfrm>
          <a:prstGeom prst="rect">
            <a:avLst/>
          </a:prstGeom>
          <a:solidFill>
            <a:srgbClr val="FF33CC"/>
          </a:solidFill>
        </p:spPr>
        <p:txBody>
          <a:bodyPr wrap="none">
            <a:spAutoFit/>
          </a:bodyPr>
          <a:lstStyle/>
          <a:p>
            <a:r>
              <a:rPr lang="en-ZA" b="0" dirty="0">
                <a:latin typeface="+mn-lt"/>
              </a:rPr>
              <a:t>Left (Navigation) pane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2836" y="5509735"/>
            <a:ext cx="1970411" cy="369332"/>
          </a:xfrm>
          <a:prstGeom prst="rect">
            <a:avLst/>
          </a:prstGeom>
          <a:solidFill>
            <a:srgbClr val="CC6600"/>
          </a:solidFill>
        </p:spPr>
        <p:txBody>
          <a:bodyPr wrap="none">
            <a:spAutoFit/>
          </a:bodyPr>
          <a:lstStyle/>
          <a:p>
            <a:r>
              <a:rPr lang="en-ZA" b="0" dirty="0">
                <a:latin typeface="+mn-lt"/>
              </a:rPr>
              <a:t>Right (Details) pane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4711" y="397327"/>
            <a:ext cx="6798734" cy="1338858"/>
          </a:xfrm>
        </p:spPr>
        <p:txBody>
          <a:bodyPr/>
          <a:lstStyle/>
          <a:p>
            <a:r>
              <a:rPr lang="en-ZA" b="1" dirty="0">
                <a:solidFill>
                  <a:schemeClr val="tx1"/>
                </a:solidFill>
              </a:rPr>
              <a:t>File/Windows Explorer</a:t>
            </a:r>
            <a:endParaRPr lang="en-ZA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51977" y="650609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4</a:t>
            </a:fld>
            <a:endParaRPr lang="en-US" sz="1600" dirty="0"/>
          </a:p>
        </p:txBody>
      </p:sp>
      <p:sp>
        <p:nvSpPr>
          <p:cNvPr id="20" name="Action Button: Home 3">
            <a:hlinkClick r:id="rId4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nimBg="1"/>
      <p:bldP spid="46082" grpId="0" animBg="1"/>
      <p:bldP spid="46084" grpId="0" animBg="1"/>
      <p:bldP spid="46085" grpId="0" animBg="1"/>
      <p:bldP spid="46087" grpId="0" animBg="1"/>
      <p:bldP spid="46088" grpId="0" animBg="1"/>
      <p:bldP spid="23" grpId="0" animBg="1"/>
      <p:bldP spid="24" grpId="0" animBg="1"/>
      <p:bldP spid="26" grpId="0" animBg="1"/>
      <p:bldP spid="28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02796" y="1196752"/>
            <a:ext cx="6595534" cy="682999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Activities 1 &amp; 2 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73805" y="6494787"/>
            <a:ext cx="395510" cy="279400"/>
          </a:xfrm>
        </p:spPr>
        <p:txBody>
          <a:bodyPr/>
          <a:lstStyle/>
          <a:p>
            <a:fld id="{59DA856B-5D0F-40E0-906E-B87E535B8E93}" type="slidenum">
              <a:rPr lang="en-US" sz="1600" smtClean="0"/>
              <a:pPr/>
              <a:t>5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74660">
            <a:off x="773720" y="2819915"/>
            <a:ext cx="5594307" cy="14271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18796">
            <a:off x="4934075" y="3699214"/>
            <a:ext cx="2844248" cy="2153895"/>
          </a:xfrm>
          <a:prstGeom prst="rect">
            <a:avLst/>
          </a:prstGeom>
        </p:spPr>
      </p:pic>
      <p:sp>
        <p:nvSpPr>
          <p:cNvPr id="11" name="Action Button: Home 3">
            <a:hlinkClick r:id="rId5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479889" y="1988840"/>
            <a:ext cx="6192688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ZA" sz="2800" b="0" dirty="0">
                <a:latin typeface="+mn-lt"/>
              </a:rPr>
              <a:t>Plan your basic folder structure on paper </a:t>
            </a:r>
            <a:br>
              <a:rPr lang="en-ZA" sz="2800" b="0" dirty="0">
                <a:latin typeface="+mn-lt"/>
              </a:rPr>
            </a:br>
            <a:r>
              <a:rPr lang="en-ZA" sz="2800" b="0" dirty="0">
                <a:latin typeface="+mn-lt"/>
              </a:rPr>
              <a:t>or use SmartArt in Word</a:t>
            </a:r>
            <a:endParaRPr lang="en-US" sz="2800" b="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71600" y="3285858"/>
            <a:ext cx="418722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000" indent="-288000">
              <a:buFont typeface="Arial" pitchFamily="34" charset="0"/>
              <a:buChar char="•"/>
            </a:pPr>
            <a:r>
              <a:rPr lang="en-ZA" sz="2200" b="0" dirty="0"/>
              <a:t>Main </a:t>
            </a:r>
            <a:r>
              <a:rPr lang="en-ZA" sz="2200" dirty="0"/>
              <a:t>folders: School &amp; Personal</a:t>
            </a:r>
          </a:p>
          <a:p>
            <a:pPr marL="288000" indent="-288000">
              <a:buFont typeface="Arial" pitchFamily="34" charset="0"/>
              <a:buChar char="•"/>
            </a:pPr>
            <a:r>
              <a:rPr lang="en-ZA" sz="2200" dirty="0"/>
              <a:t>Add subfolders as needed</a:t>
            </a:r>
          </a:p>
          <a:p>
            <a:pPr marL="288000" indent="-288000">
              <a:buFont typeface="Arial" pitchFamily="34" charset="0"/>
              <a:buChar char="•"/>
            </a:pPr>
            <a:r>
              <a:rPr lang="en-ZA" sz="2200" dirty="0"/>
              <a:t>Refine each level </a:t>
            </a:r>
          </a:p>
          <a:p>
            <a:pPr marL="288000" indent="-288000">
              <a:buFont typeface="Arial" pitchFamily="34" charset="0"/>
              <a:buChar char="•"/>
            </a:pPr>
            <a:r>
              <a:rPr lang="en-ZA" sz="2200" dirty="0"/>
              <a:t>Meaningful folder and file names</a:t>
            </a:r>
            <a:endParaRPr lang="en-US" sz="2200" dirty="0"/>
          </a:p>
          <a:p>
            <a:pPr marL="288000" indent="-288000">
              <a:buFont typeface="Arial" pitchFamily="34" charset="0"/>
              <a:buChar char="•"/>
            </a:pPr>
            <a:r>
              <a:rPr lang="en-ZA" sz="2200" dirty="0"/>
              <a:t>Keep same folder structure on all computers you use</a:t>
            </a:r>
            <a:endParaRPr lang="en-US" sz="2400" b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836712"/>
            <a:ext cx="6798734" cy="734420"/>
          </a:xfrm>
        </p:spPr>
        <p:txBody>
          <a:bodyPr/>
          <a:lstStyle/>
          <a:p>
            <a:r>
              <a:rPr lang="en-ZA" b="1" dirty="0">
                <a:solidFill>
                  <a:schemeClr val="tx1"/>
                </a:solidFill>
              </a:rPr>
              <a:t>The need to organise</a:t>
            </a:r>
            <a:endParaRPr lang="en-ZA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67112" y="6518651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6</a:t>
            </a:fld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877" y="3140967"/>
            <a:ext cx="3047894" cy="2268549"/>
          </a:xfrm>
          <a:prstGeom prst="rect">
            <a:avLst/>
          </a:prstGeom>
        </p:spPr>
      </p:pic>
      <p:sp>
        <p:nvSpPr>
          <p:cNvPr id="12" name="Action Button: Home 3">
            <a:hlinkClick r:id="rId4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78465" y="3068960"/>
            <a:ext cx="6595534" cy="610991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 3 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76456" y="6507850"/>
            <a:ext cx="395510" cy="279400"/>
          </a:xfrm>
        </p:spPr>
        <p:txBody>
          <a:bodyPr/>
          <a:lstStyle/>
          <a:p>
            <a:fld id="{59DA856B-5D0F-40E0-906E-B87E535B8E93}" type="slidenum">
              <a:rPr lang="en-US" sz="1600" smtClean="0"/>
              <a:pPr/>
              <a:t>7</a:t>
            </a:fld>
            <a:endParaRPr lang="en-US" sz="1600" dirty="0"/>
          </a:p>
        </p:txBody>
      </p:sp>
      <p:sp>
        <p:nvSpPr>
          <p:cNvPr id="8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018168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6866" y="915338"/>
            <a:ext cx="6798734" cy="723258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More about files</a:t>
            </a:r>
            <a:endParaRPr lang="en-Z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77367" y="6555542"/>
            <a:ext cx="395510" cy="218645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8</a:t>
            </a:fld>
            <a:endParaRPr lang="en-US" sz="1600" dirty="0"/>
          </a:p>
        </p:txBody>
      </p:sp>
      <p:sp>
        <p:nvSpPr>
          <p:cNvPr id="28" name="Rectangle 27"/>
          <p:cNvSpPr/>
          <p:nvPr/>
        </p:nvSpPr>
        <p:spPr>
          <a:xfrm>
            <a:off x="897122" y="1848029"/>
            <a:ext cx="7349755" cy="120032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Each program stores the files it creates in its own way.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Each file type is given a unique icon.</a:t>
            </a:r>
            <a:endParaRPr lang="en-US" sz="2400" b="0" dirty="0">
              <a:latin typeface="+mn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71144" y="3574694"/>
            <a:ext cx="7601710" cy="1728986"/>
            <a:chOff x="806212" y="4166318"/>
            <a:chExt cx="7601710" cy="1728986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6212" y="4166318"/>
              <a:ext cx="7601710" cy="1537964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827687" y="5519616"/>
              <a:ext cx="141554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Class.JPG</a:t>
              </a:r>
              <a:endParaRPr lang="en-ZA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64705" y="5522794"/>
              <a:ext cx="234236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IntroComputers.pptx</a:t>
              </a:r>
              <a:endParaRPr lang="en-ZA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261168" y="5525972"/>
              <a:ext cx="141554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Invoice.xlsx</a:t>
              </a:r>
              <a:endParaRPr lang="en-ZA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28462" y="5515121"/>
              <a:ext cx="153936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Letter.docx</a:t>
              </a:r>
              <a:endParaRPr lang="en-ZA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267828" y="5519616"/>
              <a:ext cx="11213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Names.txt</a:t>
              </a:r>
              <a:endParaRPr lang="en-ZA" dirty="0"/>
            </a:p>
          </p:txBody>
        </p:sp>
      </p:grpSp>
      <p:sp>
        <p:nvSpPr>
          <p:cNvPr id="14" name="Action Button: Home 3">
            <a:hlinkClick r:id="rId4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2633" y="764704"/>
            <a:ext cx="6798734" cy="1027320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More about files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89519" y="651422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9</a:t>
            </a:fld>
            <a:endParaRPr lang="en-US" sz="1600" dirty="0"/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2047351" y="1825660"/>
            <a:ext cx="508121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File name consists of three parts: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2285984" y="2791684"/>
            <a:ext cx="3714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</a:rPr>
              <a:t>Birthday List    .   </a:t>
            </a:r>
            <a:r>
              <a:rPr kumimoji="0" lang="en-ZA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</a:rPr>
              <a:t> </a:t>
            </a:r>
            <a:r>
              <a:rPr kumimoji="0" lang="en-Z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</a:rPr>
              <a:t>docx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" name="Rounded Rectangle 17"/>
          <p:cNvSpPr/>
          <p:nvPr/>
        </p:nvSpPr>
        <p:spPr bwMode="auto">
          <a:xfrm>
            <a:off x="2771800" y="2676243"/>
            <a:ext cx="1646659" cy="571504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86116" y="328195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3968" y="364322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4008" y="3267977"/>
            <a:ext cx="1571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33CC"/>
                </a:solidFill>
              </a:rPr>
              <a:t>extension</a:t>
            </a:r>
          </a:p>
        </p:txBody>
      </p:sp>
      <p:sp>
        <p:nvSpPr>
          <p:cNvPr id="22" name="Rounded Rectangle 21"/>
          <p:cNvSpPr/>
          <p:nvPr/>
        </p:nvSpPr>
        <p:spPr bwMode="auto">
          <a:xfrm>
            <a:off x="4721716" y="2676243"/>
            <a:ext cx="786388" cy="571504"/>
          </a:xfrm>
          <a:prstGeom prst="roundRect">
            <a:avLst/>
          </a:prstGeom>
          <a:noFill/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988488" y="4157401"/>
            <a:ext cx="3427314" cy="12772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ZA" b="1" dirty="0">
                <a:solidFill>
                  <a:srgbClr val="FF0000"/>
                </a:solidFill>
                <a:ea typeface="Calibri" pitchFamily="34" charset="0"/>
              </a:rPr>
              <a:t>N</a:t>
            </a:r>
            <a:r>
              <a:rPr kumimoji="0" lang="en-ZA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Calibri" pitchFamily="34" charset="0"/>
              </a:rPr>
              <a:t>ame:</a:t>
            </a:r>
            <a:r>
              <a:rPr kumimoji="0" lang="en-ZA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Calibri" pitchFamily="34" charset="0"/>
              </a:rPr>
              <a:t> </a:t>
            </a:r>
            <a:r>
              <a:rPr kumimoji="0" lang="en-Z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as given by the user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ZA" dirty="0">
                <a:ea typeface="Calibri" pitchFamily="34" charset="0"/>
              </a:rPr>
              <a:t>M</a:t>
            </a:r>
            <a:r>
              <a:rPr kumimoji="0" lang="en-Z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ay consist of all the alphabetical characters, some special characters, the digits (0 to 9), and spaces</a:t>
            </a:r>
            <a:endParaRPr kumimoji="0" lang="en-Z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721715" y="4167951"/>
            <a:ext cx="3450685" cy="12772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ZA" b="1" dirty="0">
                <a:solidFill>
                  <a:srgbClr val="0033CC"/>
                </a:solidFill>
              </a:rPr>
              <a:t>E</a:t>
            </a:r>
            <a:r>
              <a:rPr lang="en-ZA" sz="1800" b="1" dirty="0">
                <a:solidFill>
                  <a:srgbClr val="0033CC"/>
                </a:solidFill>
              </a:rPr>
              <a:t>xtension: </a:t>
            </a:r>
            <a:r>
              <a:rPr lang="en-ZA" sz="1800" b="0" dirty="0">
                <a:latin typeface="+mn-lt"/>
              </a:rPr>
              <a:t>three or four letter code that identifies the file type</a:t>
            </a:r>
          </a:p>
          <a:p>
            <a:r>
              <a:rPr lang="en-ZA" sz="1800" b="0" i="1" dirty="0">
                <a:latin typeface="+mn-lt"/>
              </a:rPr>
              <a:t>Automatically</a:t>
            </a:r>
            <a:r>
              <a:rPr lang="en-ZA" sz="1800" b="0" dirty="0">
                <a:latin typeface="+mn-lt"/>
              </a:rPr>
              <a:t> added by the program when you save the file</a:t>
            </a:r>
            <a:endParaRPr lang="en-US" sz="1800" b="0" dirty="0">
              <a:latin typeface="+mn-lt"/>
            </a:endParaRPr>
          </a:p>
        </p:txBody>
      </p:sp>
      <p:sp>
        <p:nvSpPr>
          <p:cNvPr id="16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4572000" y="3161016"/>
            <a:ext cx="0" cy="5210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1" grpId="0"/>
      <p:bldP spid="22" grpId="0" animBg="1"/>
      <p:bldP spid="3891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More about files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500153" y="6496597"/>
            <a:ext cx="595288" cy="290653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10</a:t>
            </a:fld>
            <a:endParaRPr lang="en-US" sz="1600" dirty="0"/>
          </a:p>
        </p:txBody>
      </p:sp>
      <p:sp>
        <p:nvSpPr>
          <p:cNvPr id="68610" name="AutoShape 52"/>
          <p:cNvSpPr>
            <a:spLocks noChangeArrowheads="1"/>
          </p:cNvSpPr>
          <p:nvPr/>
        </p:nvSpPr>
        <p:spPr bwMode="auto">
          <a:xfrm>
            <a:off x="796741" y="4365104"/>
            <a:ext cx="7591683" cy="108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66666"/>
            </a:solidFill>
            <a:round/>
            <a:headEnd/>
            <a:tailEnd/>
          </a:ln>
          <a:effectLst>
            <a:outerShdw dist="28398" dir="3806097" algn="ctr" rotWithShape="0">
              <a:srgbClr val="7F7F7F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Never change the file extension of an existing file</a:t>
            </a:r>
            <a:br>
              <a:rPr kumimoji="0" lang="en-US" sz="2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</a:b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MANUALLY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lt"/>
            </a:endParaRPr>
          </a:p>
        </p:txBody>
      </p:sp>
      <p:sp>
        <p:nvSpPr>
          <p:cNvPr id="8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/>
          <p:cNvSpPr txBox="1"/>
          <p:nvPr/>
        </p:nvSpPr>
        <p:spPr>
          <a:xfrm>
            <a:off x="1763688" y="2332231"/>
            <a:ext cx="5616624" cy="14568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defTabSz="914400" fontAlgn="base">
              <a:spcBef>
                <a:spcPts val="1200"/>
              </a:spcBef>
              <a:spcAft>
                <a:spcPts val="1000"/>
              </a:spcAft>
            </a:pPr>
            <a:r>
              <a:rPr lang="en-US" sz="2400" b="1" dirty="0"/>
              <a:t>The file extension indicates </a:t>
            </a:r>
          </a:p>
          <a:p>
            <a:pPr marL="360000" indent="-360000">
              <a:spcAft>
                <a:spcPts val="1000"/>
              </a:spcAft>
              <a:buFont typeface="Arial" pitchFamily="34" charset="0"/>
              <a:buChar char="•"/>
            </a:pPr>
            <a:r>
              <a:rPr lang="en-US" sz="2400" dirty="0"/>
              <a:t>what type of file it is, and </a:t>
            </a:r>
          </a:p>
          <a:p>
            <a:pPr marL="360000" indent="-3600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/>
              <a:t>which program should be used to open it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6866" y="915338"/>
            <a:ext cx="6798734" cy="865224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More about files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99621" y="6496597"/>
            <a:ext cx="595289" cy="290653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11</a:t>
            </a:fld>
            <a:endParaRPr lang="en-US" sz="1600" dirty="0"/>
          </a:p>
        </p:txBody>
      </p:sp>
      <p:sp>
        <p:nvSpPr>
          <p:cNvPr id="26" name="Rectangle 25"/>
          <p:cNvSpPr/>
          <p:nvPr/>
        </p:nvSpPr>
        <p:spPr>
          <a:xfrm>
            <a:off x="4552494" y="3288099"/>
            <a:ext cx="37147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b="0" dirty="0">
              <a:latin typeface="+mn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603973" y="2935303"/>
            <a:ext cx="3714744" cy="2528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ZA" sz="2000" b="1" dirty="0">
                <a:latin typeface="+mn-lt"/>
              </a:rPr>
              <a:t>To open this file you can: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2000" dirty="0"/>
              <a:t>See list of suggested programs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2000" dirty="0"/>
              <a:t>Search Internet for suitable program</a:t>
            </a:r>
            <a:endParaRPr lang="en-US" sz="20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2000" dirty="0"/>
              <a:t>Change or set default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/>
              <a:t>Right-click file and use</a:t>
            </a:r>
            <a:r>
              <a:rPr lang="af-ZA" sz="2000" dirty="0"/>
              <a:t> </a:t>
            </a:r>
            <a:r>
              <a:rPr lang="en-ZA" sz="2000" i="1" dirty="0"/>
              <a:t>Open With</a:t>
            </a:r>
            <a:r>
              <a:rPr lang="en-ZA" sz="2000" dirty="0"/>
              <a:t> command</a:t>
            </a:r>
            <a:endParaRPr lang="en-US" sz="2000" b="0" dirty="0"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17" y="3068960"/>
            <a:ext cx="3161441" cy="2261585"/>
          </a:xfrm>
          <a:prstGeom prst="rect">
            <a:avLst/>
          </a:prstGeom>
        </p:spPr>
      </p:pic>
      <p:sp>
        <p:nvSpPr>
          <p:cNvPr id="10" name="Action Button: Home 3">
            <a:hlinkClick r:id="rId4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/>
          <p:cNvSpPr txBox="1"/>
          <p:nvPr/>
        </p:nvSpPr>
        <p:spPr>
          <a:xfrm>
            <a:off x="827584" y="1979358"/>
            <a:ext cx="424847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ZA" sz="2800" dirty="0"/>
              <a:t>Windows can’t open this file!</a:t>
            </a:r>
            <a:endParaRPr lang="en-US" dirty="0"/>
          </a:p>
        </p:txBody>
      </p:sp>
      <p:sp>
        <p:nvSpPr>
          <p:cNvPr id="5" name="Arrow: Down 4"/>
          <p:cNvSpPr/>
          <p:nvPr/>
        </p:nvSpPr>
        <p:spPr>
          <a:xfrm>
            <a:off x="1724958" y="2564904"/>
            <a:ext cx="288032" cy="718320"/>
          </a:xfrm>
          <a:prstGeom prst="downArrow">
            <a:avLst>
              <a:gd name="adj1" fmla="val 36772"/>
              <a:gd name="adj2" fmla="val 9629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2843808" y="1878537"/>
            <a:ext cx="3456384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0" dirty="0">
                <a:solidFill>
                  <a:schemeClr val="tx1"/>
                </a:solidFill>
              </a:rPr>
              <a:t>Paths</a:t>
            </a:r>
            <a:endParaRPr lang="en-US" sz="3200" b="0" dirty="0">
              <a:solidFill>
                <a:schemeClr val="tx1"/>
              </a:solidFill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8099" y="994009"/>
            <a:ext cx="6798734" cy="723980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More about files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480396" y="6496597"/>
            <a:ext cx="595289" cy="290653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12</a:t>
            </a:fld>
            <a:endParaRPr lang="en-US" sz="1600" dirty="0"/>
          </a:p>
        </p:txBody>
      </p:sp>
      <p:sp>
        <p:nvSpPr>
          <p:cNvPr id="25" name="Rectangle 24"/>
          <p:cNvSpPr/>
          <p:nvPr/>
        </p:nvSpPr>
        <p:spPr>
          <a:xfrm>
            <a:off x="3477304" y="3360532"/>
            <a:ext cx="458991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200" b="0" dirty="0">
                <a:latin typeface="+mn-lt"/>
              </a:rPr>
              <a:t>The path to a specific file might be ...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7304" y="3861048"/>
            <a:ext cx="4880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>
                <a:solidFill>
                  <a:srgbClr val="C00000"/>
                </a:solidFill>
                <a:latin typeface="Arial" panose="020B0604020202020204" pitchFamily="34" charset="0"/>
                <a:ea typeface="Adobe Fangsong Std R" panose="02020400000000000000" pitchFamily="18" charset="-128"/>
                <a:cs typeface="Arial" panose="020B0604020202020204" pitchFamily="34" charset="0"/>
              </a:rPr>
              <a:t>D:\ </a:t>
            </a:r>
            <a:r>
              <a:rPr lang="en-ZA" sz="2400" b="1" dirty="0">
                <a:solidFill>
                  <a:srgbClr val="008000"/>
                </a:solidFill>
                <a:latin typeface="Arial" panose="020B0604020202020204" pitchFamily="34" charset="0"/>
                <a:ea typeface="Adobe Fangsong Std R" panose="02020400000000000000" pitchFamily="18" charset="-128"/>
                <a:cs typeface="Arial" panose="020B0604020202020204" pitchFamily="34" charset="0"/>
              </a:rPr>
              <a:t>Documents \ </a:t>
            </a:r>
            <a:r>
              <a:rPr lang="en-ZA" sz="2400" b="1" dirty="0">
                <a:solidFill>
                  <a:srgbClr val="FF33CC"/>
                </a:solidFill>
                <a:latin typeface="Arial" panose="020B0604020202020204" pitchFamily="34" charset="0"/>
                <a:ea typeface="Adobe Fangsong Std R" panose="02020400000000000000" pitchFamily="18" charset="-128"/>
                <a:cs typeface="Arial" panose="020B0604020202020204" pitchFamily="34" charset="0"/>
              </a:rPr>
              <a:t>Invoices \ </a:t>
            </a:r>
            <a:r>
              <a:rPr lang="en-ZA" sz="2400" b="1" dirty="0">
                <a:solidFill>
                  <a:srgbClr val="0033CC"/>
                </a:solidFill>
                <a:latin typeface="Arial" panose="020B0604020202020204" pitchFamily="34" charset="0"/>
                <a:ea typeface="Adobe Fangsong Std R" panose="02020400000000000000" pitchFamily="18" charset="-128"/>
                <a:cs typeface="Arial" panose="020B0604020202020204" pitchFamily="34" charset="0"/>
              </a:rPr>
              <a:t>2017</a:t>
            </a:r>
            <a:endParaRPr lang="en-ZA" b="1" dirty="0"/>
          </a:p>
        </p:txBody>
      </p:sp>
      <p:graphicFrame>
        <p:nvGraphicFramePr>
          <p:cNvPr id="39" name="Diagram 38"/>
          <p:cNvGraphicFramePr/>
          <p:nvPr>
            <p:extLst>
              <p:ext uri="{D42A27DB-BD31-4B8C-83A1-F6EECF244321}">
                <p14:modId xmlns:p14="http://schemas.microsoft.com/office/powerpoint/2010/main" val="1820479424"/>
              </p:ext>
            </p:extLst>
          </p:nvPr>
        </p:nvGraphicFramePr>
        <p:xfrm>
          <a:off x="539552" y="2859228"/>
          <a:ext cx="2937752" cy="3162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Action Button: Home 3">
            <a:hlinkClick r:id="rId8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683568" y="2797027"/>
            <a:ext cx="2182619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solidFill>
                  <a:schemeClr val="tx1"/>
                </a:solidFill>
              </a:rPr>
              <a:t>Common file types and extensions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2262365" y="703830"/>
            <a:ext cx="4619270" cy="713463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More about files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407857" y="6496597"/>
            <a:ext cx="667297" cy="290653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13</a:t>
            </a:fld>
            <a:endParaRPr lang="en-US" sz="160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985781"/>
              </p:ext>
            </p:extLst>
          </p:nvPr>
        </p:nvGraphicFramePr>
        <p:xfrm>
          <a:off x="3087351" y="1628800"/>
          <a:ext cx="5320506" cy="42100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13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/>
                        <a:t>File type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995" marR="67995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/>
                        <a:t>File extension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995" marR="67995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27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Graphics</a:t>
                      </a:r>
                      <a:endParaRPr lang="en-US" sz="2000" b="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jpeg, jpg, bmp, gif, tiff, png </a:t>
                      </a:r>
                      <a:endParaRPr lang="en-US" sz="2000" b="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Office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docx, xlsx, pptx, accdb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Audio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mp3, wav, cda, wma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Video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mp4, mpeg, asf, wmv, avi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Program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exe, com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47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Portable Document Format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pdf 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Compressed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zip, rar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(Plain) text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txt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Rich Text Format 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rtf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Hypertext Markup Language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html, xhtml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6866" y="915338"/>
            <a:ext cx="6798734" cy="716536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More about files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487089" y="6496597"/>
            <a:ext cx="595289" cy="290653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14</a:t>
            </a:fld>
            <a:endParaRPr lang="en-US" sz="1600" dirty="0"/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2018458"/>
            <a:ext cx="6106715" cy="42742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Action Button: Home 3">
            <a:hlinkClick r:id="rId4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/>
          <p:cNvSpPr txBox="1"/>
          <p:nvPr/>
        </p:nvSpPr>
        <p:spPr>
          <a:xfrm>
            <a:off x="1403648" y="1528217"/>
            <a:ext cx="6308775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400" dirty="0">
                <a:solidFill>
                  <a:schemeClr val="tx1"/>
                </a:solidFill>
              </a:rPr>
              <a:t>Common file types and extensions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781561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Working with files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76456" y="6494787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15</a:t>
            </a:fld>
            <a:endParaRPr lang="en-US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436096" y="1949931"/>
            <a:ext cx="2827536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2400" dirty="0"/>
              <a:t>T</a:t>
            </a:r>
            <a:r>
              <a:rPr lang="en-ZA" sz="2400" dirty="0">
                <a:latin typeface="+mn-lt"/>
              </a:rPr>
              <a:t>he main operations on files and folders</a:t>
            </a:r>
            <a:endParaRPr lang="en-US" sz="2400" dirty="0">
              <a:latin typeface="+mn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14348" y="3420963"/>
            <a:ext cx="17694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Rename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5786" y="4975843"/>
            <a:ext cx="14099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Sort</a:t>
            </a:r>
            <a:endParaRPr lang="en-US" sz="2400" b="0" dirty="0">
              <a:latin typeface="+mn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13206" y="2117183"/>
            <a:ext cx="2571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Copy or Move</a:t>
            </a:r>
            <a:endParaRPr lang="en-US" sz="2400" b="0" dirty="0">
              <a:latin typeface="+mn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13206" y="2613311"/>
            <a:ext cx="14825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Delete</a:t>
            </a:r>
            <a:endParaRPr lang="en-US" sz="2400" b="0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090" y="3136379"/>
            <a:ext cx="962025" cy="1171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841" y="3136379"/>
            <a:ext cx="1026263" cy="1171575"/>
          </a:xfrm>
          <a:prstGeom prst="rect">
            <a:avLst/>
          </a:prstGeom>
        </p:spPr>
      </p:pic>
      <p:cxnSp>
        <p:nvCxnSpPr>
          <p:cNvPr id="26" name="Straight Arrow Connector 25"/>
          <p:cNvCxnSpPr/>
          <p:nvPr/>
        </p:nvCxnSpPr>
        <p:spPr bwMode="auto">
          <a:xfrm flipV="1">
            <a:off x="3537871" y="3705441"/>
            <a:ext cx="818105" cy="11591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5090" y="4524722"/>
            <a:ext cx="5372100" cy="1352550"/>
          </a:xfrm>
          <a:prstGeom prst="rect">
            <a:avLst/>
          </a:prstGeom>
        </p:spPr>
      </p:pic>
      <p:sp>
        <p:nvSpPr>
          <p:cNvPr id="16" name="Action Button: Home 3">
            <a:hlinkClick r:id="rId6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3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78465" y="3106041"/>
            <a:ext cx="6595534" cy="610991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 4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89519" y="6507850"/>
            <a:ext cx="395510" cy="279400"/>
          </a:xfrm>
        </p:spPr>
        <p:txBody>
          <a:bodyPr/>
          <a:lstStyle/>
          <a:p>
            <a:fld id="{59DA856B-5D0F-40E0-906E-B87E535B8E93}" type="slidenum">
              <a:rPr lang="en-US" sz="1600" smtClean="0"/>
              <a:pPr/>
              <a:t>16</a:t>
            </a:fld>
            <a:endParaRPr lang="en-US" sz="1600" dirty="0"/>
          </a:p>
        </p:txBody>
      </p:sp>
      <p:sp>
        <p:nvSpPr>
          <p:cNvPr id="8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74754" name="AutoShape 56"/>
          <p:cNvSpPr>
            <a:spLocks noChangeArrowheads="1"/>
          </p:cNvSpPr>
          <p:nvPr/>
        </p:nvSpPr>
        <p:spPr bwMode="auto">
          <a:xfrm>
            <a:off x="3735040" y="1982762"/>
            <a:ext cx="4429156" cy="34623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900700"/>
            </a:solidFill>
            <a:round/>
            <a:headEnd/>
            <a:tailEnd/>
          </a:ln>
          <a:effectLst>
            <a:outerShdw dist="28398" dir="3806097" algn="ctr" rotWithShape="0">
              <a:srgbClr val="410600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Files deleted from the </a:t>
            </a:r>
            <a:r>
              <a:rPr kumimoji="0" lang="en-US" sz="2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hard drive</a:t>
            </a:r>
            <a:r>
              <a:rPr kumimoji="0" 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are automatically sent to the Recycle Bin.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You can recover a file if you have not emptied the Recycle Bin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sym typeface="Wingdings" panose="05000000000000000000" pitchFamily="2" charset="2"/>
              </a:rPr>
              <a:t>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But look out!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Files deleted from a network drive or from removable media (e.g. flash drive) are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NOT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sent to the Recycle Bin.</a:t>
            </a:r>
            <a:endParaRPr kumimoji="0" lang="en-US" sz="4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lt"/>
            </a:endParaRPr>
          </a:p>
        </p:txBody>
      </p:sp>
      <p:pic>
        <p:nvPicPr>
          <p:cNvPr id="16" name="Picture 1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759" y="2954179"/>
            <a:ext cx="2094803" cy="21141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2" name="TextBox 21"/>
          <p:cNvSpPr txBox="1"/>
          <p:nvPr/>
        </p:nvSpPr>
        <p:spPr>
          <a:xfrm>
            <a:off x="893021" y="1982762"/>
            <a:ext cx="252028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>
                <a:solidFill>
                  <a:schemeClr val="tx1"/>
                </a:solidFill>
                <a:latin typeface="+mj-lt"/>
              </a:rPr>
              <a:t>The Recycle Bin</a:t>
            </a:r>
            <a:endParaRPr lang="en-US" sz="28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879618"/>
            <a:ext cx="6798734" cy="796617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Working with files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86868" y="650785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17</a:t>
            </a:fld>
            <a:endParaRPr lang="en-US" sz="1600" dirty="0"/>
          </a:p>
        </p:txBody>
      </p:sp>
      <p:sp>
        <p:nvSpPr>
          <p:cNvPr id="11" name="Action Button: Home 3">
            <a:hlinkClick r:id="rId4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74754" name="AutoShape 56"/>
          <p:cNvSpPr>
            <a:spLocks noChangeArrowheads="1"/>
          </p:cNvSpPr>
          <p:nvPr/>
        </p:nvSpPr>
        <p:spPr bwMode="auto">
          <a:xfrm>
            <a:off x="755576" y="3308345"/>
            <a:ext cx="4248472" cy="202313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900700"/>
            </a:solidFill>
            <a:round/>
            <a:headEnd/>
            <a:tailEnd/>
          </a:ln>
          <a:effectLst>
            <a:outerShdw dist="28398" dir="3806097" algn="ctr" rotWithShape="0">
              <a:srgbClr val="410600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lvl="0" indent="-285750" defTabSz="914400" fontAlgn="base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76213" algn="l"/>
              </a:tabLst>
            </a:pPr>
            <a:r>
              <a:rPr lang="en-US" sz="2000" dirty="0"/>
              <a:t>In ‘Extra large icons’ view in Explorer, shortcuts appear with an arrow in the bottom left corner.</a:t>
            </a:r>
          </a:p>
          <a:p>
            <a:pPr marL="285750" lvl="0" indent="-285750" defTabSz="914400" fontAlgn="base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76213" algn="l"/>
              </a:tabLst>
            </a:pPr>
            <a:r>
              <a:rPr lang="en-ZA" sz="2000" dirty="0"/>
              <a:t>A shortcut only </a:t>
            </a:r>
            <a:r>
              <a:rPr lang="en-ZA" sz="2000" i="1" dirty="0"/>
              <a:t>points</a:t>
            </a:r>
            <a:r>
              <a:rPr lang="en-ZA" sz="2000" dirty="0"/>
              <a:t> to the original item – it is not the item itself</a:t>
            </a:r>
            <a:endParaRPr kumimoji="0" 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67644" y="1826821"/>
            <a:ext cx="640871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ts val="1000"/>
              </a:spcAft>
            </a:pPr>
            <a:r>
              <a:rPr lang="en-ZA" sz="2800" dirty="0"/>
              <a:t>You can create a shortcut to any file, folder or resource such as a printer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629929"/>
          </a:xfrm>
        </p:spPr>
        <p:txBody>
          <a:bodyPr>
            <a:normAutofit fontScale="90000"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Working with files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89519" y="650785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18</a:t>
            </a:fld>
            <a:endParaRPr lang="en-US" sz="1600" dirty="0"/>
          </a:p>
        </p:txBody>
      </p:sp>
      <p:pic>
        <p:nvPicPr>
          <p:cNvPr id="10" name="Picture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3308344"/>
            <a:ext cx="2864010" cy="2023135"/>
          </a:xfrm>
          <a:prstGeom prst="rect">
            <a:avLst/>
          </a:prstGeom>
        </p:spPr>
      </p:pic>
      <p:sp>
        <p:nvSpPr>
          <p:cNvPr id="11" name="Action Button: Home 3">
            <a:hlinkClick r:id="rId4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125123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74754" name="AutoShape 56"/>
          <p:cNvSpPr>
            <a:spLocks noChangeArrowheads="1"/>
          </p:cNvSpPr>
          <p:nvPr/>
        </p:nvSpPr>
        <p:spPr bwMode="auto">
          <a:xfrm>
            <a:off x="899592" y="2780928"/>
            <a:ext cx="3888432" cy="213678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900700"/>
            </a:solidFill>
            <a:round/>
            <a:headEnd/>
            <a:tailEnd/>
          </a:ln>
          <a:effectLst>
            <a:outerShdw dist="28398" dir="3806097" algn="ctr" rotWithShape="0">
              <a:srgbClr val="410600">
                <a:alpha val="50000"/>
              </a:srgbClr>
            </a:outerShdw>
          </a:effectLst>
        </p:spPr>
        <p:txBody>
          <a:bodyPr vert="horz" wrap="square" lIns="91440" tIns="45720" rIns="91440" bIns="45720" numCol="2" spcCol="360000" anchor="t" anchorCtr="0" compatLnSpc="1">
            <a:prstTxWarp prst="textNoShape">
              <a:avLst/>
            </a:prstTxWarp>
          </a:bodyPr>
          <a:lstStyle/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lang="en-US" sz="2400" dirty="0"/>
              <a:t>&lt;Ctrl&gt;&lt;X&gt;</a:t>
            </a:r>
          </a:p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&lt;Ctrl&gt;&lt;C&gt;</a:t>
            </a:r>
          </a:p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lang="en-US" sz="2400" dirty="0"/>
              <a:t>&lt;Ctrl&gt;&lt;V&gt;</a:t>
            </a:r>
          </a:p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lang="en-US" sz="2400" dirty="0"/>
              <a:t>&lt;Ctrl&gt;&lt;A&gt;</a:t>
            </a:r>
          </a:p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lang="en-US" sz="2400" dirty="0"/>
              <a:t>Cut</a:t>
            </a:r>
          </a:p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lang="en-US" sz="2400" dirty="0"/>
              <a:t>Copy</a:t>
            </a:r>
          </a:p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lang="en-US" sz="2400" dirty="0"/>
              <a:t>Paste</a:t>
            </a:r>
          </a:p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lang="en-US" sz="2400" dirty="0"/>
              <a:t>Select 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53698" y="1772816"/>
            <a:ext cx="543660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ts val="1000"/>
              </a:spcAft>
            </a:pPr>
            <a:r>
              <a:rPr lang="en-ZA" sz="2800" dirty="0"/>
              <a:t>Work smarter – use the keyboard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629929"/>
          </a:xfrm>
        </p:spPr>
        <p:txBody>
          <a:bodyPr>
            <a:normAutofit fontScale="90000"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Working with files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89519" y="650785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19</a:t>
            </a:fld>
            <a:endParaRPr lang="en-US" sz="1600" dirty="0"/>
          </a:p>
        </p:txBody>
      </p:sp>
      <p:sp>
        <p:nvSpPr>
          <p:cNvPr id="11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AutoShape 56"/>
          <p:cNvSpPr>
            <a:spLocks noChangeArrowheads="1"/>
          </p:cNvSpPr>
          <p:nvPr/>
        </p:nvSpPr>
        <p:spPr bwMode="auto">
          <a:xfrm>
            <a:off x="5220072" y="3476955"/>
            <a:ext cx="2951757" cy="203960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900700"/>
            </a:solidFill>
            <a:round/>
            <a:headEnd/>
            <a:tailEnd/>
          </a:ln>
          <a:effectLst>
            <a:outerShdw dist="28398" dir="3806097" algn="ctr" rotWithShape="0">
              <a:srgbClr val="410600">
                <a:alpha val="50000"/>
              </a:srgbClr>
            </a:outerShdw>
          </a:effectLst>
        </p:spPr>
        <p:txBody>
          <a:bodyPr vert="horz" wrap="square" lIns="91440" tIns="45720" rIns="91440" bIns="45720" numCol="1" spcCol="360000" anchor="ctr" anchorCtr="0" compatLnSpc="1">
            <a:prstTxWarp prst="textNoShape">
              <a:avLst/>
            </a:prstTxWarp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Use </a:t>
            </a:r>
            <a:r>
              <a:rPr lang="en-US" sz="2400" b="1" dirty="0">
                <a:solidFill>
                  <a:srgbClr val="FF0000"/>
                </a:solidFill>
              </a:rPr>
              <a:t>Shift</a:t>
            </a:r>
            <a:r>
              <a:rPr lang="en-US" sz="2400" dirty="0"/>
              <a:t> to select </a:t>
            </a:r>
            <a:r>
              <a:rPr lang="en-US" sz="2400" b="1" dirty="0">
                <a:solidFill>
                  <a:srgbClr val="FF0000"/>
                </a:solidFill>
              </a:rPr>
              <a:t>adjacent</a:t>
            </a:r>
            <a:r>
              <a:rPr lang="en-US" sz="2400" dirty="0"/>
              <a:t> files</a:t>
            </a:r>
          </a:p>
          <a:p>
            <a:r>
              <a:rPr lang="en-US" sz="2400" dirty="0"/>
              <a:t>Use </a:t>
            </a:r>
            <a:r>
              <a:rPr lang="en-US" sz="2400" b="1" dirty="0">
                <a:solidFill>
                  <a:srgbClr val="0070C0"/>
                </a:solidFill>
              </a:rPr>
              <a:t>Ctrl</a:t>
            </a:r>
            <a:r>
              <a:rPr lang="en-US" sz="2400" dirty="0"/>
              <a:t> to select </a:t>
            </a:r>
            <a:r>
              <a:rPr lang="en-US" sz="2400" b="1" dirty="0">
                <a:solidFill>
                  <a:srgbClr val="0070C0"/>
                </a:solidFill>
              </a:rPr>
              <a:t>non-adjacent</a:t>
            </a:r>
            <a:r>
              <a:rPr lang="en-US" sz="2400" dirty="0"/>
              <a:t> files</a:t>
            </a:r>
          </a:p>
        </p:txBody>
      </p:sp>
    </p:spTree>
    <p:extLst>
      <p:ext uri="{BB962C8B-B14F-4D97-AF65-F5344CB8AC3E}">
        <p14:creationId xmlns:p14="http://schemas.microsoft.com/office/powerpoint/2010/main" val="358003791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15616" y="803277"/>
            <a:ext cx="6798734" cy="608395"/>
          </a:xfrm>
        </p:spPr>
        <p:txBody>
          <a:bodyPr>
            <a:normAutofit fontScale="90000"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Working with files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80175" y="650785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20</a:t>
            </a:fld>
            <a:endParaRPr 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051720" y="1600491"/>
            <a:ext cx="515208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>
                <a:solidFill>
                  <a:schemeClr val="tx1"/>
                </a:solidFill>
                <a:latin typeface="+mn-lt"/>
              </a:rPr>
              <a:t>Converting between file types</a:t>
            </a:r>
            <a:endParaRPr lang="en-US" sz="28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3062" y="2590183"/>
            <a:ext cx="3335123" cy="110799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ZA" sz="2200" b="1" dirty="0">
                <a:latin typeface="+mn-lt"/>
              </a:rPr>
              <a:t>Save the file in a format that can be read by other types of programs</a:t>
            </a:r>
            <a:endParaRPr lang="en-US" sz="2200" b="1" dirty="0">
              <a:latin typeface="+mn-lt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953062" y="4098653"/>
            <a:ext cx="3035714" cy="1400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spcAft>
                <a:spcPts val="600"/>
              </a:spcAft>
            </a:pPr>
            <a:r>
              <a:rPr lang="en-ZA" sz="2000" b="1" dirty="0">
                <a:latin typeface="+mn-lt"/>
              </a:rPr>
              <a:t>This allows us to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000" b="0" dirty="0">
                <a:latin typeface="+mn-lt"/>
              </a:rPr>
              <a:t>Share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000" dirty="0"/>
              <a:t>Access the data with an older operating system</a:t>
            </a:r>
            <a:endParaRPr lang="en-US" sz="2000" dirty="0">
              <a:latin typeface="+mn-lt"/>
            </a:endParaRPr>
          </a:p>
        </p:txBody>
      </p:sp>
      <p:sp>
        <p:nvSpPr>
          <p:cNvPr id="28" name="Rectangle 1"/>
          <p:cNvSpPr>
            <a:spLocks noChangeArrowheads="1"/>
          </p:cNvSpPr>
          <p:nvPr/>
        </p:nvSpPr>
        <p:spPr bwMode="auto">
          <a:xfrm>
            <a:off x="4932040" y="2431718"/>
            <a:ext cx="34436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ZA" sz="2000" b="1" dirty="0">
                <a:latin typeface="+mn-lt"/>
              </a:rPr>
              <a:t>‘Save as type’ options in </a:t>
            </a:r>
            <a:r>
              <a:rPr lang="en-ZA" sz="2000" b="1" i="1" dirty="0">
                <a:latin typeface="+mn-lt"/>
              </a:rPr>
              <a:t>Word</a:t>
            </a:r>
            <a:endParaRPr kumimoji="0" lang="en-ZA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2924944"/>
            <a:ext cx="3406781" cy="3058056"/>
          </a:xfrm>
          <a:prstGeom prst="rect">
            <a:avLst/>
          </a:prstGeom>
        </p:spPr>
      </p:pic>
      <p:sp>
        <p:nvSpPr>
          <p:cNvPr id="13" name="Action Button: Home 3">
            <a:hlinkClick r:id="rId4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Oval 3"/>
          <p:cNvSpPr/>
          <p:nvPr/>
        </p:nvSpPr>
        <p:spPr>
          <a:xfrm>
            <a:off x="4788024" y="3145777"/>
            <a:ext cx="1008112" cy="39262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5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402018" y="6499218"/>
            <a:ext cx="667297" cy="303715"/>
          </a:xfrm>
        </p:spPr>
        <p:txBody>
          <a:bodyPr/>
          <a:lstStyle/>
          <a:p>
            <a:fld id="{59DA856B-5D0F-40E0-906E-B87E535B8E93}" type="slidenum">
              <a:rPr lang="en-US" sz="1600" smtClean="0"/>
              <a:pPr/>
              <a:t>21</a:t>
            </a:fld>
            <a:endParaRPr lang="en-US" sz="1600" dirty="0"/>
          </a:p>
        </p:txBody>
      </p:sp>
      <p:sp>
        <p:nvSpPr>
          <p:cNvPr id="10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6" name="TextBox 15"/>
          <p:cNvSpPr txBox="1"/>
          <p:nvPr/>
        </p:nvSpPr>
        <p:spPr>
          <a:xfrm>
            <a:off x="1763688" y="1727230"/>
            <a:ext cx="576064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solidFill>
                  <a:schemeClr val="tx1"/>
                </a:solidFill>
                <a:latin typeface="+mj-lt"/>
              </a:rPr>
              <a:t>Summary – concepts, terms and tips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713463"/>
          </a:xfrm>
        </p:spPr>
        <p:txBody>
          <a:bodyPr/>
          <a:lstStyle/>
          <a:p>
            <a:r>
              <a:rPr lang="en-US" dirty="0"/>
              <a:t>Test and improve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76456" y="651422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22</a:t>
            </a:fld>
            <a:endParaRPr lang="en-US" sz="1600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961386747"/>
              </p:ext>
            </p:extLst>
          </p:nvPr>
        </p:nvGraphicFramePr>
        <p:xfrm>
          <a:off x="1710730" y="2492896"/>
          <a:ext cx="5904656" cy="36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Action Button: Home 3">
            <a:hlinkClick r:id="rId8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78465" y="3106041"/>
            <a:ext cx="6595534" cy="610991"/>
          </a:xfrm>
        </p:spPr>
        <p:txBody>
          <a:bodyPr>
            <a:normAutofit fontScale="90000"/>
          </a:bodyPr>
          <a:lstStyle/>
          <a:p>
            <a:r>
              <a:rPr lang="en-US"/>
              <a:t>Written module activity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76456" y="6507850"/>
            <a:ext cx="395510" cy="279400"/>
          </a:xfrm>
        </p:spPr>
        <p:txBody>
          <a:bodyPr/>
          <a:lstStyle/>
          <a:p>
            <a:fld id="{59DA856B-5D0F-40E0-906E-B87E535B8E93}" type="slidenum">
              <a:rPr lang="en-US" sz="1600" smtClean="0"/>
              <a:pPr/>
              <a:t>23</a:t>
            </a:fld>
            <a:endParaRPr lang="en-US" sz="1600" dirty="0"/>
          </a:p>
        </p:txBody>
      </p:sp>
      <p:sp>
        <p:nvSpPr>
          <p:cNvPr id="10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94444302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10024</TotalTime>
  <Words>711</Words>
  <Application>Microsoft Office PowerPoint</Application>
  <PresentationFormat>On-screen Show (4:3)</PresentationFormat>
  <Paragraphs>192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Adobe Fangsong Std R</vt:lpstr>
      <vt:lpstr>Arial</vt:lpstr>
      <vt:lpstr>Calibri</vt:lpstr>
      <vt:lpstr>Garamond</vt:lpstr>
      <vt:lpstr>Times New Roman</vt:lpstr>
      <vt:lpstr>Wingdings</vt:lpstr>
      <vt:lpstr>Organic</vt:lpstr>
      <vt:lpstr>Module 1.4 </vt:lpstr>
      <vt:lpstr>Contents</vt:lpstr>
      <vt:lpstr>Introduction</vt:lpstr>
      <vt:lpstr>File/Windows Explorer</vt:lpstr>
      <vt:lpstr>Activities 1 &amp; 2 </vt:lpstr>
      <vt:lpstr>The need to organise</vt:lpstr>
      <vt:lpstr>Activity 3 </vt:lpstr>
      <vt:lpstr>More about files</vt:lpstr>
      <vt:lpstr>More about files</vt:lpstr>
      <vt:lpstr>More about files</vt:lpstr>
      <vt:lpstr>More about files</vt:lpstr>
      <vt:lpstr>More about files</vt:lpstr>
      <vt:lpstr>More about files</vt:lpstr>
      <vt:lpstr>More about files</vt:lpstr>
      <vt:lpstr>Working with files</vt:lpstr>
      <vt:lpstr>Activity 4</vt:lpstr>
      <vt:lpstr>Working with files</vt:lpstr>
      <vt:lpstr>Working with files</vt:lpstr>
      <vt:lpstr>Working with files</vt:lpstr>
      <vt:lpstr>Working with files</vt:lpstr>
      <vt:lpstr>Activity 5</vt:lpstr>
      <vt:lpstr>Test and improve</vt:lpstr>
      <vt:lpstr>Written module activity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1.4 </dc:title>
  <dc:creator>User</dc:creator>
  <cp:lastModifiedBy>Sandra Jacobs</cp:lastModifiedBy>
  <cp:revision>1</cp:revision>
  <dcterms:created xsi:type="dcterms:W3CDTF">2011-06-18T13:41:27Z</dcterms:created>
  <dcterms:modified xsi:type="dcterms:W3CDTF">2017-01-21T09:50:43Z</dcterms:modified>
</cp:coreProperties>
</file>