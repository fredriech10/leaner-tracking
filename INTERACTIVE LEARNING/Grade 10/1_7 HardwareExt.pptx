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7">
  <p:sldMasterIdLst>
    <p:sldMasterId id="2147483733" r:id="rId1"/>
  </p:sldMasterIdLst>
  <p:notesMasterIdLst>
    <p:notesMasterId r:id="rId33"/>
  </p:notesMasterIdLst>
  <p:sldIdLst>
    <p:sldId id="257" r:id="rId2"/>
    <p:sldId id="296" r:id="rId3"/>
    <p:sldId id="389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90" r:id="rId15"/>
    <p:sldId id="378" r:id="rId16"/>
    <p:sldId id="379" r:id="rId17"/>
    <p:sldId id="380" r:id="rId18"/>
    <p:sldId id="381" r:id="rId19"/>
    <p:sldId id="382" r:id="rId20"/>
    <p:sldId id="383" r:id="rId21"/>
    <p:sldId id="392" r:id="rId22"/>
    <p:sldId id="362" r:id="rId23"/>
    <p:sldId id="384" r:id="rId24"/>
    <p:sldId id="366" r:id="rId25"/>
    <p:sldId id="385" r:id="rId26"/>
    <p:sldId id="364" r:id="rId27"/>
    <p:sldId id="386" r:id="rId28"/>
    <p:sldId id="387" r:id="rId29"/>
    <p:sldId id="388" r:id="rId30"/>
    <p:sldId id="313" r:id="rId31"/>
    <p:sldId id="393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CCFF"/>
    <a:srgbClr val="0033CC"/>
    <a:srgbClr val="FF3399"/>
    <a:srgbClr val="FF0000"/>
    <a:srgbClr val="0066FF"/>
    <a:srgbClr val="000000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3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3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D6A59E-9B8E-4210-B55D-ED68AD74B6D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38C4524-C57C-4482-A0A1-6035EEC6CC11}">
      <dgm:prSet phldrT="[Text]"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ZA" dirty="0"/>
            <a:t>Accelerometer</a:t>
          </a:r>
          <a:endParaRPr lang="en-US" dirty="0"/>
        </a:p>
      </dgm:t>
    </dgm:pt>
    <dgm:pt modelId="{7F748B9B-F5A7-4A96-A755-577F46D4604F}" type="parTrans" cxnId="{50476B05-A451-41BE-AB4C-70AD7DA15354}">
      <dgm:prSet/>
      <dgm:spPr/>
      <dgm:t>
        <a:bodyPr/>
        <a:lstStyle/>
        <a:p>
          <a:endParaRPr lang="en-US"/>
        </a:p>
      </dgm:t>
    </dgm:pt>
    <dgm:pt modelId="{9C692088-13D0-45D1-B00E-4DF15E9DB838}" type="sibTrans" cxnId="{50476B05-A451-41BE-AB4C-70AD7DA15354}">
      <dgm:prSet/>
      <dgm:spPr/>
      <dgm:t>
        <a:bodyPr/>
        <a:lstStyle/>
        <a:p>
          <a:endParaRPr lang="en-US"/>
        </a:p>
      </dgm:t>
    </dgm:pt>
    <dgm:pt modelId="{10FEB213-4E3D-4BD6-A4CA-4FAFF53D7A86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ZA" dirty="0"/>
            <a:t>Detects movement</a:t>
          </a:r>
          <a:endParaRPr lang="en-US" dirty="0"/>
        </a:p>
      </dgm:t>
    </dgm:pt>
    <dgm:pt modelId="{0A630706-6436-49D8-9756-F20B2E139DEC}" type="parTrans" cxnId="{4B383B6E-95A1-46DA-ADC4-588E8B3B208A}">
      <dgm:prSet/>
      <dgm:spPr/>
      <dgm:t>
        <a:bodyPr/>
        <a:lstStyle/>
        <a:p>
          <a:endParaRPr lang="en-US"/>
        </a:p>
      </dgm:t>
    </dgm:pt>
    <dgm:pt modelId="{B49100DC-C5C4-4B14-83C5-A8FAFC0553AE}" type="sibTrans" cxnId="{4B383B6E-95A1-46DA-ADC4-588E8B3B208A}">
      <dgm:prSet/>
      <dgm:spPr/>
      <dgm:t>
        <a:bodyPr/>
        <a:lstStyle/>
        <a:p>
          <a:endParaRPr lang="en-US"/>
        </a:p>
      </dgm:t>
    </dgm:pt>
    <dgm:pt modelId="{9D2649A8-2A72-4D1E-B444-B61D177AA531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US" dirty="0"/>
            <a:t>Changes orientation of screen</a:t>
          </a:r>
        </a:p>
      </dgm:t>
    </dgm:pt>
    <dgm:pt modelId="{08904EEF-06AD-4A1F-9C94-C444804D2B1B}" type="parTrans" cxnId="{F21C9816-7634-49C2-A0DA-12CE155F0AD0}">
      <dgm:prSet/>
      <dgm:spPr/>
      <dgm:t>
        <a:bodyPr/>
        <a:lstStyle/>
        <a:p>
          <a:endParaRPr lang="en-US"/>
        </a:p>
      </dgm:t>
    </dgm:pt>
    <dgm:pt modelId="{33F8098E-4EAF-4938-9D62-BB85D726A042}" type="sibTrans" cxnId="{F21C9816-7634-49C2-A0DA-12CE155F0AD0}">
      <dgm:prSet/>
      <dgm:spPr/>
      <dgm:t>
        <a:bodyPr/>
        <a:lstStyle/>
        <a:p>
          <a:endParaRPr lang="en-US"/>
        </a:p>
      </dgm:t>
    </dgm:pt>
    <dgm:pt modelId="{C3356A73-711D-456C-870C-1CEDD144F72E}">
      <dgm:prSet phldrT="[Text]"/>
      <dgm:spPr/>
      <dgm:t>
        <a:bodyPr/>
        <a:lstStyle/>
        <a:p>
          <a:r>
            <a:rPr lang="en-US" dirty="0"/>
            <a:t>Temperature sensor</a:t>
          </a:r>
        </a:p>
      </dgm:t>
    </dgm:pt>
    <dgm:pt modelId="{AF54E14E-97B4-4543-8A20-25A8B199D061}" type="parTrans" cxnId="{97934B82-468B-4354-9D7B-C2C87166DF44}">
      <dgm:prSet/>
      <dgm:spPr/>
      <dgm:t>
        <a:bodyPr/>
        <a:lstStyle/>
        <a:p>
          <a:endParaRPr lang="en-US"/>
        </a:p>
      </dgm:t>
    </dgm:pt>
    <dgm:pt modelId="{B57C6D53-0245-41BE-B1BB-A2A612BBF5EF}" type="sibTrans" cxnId="{97934B82-468B-4354-9D7B-C2C87166DF44}">
      <dgm:prSet/>
      <dgm:spPr/>
      <dgm:t>
        <a:bodyPr/>
        <a:lstStyle/>
        <a:p>
          <a:endParaRPr lang="en-US"/>
        </a:p>
      </dgm:t>
    </dgm:pt>
    <dgm:pt modelId="{C1B7BEF5-FA55-4E38-B3CF-014FCE46F19A}">
      <dgm:prSet phldrT="[Text]"/>
      <dgm:spPr/>
      <dgm:t>
        <a:bodyPr/>
        <a:lstStyle/>
        <a:p>
          <a:r>
            <a:rPr lang="en-US" dirty="0"/>
            <a:t>Safeguards electronics</a:t>
          </a:r>
        </a:p>
      </dgm:t>
    </dgm:pt>
    <dgm:pt modelId="{0F99336D-05FB-4AD9-A0CC-534602F11D2C}" type="parTrans" cxnId="{D5A6229E-E172-4635-A9A2-F9D2D02CA40D}">
      <dgm:prSet/>
      <dgm:spPr/>
      <dgm:t>
        <a:bodyPr/>
        <a:lstStyle/>
        <a:p>
          <a:endParaRPr lang="en-US"/>
        </a:p>
      </dgm:t>
    </dgm:pt>
    <dgm:pt modelId="{712858F4-E552-4547-BBDA-5FBA389F879E}" type="sibTrans" cxnId="{D5A6229E-E172-4635-A9A2-F9D2D02CA40D}">
      <dgm:prSet/>
      <dgm:spPr/>
      <dgm:t>
        <a:bodyPr/>
        <a:lstStyle/>
        <a:p>
          <a:endParaRPr lang="en-US"/>
        </a:p>
      </dgm:t>
    </dgm:pt>
    <dgm:pt modelId="{ED682614-B3D4-4B09-B48E-2AC9D690C6F7}">
      <dgm:prSet phldrT="[Text]"/>
      <dgm:spPr/>
      <dgm:t>
        <a:bodyPr/>
        <a:lstStyle/>
        <a:p>
          <a:r>
            <a:rPr lang="en-US" dirty="0"/>
            <a:t>Light sensor</a:t>
          </a:r>
        </a:p>
      </dgm:t>
    </dgm:pt>
    <dgm:pt modelId="{22AC3CFE-B5AB-44D1-A112-397999CB3FFC}" type="parTrans" cxnId="{A8626251-F966-4EA6-AF4E-A24988052063}">
      <dgm:prSet/>
      <dgm:spPr/>
      <dgm:t>
        <a:bodyPr/>
        <a:lstStyle/>
        <a:p>
          <a:endParaRPr lang="en-US"/>
        </a:p>
      </dgm:t>
    </dgm:pt>
    <dgm:pt modelId="{B92FCD37-A31B-4628-9F66-68F65E6B950A}" type="sibTrans" cxnId="{A8626251-F966-4EA6-AF4E-A24988052063}">
      <dgm:prSet/>
      <dgm:spPr/>
      <dgm:t>
        <a:bodyPr/>
        <a:lstStyle/>
        <a:p>
          <a:endParaRPr lang="en-US"/>
        </a:p>
      </dgm:t>
    </dgm:pt>
    <dgm:pt modelId="{D5FE6301-9453-42FF-B856-5641ED71F1C6}">
      <dgm:prSet phldrT="[Text]"/>
      <dgm:spPr/>
      <dgm:t>
        <a:bodyPr/>
        <a:lstStyle/>
        <a:p>
          <a:r>
            <a:rPr lang="en-US" dirty="0"/>
            <a:t>Adjusts brightness of screen</a:t>
          </a:r>
        </a:p>
      </dgm:t>
    </dgm:pt>
    <dgm:pt modelId="{DA7DAF8F-14CD-4C60-BAB2-7A03156AA12F}" type="parTrans" cxnId="{5842916E-243C-4F65-9DBA-644E77534A17}">
      <dgm:prSet/>
      <dgm:spPr/>
      <dgm:t>
        <a:bodyPr/>
        <a:lstStyle/>
        <a:p>
          <a:endParaRPr lang="en-US"/>
        </a:p>
      </dgm:t>
    </dgm:pt>
    <dgm:pt modelId="{08B6C8C8-7574-4969-BCA3-A31F8B7C3CAC}" type="sibTrans" cxnId="{5842916E-243C-4F65-9DBA-644E77534A17}">
      <dgm:prSet/>
      <dgm:spPr/>
      <dgm:t>
        <a:bodyPr/>
        <a:lstStyle/>
        <a:p>
          <a:endParaRPr lang="en-US"/>
        </a:p>
      </dgm:t>
    </dgm:pt>
    <dgm:pt modelId="{4E629B62-E6FF-49F8-AA87-C7EFA45B06B8}">
      <dgm:prSet phldrT="[Text]"/>
      <dgm:spPr/>
      <dgm:t>
        <a:bodyPr/>
        <a:lstStyle/>
        <a:p>
          <a:r>
            <a:rPr lang="en-US" dirty="0"/>
            <a:t>Can switch off the screen</a:t>
          </a:r>
        </a:p>
      </dgm:t>
    </dgm:pt>
    <dgm:pt modelId="{11655B32-857F-4C6A-8A31-D191A50F7290}" type="parTrans" cxnId="{CC80373B-25FF-446B-AB5D-BDAD2F890821}">
      <dgm:prSet/>
      <dgm:spPr/>
      <dgm:t>
        <a:bodyPr/>
        <a:lstStyle/>
        <a:p>
          <a:endParaRPr lang="en-US"/>
        </a:p>
      </dgm:t>
    </dgm:pt>
    <dgm:pt modelId="{CB5C702D-C9A1-4A1E-8437-DA6B31B5089D}" type="sibTrans" cxnId="{CC80373B-25FF-446B-AB5D-BDAD2F890821}">
      <dgm:prSet/>
      <dgm:spPr/>
      <dgm:t>
        <a:bodyPr/>
        <a:lstStyle/>
        <a:p>
          <a:endParaRPr lang="en-US"/>
        </a:p>
      </dgm:t>
    </dgm:pt>
    <dgm:pt modelId="{3FC43008-34E7-44B1-886F-F97E3B00038A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US" dirty="0"/>
            <a:t>Acts as game controller</a:t>
          </a:r>
        </a:p>
      </dgm:t>
    </dgm:pt>
    <dgm:pt modelId="{DC20F870-BC24-4B68-8A82-3451C7AB2526}" type="parTrans" cxnId="{629FC720-DCB3-4159-B0E0-FD7C2990F34F}">
      <dgm:prSet/>
      <dgm:spPr/>
      <dgm:t>
        <a:bodyPr/>
        <a:lstStyle/>
        <a:p>
          <a:endParaRPr lang="en-US"/>
        </a:p>
      </dgm:t>
    </dgm:pt>
    <dgm:pt modelId="{C94A85AA-D932-4C2F-8836-99A8F2087BCD}" type="sibTrans" cxnId="{629FC720-DCB3-4159-B0E0-FD7C2990F34F}">
      <dgm:prSet/>
      <dgm:spPr/>
      <dgm:t>
        <a:bodyPr/>
        <a:lstStyle/>
        <a:p>
          <a:endParaRPr lang="en-US"/>
        </a:p>
      </dgm:t>
    </dgm:pt>
    <dgm:pt modelId="{0173959B-9FF1-43EB-8978-6960D489F7AE}">
      <dgm:prSet phldrT="[Text]"/>
      <dgm:spPr/>
      <dgm:t>
        <a:bodyPr/>
        <a:lstStyle/>
        <a:p>
          <a:r>
            <a:rPr lang="en-US" dirty="0"/>
            <a:t>Switches device off when too hot</a:t>
          </a:r>
        </a:p>
      </dgm:t>
    </dgm:pt>
    <dgm:pt modelId="{72B8DC48-B525-4096-BAD2-070D34C96F9E}" type="parTrans" cxnId="{164CCA71-AA93-4B6B-8D3F-3B263B8E5F5D}">
      <dgm:prSet/>
      <dgm:spPr/>
      <dgm:t>
        <a:bodyPr/>
        <a:lstStyle/>
        <a:p>
          <a:endParaRPr lang="en-US"/>
        </a:p>
      </dgm:t>
    </dgm:pt>
    <dgm:pt modelId="{44926574-A4AA-484C-B21C-4038D209BF0C}" type="sibTrans" cxnId="{164CCA71-AA93-4B6B-8D3F-3B263B8E5F5D}">
      <dgm:prSet/>
      <dgm:spPr/>
      <dgm:t>
        <a:bodyPr/>
        <a:lstStyle/>
        <a:p>
          <a:endParaRPr lang="en-US"/>
        </a:p>
      </dgm:t>
    </dgm:pt>
    <dgm:pt modelId="{2DB46C4A-3238-42DC-9219-05A7CB092D24}">
      <dgm:prSet/>
      <dgm:spPr/>
      <dgm:t>
        <a:bodyPr/>
        <a:lstStyle/>
        <a:p>
          <a:r>
            <a:rPr lang="en-US" dirty="0"/>
            <a:t>Electronic compass</a:t>
          </a:r>
        </a:p>
      </dgm:t>
    </dgm:pt>
    <dgm:pt modelId="{D113BFD1-6282-4532-B7C6-646514E5395A}" type="parTrans" cxnId="{D19F6A16-8D2A-4871-80A2-DDB36F32E34E}">
      <dgm:prSet/>
      <dgm:spPr/>
      <dgm:t>
        <a:bodyPr/>
        <a:lstStyle/>
        <a:p>
          <a:endParaRPr lang="en-US"/>
        </a:p>
      </dgm:t>
    </dgm:pt>
    <dgm:pt modelId="{7FF8FEE3-97BC-44F7-A438-677C8E2CDEF9}" type="sibTrans" cxnId="{D19F6A16-8D2A-4871-80A2-DDB36F32E34E}">
      <dgm:prSet/>
      <dgm:spPr/>
      <dgm:t>
        <a:bodyPr/>
        <a:lstStyle/>
        <a:p>
          <a:endParaRPr lang="en-US"/>
        </a:p>
      </dgm:t>
    </dgm:pt>
    <dgm:pt modelId="{5C12A4B6-36F1-4C85-B958-81FDE7B05413}">
      <dgm:prSet/>
      <dgm:spPr/>
      <dgm:t>
        <a:bodyPr/>
        <a:lstStyle/>
        <a:p>
          <a:r>
            <a:rPr lang="en-US" dirty="0"/>
            <a:t>Shows direction in which device is pointing</a:t>
          </a:r>
        </a:p>
      </dgm:t>
    </dgm:pt>
    <dgm:pt modelId="{0DCDFDD0-CF16-4DD0-A710-F517B3CD6E59}" type="parTrans" cxnId="{392D706E-26F7-48B5-B9E9-05E4FAFCD50B}">
      <dgm:prSet/>
      <dgm:spPr/>
      <dgm:t>
        <a:bodyPr/>
        <a:lstStyle/>
        <a:p>
          <a:endParaRPr lang="en-US"/>
        </a:p>
      </dgm:t>
    </dgm:pt>
    <dgm:pt modelId="{A55604F7-7917-4DCB-8920-25AB86133A49}" type="sibTrans" cxnId="{392D706E-26F7-48B5-B9E9-05E4FAFCD50B}">
      <dgm:prSet/>
      <dgm:spPr/>
      <dgm:t>
        <a:bodyPr/>
        <a:lstStyle/>
        <a:p>
          <a:endParaRPr lang="en-US"/>
        </a:p>
      </dgm:t>
    </dgm:pt>
    <dgm:pt modelId="{B3AEA11D-837C-4BAA-BC24-0954F8FE2006}" type="pres">
      <dgm:prSet presAssocID="{E1D6A59E-9B8E-4210-B55D-ED68AD74B6D0}" presName="Name0" presStyleCnt="0">
        <dgm:presLayoutVars>
          <dgm:dir/>
          <dgm:animLvl val="lvl"/>
          <dgm:resizeHandles val="exact"/>
        </dgm:presLayoutVars>
      </dgm:prSet>
      <dgm:spPr/>
    </dgm:pt>
    <dgm:pt modelId="{86D3ACE5-6F2A-4490-B5A0-55509ACB90B7}" type="pres">
      <dgm:prSet presAssocID="{638C4524-C57C-4482-A0A1-6035EEC6CC11}" presName="composite" presStyleCnt="0"/>
      <dgm:spPr/>
    </dgm:pt>
    <dgm:pt modelId="{57292B0E-DDCD-4AB8-99B8-29B41E3EB2B1}" type="pres">
      <dgm:prSet presAssocID="{638C4524-C57C-4482-A0A1-6035EEC6CC1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78E51D5-86BF-479A-9842-791C65BF9123}" type="pres">
      <dgm:prSet presAssocID="{638C4524-C57C-4482-A0A1-6035EEC6CC11}" presName="desTx" presStyleLbl="alignAccFollowNode1" presStyleIdx="0" presStyleCnt="4">
        <dgm:presLayoutVars>
          <dgm:bulletEnabled val="1"/>
        </dgm:presLayoutVars>
      </dgm:prSet>
      <dgm:spPr/>
    </dgm:pt>
    <dgm:pt modelId="{FD096537-6B5C-4B2A-ACE5-D8048289B642}" type="pres">
      <dgm:prSet presAssocID="{9C692088-13D0-45D1-B00E-4DF15E9DB838}" presName="space" presStyleCnt="0"/>
      <dgm:spPr/>
    </dgm:pt>
    <dgm:pt modelId="{4FEDE496-45CB-44B1-A474-6ED66E9B36DC}" type="pres">
      <dgm:prSet presAssocID="{C3356A73-711D-456C-870C-1CEDD144F72E}" presName="composite" presStyleCnt="0"/>
      <dgm:spPr/>
    </dgm:pt>
    <dgm:pt modelId="{446EE2BF-B7D2-4A2B-BA1F-B40F65067927}" type="pres">
      <dgm:prSet presAssocID="{C3356A73-711D-456C-870C-1CEDD144F72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5D6D168D-FCEA-4ADF-9C7E-753AC65E5536}" type="pres">
      <dgm:prSet presAssocID="{C3356A73-711D-456C-870C-1CEDD144F72E}" presName="desTx" presStyleLbl="alignAccFollowNode1" presStyleIdx="1" presStyleCnt="4">
        <dgm:presLayoutVars>
          <dgm:bulletEnabled val="1"/>
        </dgm:presLayoutVars>
      </dgm:prSet>
      <dgm:spPr/>
    </dgm:pt>
    <dgm:pt modelId="{171A42FB-A9B0-4B1F-9F88-CF4B56C9571B}" type="pres">
      <dgm:prSet presAssocID="{B57C6D53-0245-41BE-B1BB-A2A612BBF5EF}" presName="space" presStyleCnt="0"/>
      <dgm:spPr/>
    </dgm:pt>
    <dgm:pt modelId="{A76FA6B7-C067-4F79-B003-00022CDBA5F2}" type="pres">
      <dgm:prSet presAssocID="{ED682614-B3D4-4B09-B48E-2AC9D690C6F7}" presName="composite" presStyleCnt="0"/>
      <dgm:spPr/>
    </dgm:pt>
    <dgm:pt modelId="{FF54CD58-2125-4A91-A479-0DC5EA28947D}" type="pres">
      <dgm:prSet presAssocID="{ED682614-B3D4-4B09-B48E-2AC9D690C6F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0DC225E-8F50-4562-9BE4-F8371AB03081}" type="pres">
      <dgm:prSet presAssocID="{ED682614-B3D4-4B09-B48E-2AC9D690C6F7}" presName="desTx" presStyleLbl="alignAccFollowNode1" presStyleIdx="2" presStyleCnt="4">
        <dgm:presLayoutVars>
          <dgm:bulletEnabled val="1"/>
        </dgm:presLayoutVars>
      </dgm:prSet>
      <dgm:spPr/>
    </dgm:pt>
    <dgm:pt modelId="{3255E5C1-FDF8-420A-B449-A2D47B909A6C}" type="pres">
      <dgm:prSet presAssocID="{B92FCD37-A31B-4628-9F66-68F65E6B950A}" presName="space" presStyleCnt="0"/>
      <dgm:spPr/>
    </dgm:pt>
    <dgm:pt modelId="{B61735A7-F7CF-418A-9687-63AFCB46AB31}" type="pres">
      <dgm:prSet presAssocID="{2DB46C4A-3238-42DC-9219-05A7CB092D24}" presName="composite" presStyleCnt="0"/>
      <dgm:spPr/>
    </dgm:pt>
    <dgm:pt modelId="{8B84B31D-F691-44EF-8E38-C421365EA2F2}" type="pres">
      <dgm:prSet presAssocID="{2DB46C4A-3238-42DC-9219-05A7CB092D2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9790B01-9BEF-4E43-9F09-96A95036B565}" type="pres">
      <dgm:prSet presAssocID="{2DB46C4A-3238-42DC-9219-05A7CB092D2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20E43F5-902D-42D5-9F49-0B4F091FEABE}" type="presOf" srcId="{2DB46C4A-3238-42DC-9219-05A7CB092D24}" destId="{8B84B31D-F691-44EF-8E38-C421365EA2F2}" srcOrd="0" destOrd="0" presId="urn:microsoft.com/office/officeart/2005/8/layout/hList1"/>
    <dgm:cxn modelId="{B64835C8-389F-485F-8C7B-C206882AEB56}" type="presOf" srcId="{5C12A4B6-36F1-4C85-B958-81FDE7B05413}" destId="{89790B01-9BEF-4E43-9F09-96A95036B565}" srcOrd="0" destOrd="0" presId="urn:microsoft.com/office/officeart/2005/8/layout/hList1"/>
    <dgm:cxn modelId="{EBB83FD8-DF10-41AD-A4A2-F5D7D00114E0}" type="presOf" srcId="{9D2649A8-2A72-4D1E-B444-B61D177AA531}" destId="{D78E51D5-86BF-479A-9842-791C65BF9123}" srcOrd="0" destOrd="1" presId="urn:microsoft.com/office/officeart/2005/8/layout/hList1"/>
    <dgm:cxn modelId="{16E9DF7F-F8D8-47DF-827D-41BFD66A38B0}" type="presOf" srcId="{C1B7BEF5-FA55-4E38-B3CF-014FCE46F19A}" destId="{5D6D168D-FCEA-4ADF-9C7E-753AC65E5536}" srcOrd="0" destOrd="0" presId="urn:microsoft.com/office/officeart/2005/8/layout/hList1"/>
    <dgm:cxn modelId="{A84E5688-4B88-4644-97A2-5DB2BBD2975D}" type="presOf" srcId="{D5FE6301-9453-42FF-B856-5641ED71F1C6}" destId="{C0DC225E-8F50-4562-9BE4-F8371AB03081}" srcOrd="0" destOrd="0" presId="urn:microsoft.com/office/officeart/2005/8/layout/hList1"/>
    <dgm:cxn modelId="{50476B05-A451-41BE-AB4C-70AD7DA15354}" srcId="{E1D6A59E-9B8E-4210-B55D-ED68AD74B6D0}" destId="{638C4524-C57C-4482-A0A1-6035EEC6CC11}" srcOrd="0" destOrd="0" parTransId="{7F748B9B-F5A7-4A96-A755-577F46D4604F}" sibTransId="{9C692088-13D0-45D1-B00E-4DF15E9DB838}"/>
    <dgm:cxn modelId="{4B383B6E-95A1-46DA-ADC4-588E8B3B208A}" srcId="{638C4524-C57C-4482-A0A1-6035EEC6CC11}" destId="{10FEB213-4E3D-4BD6-A4CA-4FAFF53D7A86}" srcOrd="0" destOrd="0" parTransId="{0A630706-6436-49D8-9756-F20B2E139DEC}" sibTransId="{B49100DC-C5C4-4B14-83C5-A8FAFC0553AE}"/>
    <dgm:cxn modelId="{7A340815-5BA4-4020-9FF1-3F7C1FF01469}" type="presOf" srcId="{0173959B-9FF1-43EB-8978-6960D489F7AE}" destId="{5D6D168D-FCEA-4ADF-9C7E-753AC65E5536}" srcOrd="0" destOrd="1" presId="urn:microsoft.com/office/officeart/2005/8/layout/hList1"/>
    <dgm:cxn modelId="{5FA210E7-BF7E-4C6A-BA61-91C04FFEEC13}" type="presOf" srcId="{ED682614-B3D4-4B09-B48E-2AC9D690C6F7}" destId="{FF54CD58-2125-4A91-A479-0DC5EA28947D}" srcOrd="0" destOrd="0" presId="urn:microsoft.com/office/officeart/2005/8/layout/hList1"/>
    <dgm:cxn modelId="{5842916E-243C-4F65-9DBA-644E77534A17}" srcId="{ED682614-B3D4-4B09-B48E-2AC9D690C6F7}" destId="{D5FE6301-9453-42FF-B856-5641ED71F1C6}" srcOrd="0" destOrd="0" parTransId="{DA7DAF8F-14CD-4C60-BAB2-7A03156AA12F}" sibTransId="{08B6C8C8-7574-4969-BCA3-A31F8B7C3CAC}"/>
    <dgm:cxn modelId="{5F46AE6E-DCA6-4BB8-8037-398F0A479F6B}" type="presOf" srcId="{4E629B62-E6FF-49F8-AA87-C7EFA45B06B8}" destId="{C0DC225E-8F50-4562-9BE4-F8371AB03081}" srcOrd="0" destOrd="1" presId="urn:microsoft.com/office/officeart/2005/8/layout/hList1"/>
    <dgm:cxn modelId="{D19F6A16-8D2A-4871-80A2-DDB36F32E34E}" srcId="{E1D6A59E-9B8E-4210-B55D-ED68AD74B6D0}" destId="{2DB46C4A-3238-42DC-9219-05A7CB092D24}" srcOrd="3" destOrd="0" parTransId="{D113BFD1-6282-4532-B7C6-646514E5395A}" sibTransId="{7FF8FEE3-97BC-44F7-A438-677C8E2CDEF9}"/>
    <dgm:cxn modelId="{6FF92EF6-FEB9-4335-BE68-78B4994EDA0A}" type="presOf" srcId="{C3356A73-711D-456C-870C-1CEDD144F72E}" destId="{446EE2BF-B7D2-4A2B-BA1F-B40F65067927}" srcOrd="0" destOrd="0" presId="urn:microsoft.com/office/officeart/2005/8/layout/hList1"/>
    <dgm:cxn modelId="{5CCF3464-339A-4D1E-BCA5-69FA6BAEA986}" type="presOf" srcId="{638C4524-C57C-4482-A0A1-6035EEC6CC11}" destId="{57292B0E-DDCD-4AB8-99B8-29B41E3EB2B1}" srcOrd="0" destOrd="0" presId="urn:microsoft.com/office/officeart/2005/8/layout/hList1"/>
    <dgm:cxn modelId="{164CCA71-AA93-4B6B-8D3F-3B263B8E5F5D}" srcId="{C3356A73-711D-456C-870C-1CEDD144F72E}" destId="{0173959B-9FF1-43EB-8978-6960D489F7AE}" srcOrd="1" destOrd="0" parTransId="{72B8DC48-B525-4096-BAD2-070D34C96F9E}" sibTransId="{44926574-A4AA-484C-B21C-4038D209BF0C}"/>
    <dgm:cxn modelId="{629FC720-DCB3-4159-B0E0-FD7C2990F34F}" srcId="{638C4524-C57C-4482-A0A1-6035EEC6CC11}" destId="{3FC43008-34E7-44B1-886F-F97E3B00038A}" srcOrd="2" destOrd="0" parTransId="{DC20F870-BC24-4B68-8A82-3451C7AB2526}" sibTransId="{C94A85AA-D932-4C2F-8836-99A8F2087BCD}"/>
    <dgm:cxn modelId="{91983E43-B62C-4417-84F9-A3C39F6C73EC}" type="presOf" srcId="{10FEB213-4E3D-4BD6-A4CA-4FAFF53D7A86}" destId="{D78E51D5-86BF-479A-9842-791C65BF9123}" srcOrd="0" destOrd="0" presId="urn:microsoft.com/office/officeart/2005/8/layout/hList1"/>
    <dgm:cxn modelId="{A8626251-F966-4EA6-AF4E-A24988052063}" srcId="{E1D6A59E-9B8E-4210-B55D-ED68AD74B6D0}" destId="{ED682614-B3D4-4B09-B48E-2AC9D690C6F7}" srcOrd="2" destOrd="0" parTransId="{22AC3CFE-B5AB-44D1-A112-397999CB3FFC}" sibTransId="{B92FCD37-A31B-4628-9F66-68F65E6B950A}"/>
    <dgm:cxn modelId="{97934B82-468B-4354-9D7B-C2C87166DF44}" srcId="{E1D6A59E-9B8E-4210-B55D-ED68AD74B6D0}" destId="{C3356A73-711D-456C-870C-1CEDD144F72E}" srcOrd="1" destOrd="0" parTransId="{AF54E14E-97B4-4543-8A20-25A8B199D061}" sibTransId="{B57C6D53-0245-41BE-B1BB-A2A612BBF5EF}"/>
    <dgm:cxn modelId="{711877C1-0BBB-49A3-9C13-641E53B19A0A}" type="presOf" srcId="{3FC43008-34E7-44B1-886F-F97E3B00038A}" destId="{D78E51D5-86BF-479A-9842-791C65BF9123}" srcOrd="0" destOrd="2" presId="urn:microsoft.com/office/officeart/2005/8/layout/hList1"/>
    <dgm:cxn modelId="{CC80373B-25FF-446B-AB5D-BDAD2F890821}" srcId="{ED682614-B3D4-4B09-B48E-2AC9D690C6F7}" destId="{4E629B62-E6FF-49F8-AA87-C7EFA45B06B8}" srcOrd="1" destOrd="0" parTransId="{11655B32-857F-4C6A-8A31-D191A50F7290}" sibTransId="{CB5C702D-C9A1-4A1E-8437-DA6B31B5089D}"/>
    <dgm:cxn modelId="{9D005698-69CB-4CBB-9460-7B5C751A669F}" type="presOf" srcId="{E1D6A59E-9B8E-4210-B55D-ED68AD74B6D0}" destId="{B3AEA11D-837C-4BAA-BC24-0954F8FE2006}" srcOrd="0" destOrd="0" presId="urn:microsoft.com/office/officeart/2005/8/layout/hList1"/>
    <dgm:cxn modelId="{392D706E-26F7-48B5-B9E9-05E4FAFCD50B}" srcId="{2DB46C4A-3238-42DC-9219-05A7CB092D24}" destId="{5C12A4B6-36F1-4C85-B958-81FDE7B05413}" srcOrd="0" destOrd="0" parTransId="{0DCDFDD0-CF16-4DD0-A710-F517B3CD6E59}" sibTransId="{A55604F7-7917-4DCB-8920-25AB86133A49}"/>
    <dgm:cxn modelId="{F21C9816-7634-49C2-A0DA-12CE155F0AD0}" srcId="{638C4524-C57C-4482-A0A1-6035EEC6CC11}" destId="{9D2649A8-2A72-4D1E-B444-B61D177AA531}" srcOrd="1" destOrd="0" parTransId="{08904EEF-06AD-4A1F-9C94-C444804D2B1B}" sibTransId="{33F8098E-4EAF-4938-9D62-BB85D726A042}"/>
    <dgm:cxn modelId="{D5A6229E-E172-4635-A9A2-F9D2D02CA40D}" srcId="{C3356A73-711D-456C-870C-1CEDD144F72E}" destId="{C1B7BEF5-FA55-4E38-B3CF-014FCE46F19A}" srcOrd="0" destOrd="0" parTransId="{0F99336D-05FB-4AD9-A0CC-534602F11D2C}" sibTransId="{712858F4-E552-4547-BBDA-5FBA389F879E}"/>
    <dgm:cxn modelId="{D5FF3B96-0984-446A-8422-C607003BDEBF}" type="presParOf" srcId="{B3AEA11D-837C-4BAA-BC24-0954F8FE2006}" destId="{86D3ACE5-6F2A-4490-B5A0-55509ACB90B7}" srcOrd="0" destOrd="0" presId="urn:microsoft.com/office/officeart/2005/8/layout/hList1"/>
    <dgm:cxn modelId="{3408E7BA-D27C-4009-8DD6-7767DF5B3F52}" type="presParOf" srcId="{86D3ACE5-6F2A-4490-B5A0-55509ACB90B7}" destId="{57292B0E-DDCD-4AB8-99B8-29B41E3EB2B1}" srcOrd="0" destOrd="0" presId="urn:microsoft.com/office/officeart/2005/8/layout/hList1"/>
    <dgm:cxn modelId="{4479AEAD-2984-4F71-B7E9-02A0D676CBDE}" type="presParOf" srcId="{86D3ACE5-6F2A-4490-B5A0-55509ACB90B7}" destId="{D78E51D5-86BF-479A-9842-791C65BF9123}" srcOrd="1" destOrd="0" presId="urn:microsoft.com/office/officeart/2005/8/layout/hList1"/>
    <dgm:cxn modelId="{B89295F4-D920-4995-B4EE-E2B1AD137B5F}" type="presParOf" srcId="{B3AEA11D-837C-4BAA-BC24-0954F8FE2006}" destId="{FD096537-6B5C-4B2A-ACE5-D8048289B642}" srcOrd="1" destOrd="0" presId="urn:microsoft.com/office/officeart/2005/8/layout/hList1"/>
    <dgm:cxn modelId="{1AEF815F-89AB-4975-B096-11AEC17FBFD1}" type="presParOf" srcId="{B3AEA11D-837C-4BAA-BC24-0954F8FE2006}" destId="{4FEDE496-45CB-44B1-A474-6ED66E9B36DC}" srcOrd="2" destOrd="0" presId="urn:microsoft.com/office/officeart/2005/8/layout/hList1"/>
    <dgm:cxn modelId="{91C340DC-2012-4056-9D80-1C4E218A1087}" type="presParOf" srcId="{4FEDE496-45CB-44B1-A474-6ED66E9B36DC}" destId="{446EE2BF-B7D2-4A2B-BA1F-B40F65067927}" srcOrd="0" destOrd="0" presId="urn:microsoft.com/office/officeart/2005/8/layout/hList1"/>
    <dgm:cxn modelId="{6ABD8D01-1E8D-42A3-A169-758CA80E642E}" type="presParOf" srcId="{4FEDE496-45CB-44B1-A474-6ED66E9B36DC}" destId="{5D6D168D-FCEA-4ADF-9C7E-753AC65E5536}" srcOrd="1" destOrd="0" presId="urn:microsoft.com/office/officeart/2005/8/layout/hList1"/>
    <dgm:cxn modelId="{EFF3C829-54AB-42AC-BE18-ACC06CC2A280}" type="presParOf" srcId="{B3AEA11D-837C-4BAA-BC24-0954F8FE2006}" destId="{171A42FB-A9B0-4B1F-9F88-CF4B56C9571B}" srcOrd="3" destOrd="0" presId="urn:microsoft.com/office/officeart/2005/8/layout/hList1"/>
    <dgm:cxn modelId="{EA2120A1-877E-4C61-8204-1C6410872AE0}" type="presParOf" srcId="{B3AEA11D-837C-4BAA-BC24-0954F8FE2006}" destId="{A76FA6B7-C067-4F79-B003-00022CDBA5F2}" srcOrd="4" destOrd="0" presId="urn:microsoft.com/office/officeart/2005/8/layout/hList1"/>
    <dgm:cxn modelId="{D0472F79-F420-4FD5-BE47-3CC262E6BC34}" type="presParOf" srcId="{A76FA6B7-C067-4F79-B003-00022CDBA5F2}" destId="{FF54CD58-2125-4A91-A479-0DC5EA28947D}" srcOrd="0" destOrd="0" presId="urn:microsoft.com/office/officeart/2005/8/layout/hList1"/>
    <dgm:cxn modelId="{D36441DE-1A5A-4AD1-8246-959AF89BE843}" type="presParOf" srcId="{A76FA6B7-C067-4F79-B003-00022CDBA5F2}" destId="{C0DC225E-8F50-4562-9BE4-F8371AB03081}" srcOrd="1" destOrd="0" presId="urn:microsoft.com/office/officeart/2005/8/layout/hList1"/>
    <dgm:cxn modelId="{FCAEE9CA-2CA5-483D-AF0D-B879ADAF0C40}" type="presParOf" srcId="{B3AEA11D-837C-4BAA-BC24-0954F8FE2006}" destId="{3255E5C1-FDF8-420A-B449-A2D47B909A6C}" srcOrd="5" destOrd="0" presId="urn:microsoft.com/office/officeart/2005/8/layout/hList1"/>
    <dgm:cxn modelId="{D2E4A3EF-DA21-4992-B647-7EC649AEB66C}" type="presParOf" srcId="{B3AEA11D-837C-4BAA-BC24-0954F8FE2006}" destId="{B61735A7-F7CF-418A-9687-63AFCB46AB31}" srcOrd="6" destOrd="0" presId="urn:microsoft.com/office/officeart/2005/8/layout/hList1"/>
    <dgm:cxn modelId="{6AC26677-1FBD-45F0-A1A6-561032D56AF1}" type="presParOf" srcId="{B61735A7-F7CF-418A-9687-63AFCB46AB31}" destId="{8B84B31D-F691-44EF-8E38-C421365EA2F2}" srcOrd="0" destOrd="0" presId="urn:microsoft.com/office/officeart/2005/8/layout/hList1"/>
    <dgm:cxn modelId="{27CB1839-CBC0-4E5F-92F9-677491A1FFF9}" type="presParOf" srcId="{B61735A7-F7CF-418A-9687-63AFCB46AB31}" destId="{89790B01-9BEF-4E43-9F09-96A95036B5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16E470-7859-4F9B-BDFD-6D526E11DE39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D3FCCA01-11D4-4154-8E7D-251D8416F553}">
      <dgm:prSet phldrT="[Text]"/>
      <dgm:spPr/>
      <dgm:t>
        <a:bodyPr/>
        <a:lstStyle/>
        <a:p>
          <a:r>
            <a:rPr lang="en-ZA" b="1" dirty="0"/>
            <a:t>Input and Output Devices</a:t>
          </a:r>
        </a:p>
      </dgm:t>
    </dgm:pt>
    <dgm:pt modelId="{D8E66A50-97DB-4B50-9BCE-5511898E871E}" type="parTrans" cxnId="{6EF236BF-EE65-4CF4-9D00-C13BCA986C41}">
      <dgm:prSet/>
      <dgm:spPr/>
      <dgm:t>
        <a:bodyPr/>
        <a:lstStyle/>
        <a:p>
          <a:endParaRPr lang="en-ZA"/>
        </a:p>
      </dgm:t>
    </dgm:pt>
    <dgm:pt modelId="{B3579122-5F35-4D98-943B-6435174F3C3E}" type="sibTrans" cxnId="{6EF236BF-EE65-4CF4-9D00-C13BCA986C41}">
      <dgm:prSet/>
      <dgm:spPr/>
      <dgm:t>
        <a:bodyPr/>
        <a:lstStyle/>
        <a:p>
          <a:endParaRPr lang="en-ZA"/>
        </a:p>
      </dgm:t>
    </dgm:pt>
    <dgm:pt modelId="{4A3EB589-7328-4C27-8ACB-8C181DD20BA6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Pointing devices</a:t>
          </a:r>
          <a:endParaRPr lang="en-ZA" dirty="0"/>
        </a:p>
      </dgm:t>
    </dgm:pt>
    <dgm:pt modelId="{291499E0-3C8E-4432-BA7D-F6FDA9130C6B}" type="parTrans" cxnId="{BB3BDB5B-C77C-41E5-8001-4F88374EF62E}">
      <dgm:prSet/>
      <dgm:spPr/>
      <dgm:t>
        <a:bodyPr/>
        <a:lstStyle/>
        <a:p>
          <a:endParaRPr lang="en-ZA"/>
        </a:p>
      </dgm:t>
    </dgm:pt>
    <dgm:pt modelId="{A8AE58D1-ACE8-4C5D-B034-BB202B6E1111}" type="sibTrans" cxnId="{BB3BDB5B-C77C-41E5-8001-4F88374EF62E}">
      <dgm:prSet/>
      <dgm:spPr/>
      <dgm:t>
        <a:bodyPr/>
        <a:lstStyle/>
        <a:p>
          <a:endParaRPr lang="en-ZA"/>
        </a:p>
      </dgm:t>
    </dgm:pt>
    <dgm:pt modelId="{8BD13F80-706B-46F6-8822-4AD4B4942B6D}">
      <dgm:prSet/>
      <dgm:spPr/>
      <dgm:t>
        <a:bodyPr/>
        <a:lstStyle/>
        <a:p>
          <a:r>
            <a:rPr lang="en-ZA" b="1" dirty="0"/>
            <a:t>Storage devices and media</a:t>
          </a:r>
        </a:p>
      </dgm:t>
    </dgm:pt>
    <dgm:pt modelId="{A9868D13-FAA3-4CFA-B9E9-CA8915C06E8B}" type="parTrans" cxnId="{2A55A1FC-59E4-40B6-B5D9-8A11B0AE4058}">
      <dgm:prSet/>
      <dgm:spPr/>
      <dgm:t>
        <a:bodyPr/>
        <a:lstStyle/>
        <a:p>
          <a:endParaRPr lang="en-ZA"/>
        </a:p>
      </dgm:t>
    </dgm:pt>
    <dgm:pt modelId="{5323DF97-DBA9-41EE-AD33-65D43451AEDE}" type="sibTrans" cxnId="{2A55A1FC-59E4-40B6-B5D9-8A11B0AE4058}">
      <dgm:prSet/>
      <dgm:spPr/>
      <dgm:t>
        <a:bodyPr/>
        <a:lstStyle/>
        <a:p>
          <a:endParaRPr lang="en-ZA"/>
        </a:p>
      </dgm:t>
    </dgm:pt>
    <dgm:pt modelId="{0201021E-C91C-44A9-8109-4D7EF6867C90}">
      <dgm:prSet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CD, DVD, Blu-ray</a:t>
          </a:r>
          <a:endParaRPr lang="en-ZA" dirty="0"/>
        </a:p>
      </dgm:t>
    </dgm:pt>
    <dgm:pt modelId="{0956AA0A-D4B5-4C40-92A2-7D8D05BBDBF2}" type="parTrans" cxnId="{063F06BE-1750-4C9B-95A8-5EAF29984B83}">
      <dgm:prSet/>
      <dgm:spPr/>
      <dgm:t>
        <a:bodyPr/>
        <a:lstStyle/>
        <a:p>
          <a:endParaRPr lang="en-ZA"/>
        </a:p>
      </dgm:t>
    </dgm:pt>
    <dgm:pt modelId="{39313A05-6C07-4F37-B47B-4EF7FC3F22C0}" type="sibTrans" cxnId="{063F06BE-1750-4C9B-95A8-5EAF29984B83}">
      <dgm:prSet/>
      <dgm:spPr/>
      <dgm:t>
        <a:bodyPr/>
        <a:lstStyle/>
        <a:p>
          <a:endParaRPr lang="en-ZA"/>
        </a:p>
      </dgm:t>
    </dgm:pt>
    <dgm:pt modelId="{C498785C-476E-4072-9AEB-2FF5F7D8D3F3}">
      <dgm:prSet/>
      <dgm:spPr/>
      <dgm:t>
        <a:bodyPr/>
        <a:lstStyle/>
        <a:p>
          <a:r>
            <a:rPr lang="en-ZA" b="1" dirty="0"/>
            <a:t>Processing</a:t>
          </a:r>
        </a:p>
      </dgm:t>
    </dgm:pt>
    <dgm:pt modelId="{6F7EFC1D-323A-4F26-B3D9-ABAD5C844804}" type="parTrans" cxnId="{89F58CE0-A761-47CA-8161-DAFE3DB1B3CA}">
      <dgm:prSet/>
      <dgm:spPr/>
      <dgm:t>
        <a:bodyPr/>
        <a:lstStyle/>
        <a:p>
          <a:endParaRPr lang="en-ZA"/>
        </a:p>
      </dgm:t>
    </dgm:pt>
    <dgm:pt modelId="{0E2559EA-48FD-454D-B2A2-FB8D0224EF75}" type="sibTrans" cxnId="{89F58CE0-A761-47CA-8161-DAFE3DB1B3CA}">
      <dgm:prSet/>
      <dgm:spPr/>
      <dgm:t>
        <a:bodyPr/>
        <a:lstStyle/>
        <a:p>
          <a:endParaRPr lang="en-ZA"/>
        </a:p>
      </dgm:t>
    </dgm:pt>
    <dgm:pt modelId="{A30260FA-7180-DF47-AB02-E3A121E6E705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CPU</a:t>
          </a:r>
          <a:endParaRPr lang="en-ZA" dirty="0"/>
        </a:p>
      </dgm:t>
    </dgm:pt>
    <dgm:pt modelId="{A86C8BFD-DAB2-524F-B547-06D6A90F81B1}" type="parTrans" cxnId="{6FBD0D21-E55B-404E-9669-E013863B778B}">
      <dgm:prSet/>
      <dgm:spPr/>
      <dgm:t>
        <a:bodyPr/>
        <a:lstStyle/>
        <a:p>
          <a:endParaRPr lang="en-US"/>
        </a:p>
      </dgm:t>
    </dgm:pt>
    <dgm:pt modelId="{4351B437-06BB-354D-B72C-A42EDB4808CB}" type="sibTrans" cxnId="{6FBD0D21-E55B-404E-9669-E013863B778B}">
      <dgm:prSet/>
      <dgm:spPr/>
      <dgm:t>
        <a:bodyPr/>
        <a:lstStyle/>
        <a:p>
          <a:endParaRPr lang="en-US"/>
        </a:p>
      </dgm:t>
    </dgm:pt>
    <dgm:pt modelId="{DD82C429-100F-40F4-A68C-8C8ABB1B877C}">
      <dgm:prSet/>
      <dgm:spPr/>
      <dgm:t>
        <a:bodyPr/>
        <a:lstStyle/>
        <a:p>
          <a:pPr>
            <a:spcAft>
              <a:spcPts val="600"/>
            </a:spcAft>
          </a:pPr>
          <a:r>
            <a:rPr lang="en-GB"/>
            <a:t>Sensors</a:t>
          </a:r>
          <a:endParaRPr lang="en-GB" dirty="0"/>
        </a:p>
      </dgm:t>
    </dgm:pt>
    <dgm:pt modelId="{D797E089-C6AF-41AD-9CE9-E049F3EE9F93}" type="parTrans" cxnId="{88B67E99-3B6E-4CFB-B623-55A9B950B1EE}">
      <dgm:prSet/>
      <dgm:spPr/>
      <dgm:t>
        <a:bodyPr/>
        <a:lstStyle/>
        <a:p>
          <a:endParaRPr lang="en-US"/>
        </a:p>
      </dgm:t>
    </dgm:pt>
    <dgm:pt modelId="{6CB793DC-A46C-4ABC-A77C-DDDF2A166094}" type="sibTrans" cxnId="{88B67E99-3B6E-4CFB-B623-55A9B950B1EE}">
      <dgm:prSet/>
      <dgm:spPr/>
      <dgm:t>
        <a:bodyPr/>
        <a:lstStyle/>
        <a:p>
          <a:endParaRPr lang="en-US"/>
        </a:p>
      </dgm:t>
    </dgm:pt>
    <dgm:pt modelId="{6F14A737-07AE-41B9-A3AB-13C447AA6D74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Gaming devices</a:t>
          </a:r>
        </a:p>
      </dgm:t>
    </dgm:pt>
    <dgm:pt modelId="{16468656-DD2E-444F-B1F6-4A3FAA3D39D3}" type="parTrans" cxnId="{F93C6643-8C8F-4809-9A8C-94037901B918}">
      <dgm:prSet/>
      <dgm:spPr/>
      <dgm:t>
        <a:bodyPr/>
        <a:lstStyle/>
        <a:p>
          <a:endParaRPr lang="en-US"/>
        </a:p>
      </dgm:t>
    </dgm:pt>
    <dgm:pt modelId="{B329BC5B-82C3-4E71-AD5C-863F7E3FF19D}" type="sibTrans" cxnId="{F93C6643-8C8F-4809-9A8C-94037901B918}">
      <dgm:prSet/>
      <dgm:spPr/>
      <dgm:t>
        <a:bodyPr/>
        <a:lstStyle/>
        <a:p>
          <a:endParaRPr lang="en-US"/>
        </a:p>
      </dgm:t>
    </dgm:pt>
    <dgm:pt modelId="{38AE6FDC-BE7B-4144-8587-2C724C1B36AD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Digital cameras</a:t>
          </a:r>
        </a:p>
      </dgm:t>
    </dgm:pt>
    <dgm:pt modelId="{A4745FDC-9963-41E6-8E59-26AA238B4DE2}" type="parTrans" cxnId="{728DC342-C305-412F-8DF1-CD1D8759E36A}">
      <dgm:prSet/>
      <dgm:spPr/>
      <dgm:t>
        <a:bodyPr/>
        <a:lstStyle/>
        <a:p>
          <a:endParaRPr lang="en-US"/>
        </a:p>
      </dgm:t>
    </dgm:pt>
    <dgm:pt modelId="{F71C37B8-A0AC-4E93-9720-9A4F62BFEE58}" type="sibTrans" cxnId="{728DC342-C305-412F-8DF1-CD1D8759E36A}">
      <dgm:prSet/>
      <dgm:spPr/>
      <dgm:t>
        <a:bodyPr/>
        <a:lstStyle/>
        <a:p>
          <a:endParaRPr lang="en-US"/>
        </a:p>
      </dgm:t>
    </dgm:pt>
    <dgm:pt modelId="{830CD050-EC44-4BDD-BA2D-E630C9A18EB3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Scanners and reading devices</a:t>
          </a:r>
        </a:p>
      </dgm:t>
    </dgm:pt>
    <dgm:pt modelId="{FCF81525-2AAF-450F-972A-6497041EBA64}" type="parTrans" cxnId="{9A605F88-6F71-48AC-88B2-73152D0416C4}">
      <dgm:prSet/>
      <dgm:spPr/>
      <dgm:t>
        <a:bodyPr/>
        <a:lstStyle/>
        <a:p>
          <a:endParaRPr lang="en-US"/>
        </a:p>
      </dgm:t>
    </dgm:pt>
    <dgm:pt modelId="{580AFA95-7160-4CF3-B6FD-6960F05DA4E3}" type="sibTrans" cxnId="{9A605F88-6F71-48AC-88B2-73152D0416C4}">
      <dgm:prSet/>
      <dgm:spPr/>
      <dgm:t>
        <a:bodyPr/>
        <a:lstStyle/>
        <a:p>
          <a:endParaRPr lang="en-US"/>
        </a:p>
      </dgm:t>
    </dgm:pt>
    <dgm:pt modelId="{2F333CB8-9DA1-420A-B56C-D7504F6660EE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Video and audio input</a:t>
          </a:r>
        </a:p>
      </dgm:t>
    </dgm:pt>
    <dgm:pt modelId="{A5FD3CCF-FC28-4AFE-9043-1DECF01CF482}" type="parTrans" cxnId="{D7276F86-1354-46F7-BB8B-25D8D8872EE0}">
      <dgm:prSet/>
      <dgm:spPr/>
      <dgm:t>
        <a:bodyPr/>
        <a:lstStyle/>
        <a:p>
          <a:endParaRPr lang="en-US"/>
        </a:p>
      </dgm:t>
    </dgm:pt>
    <dgm:pt modelId="{35BC86DE-FEBE-4021-88AE-37C6274D4F8A}" type="sibTrans" cxnId="{D7276F86-1354-46F7-BB8B-25D8D8872EE0}">
      <dgm:prSet/>
      <dgm:spPr/>
      <dgm:t>
        <a:bodyPr/>
        <a:lstStyle/>
        <a:p>
          <a:endParaRPr lang="en-US"/>
        </a:p>
      </dgm:t>
    </dgm:pt>
    <dgm:pt modelId="{B11FBCF0-DC3F-4477-AF72-3FE2C6C772C8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Audio output</a:t>
          </a:r>
        </a:p>
      </dgm:t>
    </dgm:pt>
    <dgm:pt modelId="{8EC6104B-9FC1-472A-941D-4A1061793BA5}" type="parTrans" cxnId="{A6EB594F-2A25-4364-B629-1595464C3807}">
      <dgm:prSet/>
      <dgm:spPr/>
      <dgm:t>
        <a:bodyPr/>
        <a:lstStyle/>
        <a:p>
          <a:endParaRPr lang="en-US"/>
        </a:p>
      </dgm:t>
    </dgm:pt>
    <dgm:pt modelId="{81467E19-F5EF-47CD-AA74-2057D7677309}" type="sibTrans" cxnId="{A6EB594F-2A25-4364-B629-1595464C3807}">
      <dgm:prSet/>
      <dgm:spPr/>
      <dgm:t>
        <a:bodyPr/>
        <a:lstStyle/>
        <a:p>
          <a:endParaRPr lang="en-US"/>
        </a:p>
      </dgm:t>
    </dgm:pt>
    <dgm:pt modelId="{4FCF78E3-5601-4954-999E-5C4465AB779B}">
      <dgm:prSet/>
      <dgm:spPr/>
      <dgm:t>
        <a:bodyPr/>
        <a:lstStyle/>
        <a:p>
          <a:pPr>
            <a:spcAft>
              <a:spcPts val="600"/>
            </a:spcAft>
          </a:pPr>
          <a:r>
            <a:rPr lang="en-GB"/>
            <a:t>Data projectors</a:t>
          </a:r>
          <a:endParaRPr lang="en-GB" dirty="0"/>
        </a:p>
      </dgm:t>
    </dgm:pt>
    <dgm:pt modelId="{45C81FD1-77D1-4C43-92AF-D15E121DCC1E}" type="parTrans" cxnId="{173DA71B-D201-49B9-A27F-923A94916841}">
      <dgm:prSet/>
      <dgm:spPr/>
      <dgm:t>
        <a:bodyPr/>
        <a:lstStyle/>
        <a:p>
          <a:endParaRPr lang="en-US"/>
        </a:p>
      </dgm:t>
    </dgm:pt>
    <dgm:pt modelId="{1E3F688B-F8D2-4F5C-B782-494D05C95B25}" type="sibTrans" cxnId="{173DA71B-D201-49B9-A27F-923A94916841}">
      <dgm:prSet/>
      <dgm:spPr/>
      <dgm:t>
        <a:bodyPr/>
        <a:lstStyle/>
        <a:p>
          <a:endParaRPr lang="en-US"/>
        </a:p>
      </dgm:t>
    </dgm:pt>
    <dgm:pt modelId="{11187069-4D39-4B1C-978C-ED3E72625039}">
      <dgm:prSet/>
      <dgm:spPr/>
      <dgm:t>
        <a:bodyPr/>
        <a:lstStyle/>
        <a:p>
          <a:pPr>
            <a:spcAft>
              <a:spcPct val="15000"/>
            </a:spcAft>
          </a:pPr>
          <a:r>
            <a:rPr lang="en-GB" dirty="0"/>
            <a:t>Multi-function printers</a:t>
          </a:r>
        </a:p>
      </dgm:t>
    </dgm:pt>
    <dgm:pt modelId="{B6ADE006-56D3-47EB-A872-C6E76BB9ABBD}" type="parTrans" cxnId="{F98F0BAD-DE1A-464D-97DD-724E68187C94}">
      <dgm:prSet/>
      <dgm:spPr/>
      <dgm:t>
        <a:bodyPr/>
        <a:lstStyle/>
        <a:p>
          <a:endParaRPr lang="en-US"/>
        </a:p>
      </dgm:t>
    </dgm:pt>
    <dgm:pt modelId="{2FA01C39-ED5D-4E2B-BC84-6C43D2EC168C}" type="sibTrans" cxnId="{F98F0BAD-DE1A-464D-97DD-724E68187C94}">
      <dgm:prSet/>
      <dgm:spPr/>
      <dgm:t>
        <a:bodyPr/>
        <a:lstStyle/>
        <a:p>
          <a:endParaRPr lang="en-US"/>
        </a:p>
      </dgm:t>
    </dgm:pt>
    <dgm:pt modelId="{85165076-3E30-479A-931F-2858526F34BA}">
      <dgm:prSet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Memory cards</a:t>
          </a:r>
        </a:p>
      </dgm:t>
    </dgm:pt>
    <dgm:pt modelId="{76AD9124-C5C8-49AA-8440-93F9E23AE391}" type="parTrans" cxnId="{7A7B3FA4-60AB-400C-9299-55EBCBE61506}">
      <dgm:prSet/>
      <dgm:spPr/>
      <dgm:t>
        <a:bodyPr/>
        <a:lstStyle/>
        <a:p>
          <a:endParaRPr lang="en-US"/>
        </a:p>
      </dgm:t>
    </dgm:pt>
    <dgm:pt modelId="{5261AB18-95D2-4B9A-8F41-66E1FA7D1C48}" type="sibTrans" cxnId="{7A7B3FA4-60AB-400C-9299-55EBCBE61506}">
      <dgm:prSet/>
      <dgm:spPr/>
      <dgm:t>
        <a:bodyPr/>
        <a:lstStyle/>
        <a:p>
          <a:endParaRPr lang="en-US"/>
        </a:p>
      </dgm:t>
    </dgm:pt>
    <dgm:pt modelId="{AE584CFD-BA80-4122-BBA2-7DF594D4488F}">
      <dgm:prSet/>
      <dgm:spPr/>
      <dgm:t>
        <a:bodyPr/>
        <a:lstStyle/>
        <a:p>
          <a:pPr>
            <a:spcAft>
              <a:spcPct val="15000"/>
            </a:spcAft>
          </a:pPr>
          <a:r>
            <a:rPr lang="en-GB" dirty="0"/>
            <a:t>RAM and ROM</a:t>
          </a:r>
        </a:p>
      </dgm:t>
    </dgm:pt>
    <dgm:pt modelId="{75D0D715-E939-43E5-B56D-2B491301F652}" type="parTrans" cxnId="{8F72D3E9-A12E-4123-94FC-5F0022FA130A}">
      <dgm:prSet/>
      <dgm:spPr/>
      <dgm:t>
        <a:bodyPr/>
        <a:lstStyle/>
        <a:p>
          <a:endParaRPr lang="en-US"/>
        </a:p>
      </dgm:t>
    </dgm:pt>
    <dgm:pt modelId="{46B295E1-697A-4BC8-AE34-F573CCCFBE59}" type="sibTrans" cxnId="{8F72D3E9-A12E-4123-94FC-5F0022FA130A}">
      <dgm:prSet/>
      <dgm:spPr/>
      <dgm:t>
        <a:bodyPr/>
        <a:lstStyle/>
        <a:p>
          <a:endParaRPr lang="en-US"/>
        </a:p>
      </dgm:t>
    </dgm:pt>
    <dgm:pt modelId="{6DBCC0D7-ADA3-4421-A251-CFF248B5250C}">
      <dgm:prSet/>
      <dgm:spPr/>
      <dgm:t>
        <a:bodyPr/>
        <a:lstStyle/>
        <a:p>
          <a:pPr>
            <a:spcAft>
              <a:spcPts val="600"/>
            </a:spcAft>
          </a:pPr>
          <a:r>
            <a:rPr lang="en-ZA" dirty="0"/>
            <a:t>Motherboard</a:t>
          </a:r>
        </a:p>
      </dgm:t>
    </dgm:pt>
    <dgm:pt modelId="{027D917F-B93B-406D-A542-CFF52C80FB08}" type="parTrans" cxnId="{F0FEFE96-DCFA-4F20-8C21-851E91029337}">
      <dgm:prSet/>
      <dgm:spPr/>
      <dgm:t>
        <a:bodyPr/>
        <a:lstStyle/>
        <a:p>
          <a:endParaRPr lang="en-US"/>
        </a:p>
      </dgm:t>
    </dgm:pt>
    <dgm:pt modelId="{D9EAB63C-D35C-4F91-AF53-0557944B131D}" type="sibTrans" cxnId="{F0FEFE96-DCFA-4F20-8C21-851E91029337}">
      <dgm:prSet/>
      <dgm:spPr/>
      <dgm:t>
        <a:bodyPr/>
        <a:lstStyle/>
        <a:p>
          <a:endParaRPr lang="en-US"/>
        </a:p>
      </dgm:t>
    </dgm:pt>
    <dgm:pt modelId="{366BE028-35CA-44F6-9BB6-1520AC7B4AB1}" type="pres">
      <dgm:prSet presAssocID="{5F16E470-7859-4F9B-BDFD-6D526E11DE39}" presName="Name0" presStyleCnt="0">
        <dgm:presLayoutVars>
          <dgm:dir/>
          <dgm:animLvl val="lvl"/>
          <dgm:resizeHandles val="exact"/>
        </dgm:presLayoutVars>
      </dgm:prSet>
      <dgm:spPr/>
    </dgm:pt>
    <dgm:pt modelId="{3CFC2ECC-D022-4585-8A97-BF458B970E34}" type="pres">
      <dgm:prSet presAssocID="{D3FCCA01-11D4-4154-8E7D-251D8416F553}" presName="composite" presStyleCnt="0"/>
      <dgm:spPr/>
    </dgm:pt>
    <dgm:pt modelId="{B97FDF05-634A-4F7C-8D89-EB7DB506895D}" type="pres">
      <dgm:prSet presAssocID="{D3FCCA01-11D4-4154-8E7D-251D8416F55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7636D81-BC42-4142-9F7C-9F3A65800600}" type="pres">
      <dgm:prSet presAssocID="{D3FCCA01-11D4-4154-8E7D-251D8416F553}" presName="desTx" presStyleLbl="alignAccFollowNode1" presStyleIdx="0" presStyleCnt="3">
        <dgm:presLayoutVars>
          <dgm:bulletEnabled val="1"/>
        </dgm:presLayoutVars>
      </dgm:prSet>
      <dgm:spPr/>
    </dgm:pt>
    <dgm:pt modelId="{FC102C00-5A7F-42F0-B638-5862056A6E49}" type="pres">
      <dgm:prSet presAssocID="{B3579122-5F35-4D98-943B-6435174F3C3E}" presName="space" presStyleCnt="0"/>
      <dgm:spPr/>
    </dgm:pt>
    <dgm:pt modelId="{F45DA74F-F40F-4060-8632-7EDE5B533E54}" type="pres">
      <dgm:prSet presAssocID="{8BD13F80-706B-46F6-8822-4AD4B4942B6D}" presName="composite" presStyleCnt="0"/>
      <dgm:spPr/>
    </dgm:pt>
    <dgm:pt modelId="{30EF3410-9F16-432C-AF4D-F8E09B044B49}" type="pres">
      <dgm:prSet presAssocID="{8BD13F80-706B-46F6-8822-4AD4B4942B6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772B0D-1063-4CE1-B8BD-05A14DE46457}" type="pres">
      <dgm:prSet presAssocID="{8BD13F80-706B-46F6-8822-4AD4B4942B6D}" presName="desTx" presStyleLbl="alignAccFollowNode1" presStyleIdx="1" presStyleCnt="3">
        <dgm:presLayoutVars>
          <dgm:bulletEnabled val="1"/>
        </dgm:presLayoutVars>
      </dgm:prSet>
      <dgm:spPr/>
    </dgm:pt>
    <dgm:pt modelId="{4493D5DF-4949-41C8-A384-6C007D56A7BE}" type="pres">
      <dgm:prSet presAssocID="{5323DF97-DBA9-41EE-AD33-65D43451AEDE}" presName="space" presStyleCnt="0"/>
      <dgm:spPr/>
    </dgm:pt>
    <dgm:pt modelId="{8F057C05-6CC9-48E6-9587-431F7ED78D31}" type="pres">
      <dgm:prSet presAssocID="{C498785C-476E-4072-9AEB-2FF5F7D8D3F3}" presName="composite" presStyleCnt="0"/>
      <dgm:spPr/>
    </dgm:pt>
    <dgm:pt modelId="{6C5642ED-C368-4ACB-A19B-E4AB43EAF647}" type="pres">
      <dgm:prSet presAssocID="{C498785C-476E-4072-9AEB-2FF5F7D8D3F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000FE69-9172-4616-8075-4116017EA89E}" type="pres">
      <dgm:prSet presAssocID="{C498785C-476E-4072-9AEB-2FF5F7D8D3F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FBD0D21-E55B-404E-9669-E013863B778B}" srcId="{C498785C-476E-4072-9AEB-2FF5F7D8D3F3}" destId="{A30260FA-7180-DF47-AB02-E3A121E6E705}" srcOrd="1" destOrd="0" parTransId="{A86C8BFD-DAB2-524F-B547-06D6A90F81B1}" sibTransId="{4351B437-06BB-354D-B72C-A42EDB4808CB}"/>
    <dgm:cxn modelId="{1B33B28D-8213-4AB3-89E5-B87AC1CE2C8C}" type="presOf" srcId="{11187069-4D39-4B1C-978C-ED3E72625039}" destId="{27636D81-BC42-4142-9F7C-9F3A65800600}" srcOrd="0" destOrd="8" presId="urn:microsoft.com/office/officeart/2005/8/layout/hList1"/>
    <dgm:cxn modelId="{0832F3E5-F4BF-4E97-B519-27DF3052FB85}" type="presOf" srcId="{AE584CFD-BA80-4122-BBA2-7DF594D4488F}" destId="{E000FE69-9172-4616-8075-4116017EA89E}" srcOrd="0" destOrd="2" presId="urn:microsoft.com/office/officeart/2005/8/layout/hList1"/>
    <dgm:cxn modelId="{670DD29B-20C1-491E-BF5A-048E34431060}" type="presOf" srcId="{B11FBCF0-DC3F-4477-AF72-3FE2C6C772C8}" destId="{27636D81-BC42-4142-9F7C-9F3A65800600}" srcOrd="0" destOrd="6" presId="urn:microsoft.com/office/officeart/2005/8/layout/hList1"/>
    <dgm:cxn modelId="{728DC342-C305-412F-8DF1-CD1D8759E36A}" srcId="{D3FCCA01-11D4-4154-8E7D-251D8416F553}" destId="{38AE6FDC-BE7B-4144-8587-2C724C1B36AD}" srcOrd="3" destOrd="0" parTransId="{A4745FDC-9963-41E6-8E59-26AA238B4DE2}" sibTransId="{F71C37B8-A0AC-4E93-9720-9A4F62BFEE58}"/>
    <dgm:cxn modelId="{B0C7322E-C531-46A2-862B-A3977832C2C1}" type="presOf" srcId="{4FCF78E3-5601-4954-999E-5C4465AB779B}" destId="{27636D81-BC42-4142-9F7C-9F3A65800600}" srcOrd="0" destOrd="7" presId="urn:microsoft.com/office/officeart/2005/8/layout/hList1"/>
    <dgm:cxn modelId="{21A6B8C1-4BCD-4CAD-B818-41B181449E2A}" type="presOf" srcId="{4A3EB589-7328-4C27-8ACB-8C181DD20BA6}" destId="{27636D81-BC42-4142-9F7C-9F3A65800600}" srcOrd="0" destOrd="0" presId="urn:microsoft.com/office/officeart/2005/8/layout/hList1"/>
    <dgm:cxn modelId="{FEBBD45F-191F-4365-ABB7-217866B02154}" type="presOf" srcId="{38AE6FDC-BE7B-4144-8587-2C724C1B36AD}" destId="{27636D81-BC42-4142-9F7C-9F3A65800600}" srcOrd="0" destOrd="3" presId="urn:microsoft.com/office/officeart/2005/8/layout/hList1"/>
    <dgm:cxn modelId="{BB3BDB5B-C77C-41E5-8001-4F88374EF62E}" srcId="{D3FCCA01-11D4-4154-8E7D-251D8416F553}" destId="{4A3EB589-7328-4C27-8ACB-8C181DD20BA6}" srcOrd="0" destOrd="0" parTransId="{291499E0-3C8E-4432-BA7D-F6FDA9130C6B}" sibTransId="{A8AE58D1-ACE8-4C5D-B034-BB202B6E1111}"/>
    <dgm:cxn modelId="{89F58CE0-A761-47CA-8161-DAFE3DB1B3CA}" srcId="{5F16E470-7859-4F9B-BDFD-6D526E11DE39}" destId="{C498785C-476E-4072-9AEB-2FF5F7D8D3F3}" srcOrd="2" destOrd="0" parTransId="{6F7EFC1D-323A-4F26-B3D9-ABAD5C844804}" sibTransId="{0E2559EA-48FD-454D-B2A2-FB8D0224EF75}"/>
    <dgm:cxn modelId="{106854CE-1193-46BD-A66F-47788D9E048F}" type="presOf" srcId="{DD82C429-100F-40F4-A68C-8C8ABB1B877C}" destId="{27636D81-BC42-4142-9F7C-9F3A65800600}" srcOrd="0" destOrd="1" presId="urn:microsoft.com/office/officeart/2005/8/layout/hList1"/>
    <dgm:cxn modelId="{88B67E99-3B6E-4CFB-B623-55A9B950B1EE}" srcId="{D3FCCA01-11D4-4154-8E7D-251D8416F553}" destId="{DD82C429-100F-40F4-A68C-8C8ABB1B877C}" srcOrd="1" destOrd="0" parTransId="{D797E089-C6AF-41AD-9CE9-E049F3EE9F93}" sibTransId="{6CB793DC-A46C-4ABC-A77C-DDDF2A166094}"/>
    <dgm:cxn modelId="{9A605F88-6F71-48AC-88B2-73152D0416C4}" srcId="{D3FCCA01-11D4-4154-8E7D-251D8416F553}" destId="{830CD050-EC44-4BDD-BA2D-E630C9A18EB3}" srcOrd="4" destOrd="0" parTransId="{FCF81525-2AAF-450F-972A-6497041EBA64}" sibTransId="{580AFA95-7160-4CF3-B6FD-6960F05DA4E3}"/>
    <dgm:cxn modelId="{7A7B3FA4-60AB-400C-9299-55EBCBE61506}" srcId="{8BD13F80-706B-46F6-8822-4AD4B4942B6D}" destId="{85165076-3E30-479A-931F-2858526F34BA}" srcOrd="1" destOrd="0" parTransId="{76AD9124-C5C8-49AA-8440-93F9E23AE391}" sibTransId="{5261AB18-95D2-4B9A-8F41-66E1FA7D1C48}"/>
    <dgm:cxn modelId="{0AEC73B4-FEA7-4CC2-9AE2-D04F9B8B0F62}" type="presOf" srcId="{C498785C-476E-4072-9AEB-2FF5F7D8D3F3}" destId="{6C5642ED-C368-4ACB-A19B-E4AB43EAF647}" srcOrd="0" destOrd="0" presId="urn:microsoft.com/office/officeart/2005/8/layout/hList1"/>
    <dgm:cxn modelId="{C6168126-60AD-4467-852C-913EC3D1A104}" type="presOf" srcId="{2F333CB8-9DA1-420A-B56C-D7504F6660EE}" destId="{27636D81-BC42-4142-9F7C-9F3A65800600}" srcOrd="0" destOrd="5" presId="urn:microsoft.com/office/officeart/2005/8/layout/hList1"/>
    <dgm:cxn modelId="{D7276F86-1354-46F7-BB8B-25D8D8872EE0}" srcId="{D3FCCA01-11D4-4154-8E7D-251D8416F553}" destId="{2F333CB8-9DA1-420A-B56C-D7504F6660EE}" srcOrd="5" destOrd="0" parTransId="{A5FD3CCF-FC28-4AFE-9043-1DECF01CF482}" sibTransId="{35BC86DE-FEBE-4021-88AE-37C6274D4F8A}"/>
    <dgm:cxn modelId="{3FD9A9AC-9D50-4B73-9E13-E730CB97C121}" type="presOf" srcId="{D3FCCA01-11D4-4154-8E7D-251D8416F553}" destId="{B97FDF05-634A-4F7C-8D89-EB7DB506895D}" srcOrd="0" destOrd="0" presId="urn:microsoft.com/office/officeart/2005/8/layout/hList1"/>
    <dgm:cxn modelId="{FFD8922C-AD7F-4E4A-B0F5-A4F6C987ADAE}" type="presOf" srcId="{0201021E-C91C-44A9-8109-4D7EF6867C90}" destId="{D4772B0D-1063-4CE1-B8BD-05A14DE46457}" srcOrd="0" destOrd="0" presId="urn:microsoft.com/office/officeart/2005/8/layout/hList1"/>
    <dgm:cxn modelId="{6EF236BF-EE65-4CF4-9D00-C13BCA986C41}" srcId="{5F16E470-7859-4F9B-BDFD-6D526E11DE39}" destId="{D3FCCA01-11D4-4154-8E7D-251D8416F553}" srcOrd="0" destOrd="0" parTransId="{D8E66A50-97DB-4B50-9BCE-5511898E871E}" sibTransId="{B3579122-5F35-4D98-943B-6435174F3C3E}"/>
    <dgm:cxn modelId="{511E2078-0A8D-4B0E-8CF8-DE74F81955F7}" type="presOf" srcId="{85165076-3E30-479A-931F-2858526F34BA}" destId="{D4772B0D-1063-4CE1-B8BD-05A14DE46457}" srcOrd="0" destOrd="1" presId="urn:microsoft.com/office/officeart/2005/8/layout/hList1"/>
    <dgm:cxn modelId="{BB321D05-5D42-476C-8013-7CB4470F0882}" type="presOf" srcId="{8BD13F80-706B-46F6-8822-4AD4B4942B6D}" destId="{30EF3410-9F16-432C-AF4D-F8E09B044B49}" srcOrd="0" destOrd="0" presId="urn:microsoft.com/office/officeart/2005/8/layout/hList1"/>
    <dgm:cxn modelId="{F98F0BAD-DE1A-464D-97DD-724E68187C94}" srcId="{D3FCCA01-11D4-4154-8E7D-251D8416F553}" destId="{11187069-4D39-4B1C-978C-ED3E72625039}" srcOrd="8" destOrd="0" parTransId="{B6ADE006-56D3-47EB-A872-C6E76BB9ABBD}" sibTransId="{2FA01C39-ED5D-4E2B-BC84-6C43D2EC168C}"/>
    <dgm:cxn modelId="{A6EB594F-2A25-4364-B629-1595464C3807}" srcId="{D3FCCA01-11D4-4154-8E7D-251D8416F553}" destId="{B11FBCF0-DC3F-4477-AF72-3FE2C6C772C8}" srcOrd="6" destOrd="0" parTransId="{8EC6104B-9FC1-472A-941D-4A1061793BA5}" sibTransId="{81467E19-F5EF-47CD-AA74-2057D7677309}"/>
    <dgm:cxn modelId="{A22D5584-5B40-4CC9-88C4-E8241D62B1DA}" type="presOf" srcId="{6F14A737-07AE-41B9-A3AB-13C447AA6D74}" destId="{27636D81-BC42-4142-9F7C-9F3A65800600}" srcOrd="0" destOrd="2" presId="urn:microsoft.com/office/officeart/2005/8/layout/hList1"/>
    <dgm:cxn modelId="{6613F315-C52B-7F49-892C-BCE4F27C177B}" type="presOf" srcId="{A30260FA-7180-DF47-AB02-E3A121E6E705}" destId="{E000FE69-9172-4616-8075-4116017EA89E}" srcOrd="0" destOrd="1" presId="urn:microsoft.com/office/officeart/2005/8/layout/hList1"/>
    <dgm:cxn modelId="{F93C6643-8C8F-4809-9A8C-94037901B918}" srcId="{D3FCCA01-11D4-4154-8E7D-251D8416F553}" destId="{6F14A737-07AE-41B9-A3AB-13C447AA6D74}" srcOrd="2" destOrd="0" parTransId="{16468656-DD2E-444F-B1F6-4A3FAA3D39D3}" sibTransId="{B329BC5B-82C3-4E71-AD5C-863F7E3FF19D}"/>
    <dgm:cxn modelId="{8F72D3E9-A12E-4123-94FC-5F0022FA130A}" srcId="{C498785C-476E-4072-9AEB-2FF5F7D8D3F3}" destId="{AE584CFD-BA80-4122-BBA2-7DF594D4488F}" srcOrd="2" destOrd="0" parTransId="{75D0D715-E939-43E5-B56D-2B491301F652}" sibTransId="{46B295E1-697A-4BC8-AE34-F573CCCFBE59}"/>
    <dgm:cxn modelId="{FE762084-CF7D-441E-8854-D7D0F71B1311}" type="presOf" srcId="{6DBCC0D7-ADA3-4421-A251-CFF248B5250C}" destId="{E000FE69-9172-4616-8075-4116017EA89E}" srcOrd="0" destOrd="0" presId="urn:microsoft.com/office/officeart/2005/8/layout/hList1"/>
    <dgm:cxn modelId="{F0FEFE96-DCFA-4F20-8C21-851E91029337}" srcId="{C498785C-476E-4072-9AEB-2FF5F7D8D3F3}" destId="{6DBCC0D7-ADA3-4421-A251-CFF248B5250C}" srcOrd="0" destOrd="0" parTransId="{027D917F-B93B-406D-A542-CFF52C80FB08}" sibTransId="{D9EAB63C-D35C-4F91-AF53-0557944B131D}"/>
    <dgm:cxn modelId="{E482712C-6F1F-497C-B4DB-76217EE4E572}" type="presOf" srcId="{5F16E470-7859-4F9B-BDFD-6D526E11DE39}" destId="{366BE028-35CA-44F6-9BB6-1520AC7B4AB1}" srcOrd="0" destOrd="0" presId="urn:microsoft.com/office/officeart/2005/8/layout/hList1"/>
    <dgm:cxn modelId="{063F06BE-1750-4C9B-95A8-5EAF29984B83}" srcId="{8BD13F80-706B-46F6-8822-4AD4B4942B6D}" destId="{0201021E-C91C-44A9-8109-4D7EF6867C90}" srcOrd="0" destOrd="0" parTransId="{0956AA0A-D4B5-4C40-92A2-7D8D05BBDBF2}" sibTransId="{39313A05-6C07-4F37-B47B-4EF7FC3F22C0}"/>
    <dgm:cxn modelId="{173DA71B-D201-49B9-A27F-923A94916841}" srcId="{D3FCCA01-11D4-4154-8E7D-251D8416F553}" destId="{4FCF78E3-5601-4954-999E-5C4465AB779B}" srcOrd="7" destOrd="0" parTransId="{45C81FD1-77D1-4C43-92AF-D15E121DCC1E}" sibTransId="{1E3F688B-F8D2-4F5C-B782-494D05C95B25}"/>
    <dgm:cxn modelId="{C97FF4FD-FACA-4B55-8E16-20464E9CACC7}" type="presOf" srcId="{830CD050-EC44-4BDD-BA2D-E630C9A18EB3}" destId="{27636D81-BC42-4142-9F7C-9F3A65800600}" srcOrd="0" destOrd="4" presId="urn:microsoft.com/office/officeart/2005/8/layout/hList1"/>
    <dgm:cxn modelId="{2A55A1FC-59E4-40B6-B5D9-8A11B0AE4058}" srcId="{5F16E470-7859-4F9B-BDFD-6D526E11DE39}" destId="{8BD13F80-706B-46F6-8822-4AD4B4942B6D}" srcOrd="1" destOrd="0" parTransId="{A9868D13-FAA3-4CFA-B9E9-CA8915C06E8B}" sibTransId="{5323DF97-DBA9-41EE-AD33-65D43451AEDE}"/>
    <dgm:cxn modelId="{4CFFD16F-61AB-4A1D-80B1-1C5ED2C7EDAC}" type="presParOf" srcId="{366BE028-35CA-44F6-9BB6-1520AC7B4AB1}" destId="{3CFC2ECC-D022-4585-8A97-BF458B970E34}" srcOrd="0" destOrd="0" presId="urn:microsoft.com/office/officeart/2005/8/layout/hList1"/>
    <dgm:cxn modelId="{62611402-54C5-4690-85A1-E0F6929D3B92}" type="presParOf" srcId="{3CFC2ECC-D022-4585-8A97-BF458B970E34}" destId="{B97FDF05-634A-4F7C-8D89-EB7DB506895D}" srcOrd="0" destOrd="0" presId="urn:microsoft.com/office/officeart/2005/8/layout/hList1"/>
    <dgm:cxn modelId="{1F8E8EE6-6C72-4C3A-ABFB-144E09D6778B}" type="presParOf" srcId="{3CFC2ECC-D022-4585-8A97-BF458B970E34}" destId="{27636D81-BC42-4142-9F7C-9F3A65800600}" srcOrd="1" destOrd="0" presId="urn:microsoft.com/office/officeart/2005/8/layout/hList1"/>
    <dgm:cxn modelId="{A32204D9-0146-4431-8F7B-43526FF243D0}" type="presParOf" srcId="{366BE028-35CA-44F6-9BB6-1520AC7B4AB1}" destId="{FC102C00-5A7F-42F0-B638-5862056A6E49}" srcOrd="1" destOrd="0" presId="urn:microsoft.com/office/officeart/2005/8/layout/hList1"/>
    <dgm:cxn modelId="{5D88FD6E-B93D-44E8-9470-096CF86963B4}" type="presParOf" srcId="{366BE028-35CA-44F6-9BB6-1520AC7B4AB1}" destId="{F45DA74F-F40F-4060-8632-7EDE5B533E54}" srcOrd="2" destOrd="0" presId="urn:microsoft.com/office/officeart/2005/8/layout/hList1"/>
    <dgm:cxn modelId="{D80F9ED1-D272-4353-AABD-0D5644A9DEA0}" type="presParOf" srcId="{F45DA74F-F40F-4060-8632-7EDE5B533E54}" destId="{30EF3410-9F16-432C-AF4D-F8E09B044B49}" srcOrd="0" destOrd="0" presId="urn:microsoft.com/office/officeart/2005/8/layout/hList1"/>
    <dgm:cxn modelId="{5A814A4A-D556-421F-B71A-3B5990AD7DBB}" type="presParOf" srcId="{F45DA74F-F40F-4060-8632-7EDE5B533E54}" destId="{D4772B0D-1063-4CE1-B8BD-05A14DE46457}" srcOrd="1" destOrd="0" presId="urn:microsoft.com/office/officeart/2005/8/layout/hList1"/>
    <dgm:cxn modelId="{6C669E54-3DA7-4A57-A546-358A87C16DA7}" type="presParOf" srcId="{366BE028-35CA-44F6-9BB6-1520AC7B4AB1}" destId="{4493D5DF-4949-41C8-A384-6C007D56A7BE}" srcOrd="3" destOrd="0" presId="urn:microsoft.com/office/officeart/2005/8/layout/hList1"/>
    <dgm:cxn modelId="{C7CA0914-4E54-4CD2-975E-64027A0DBC25}" type="presParOf" srcId="{366BE028-35CA-44F6-9BB6-1520AC7B4AB1}" destId="{8F057C05-6CC9-48E6-9587-431F7ED78D31}" srcOrd="4" destOrd="0" presId="urn:microsoft.com/office/officeart/2005/8/layout/hList1"/>
    <dgm:cxn modelId="{94B0E1EA-4844-4FC5-B674-C83D383D6370}" type="presParOf" srcId="{8F057C05-6CC9-48E6-9587-431F7ED78D31}" destId="{6C5642ED-C368-4ACB-A19B-E4AB43EAF647}" srcOrd="0" destOrd="0" presId="urn:microsoft.com/office/officeart/2005/8/layout/hList1"/>
    <dgm:cxn modelId="{744BC7A6-D7AD-4729-96F1-EDCB5288C179}" type="presParOf" srcId="{8F057C05-6CC9-48E6-9587-431F7ED78D31}" destId="{E000FE69-9172-4616-8075-4116017EA8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92B0E-DDCD-4AB8-99B8-29B41E3EB2B1}">
      <dsp:nvSpPr>
        <dsp:cNvPr id="0" name=""/>
        <dsp:cNvSpPr/>
      </dsp:nvSpPr>
      <dsp:spPr>
        <a:xfrm>
          <a:off x="3119" y="438540"/>
          <a:ext cx="1875472" cy="684868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34925" cap="flat" cmpd="sng" algn="in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Accelerometer</a:t>
          </a:r>
          <a:endParaRPr lang="en-US" sz="2000" kern="1200" dirty="0"/>
        </a:p>
      </dsp:txBody>
      <dsp:txXfrm>
        <a:off x="3119" y="438540"/>
        <a:ext cx="1875472" cy="684868"/>
      </dsp:txXfrm>
    </dsp:sp>
    <dsp:sp modelId="{D78E51D5-86BF-479A-9842-791C65BF9123}">
      <dsp:nvSpPr>
        <dsp:cNvPr id="0" name=""/>
        <dsp:cNvSpPr/>
      </dsp:nvSpPr>
      <dsp:spPr>
        <a:xfrm>
          <a:off x="3119" y="1123408"/>
          <a:ext cx="1875472" cy="2470499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Detects movement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Changes orientation of screen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Acts as game controller</a:t>
          </a:r>
        </a:p>
      </dsp:txBody>
      <dsp:txXfrm>
        <a:off x="3119" y="1123408"/>
        <a:ext cx="1875472" cy="2470499"/>
      </dsp:txXfrm>
    </dsp:sp>
    <dsp:sp modelId="{446EE2BF-B7D2-4A2B-BA1F-B40F65067927}">
      <dsp:nvSpPr>
        <dsp:cNvPr id="0" name=""/>
        <dsp:cNvSpPr/>
      </dsp:nvSpPr>
      <dsp:spPr>
        <a:xfrm>
          <a:off x="2141158" y="438540"/>
          <a:ext cx="1875472" cy="6848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Temperature sensor</a:t>
          </a:r>
        </a:p>
      </dsp:txBody>
      <dsp:txXfrm>
        <a:off x="2141158" y="438540"/>
        <a:ext cx="1875472" cy="684868"/>
      </dsp:txXfrm>
    </dsp:sp>
    <dsp:sp modelId="{5D6D168D-FCEA-4ADF-9C7E-753AC65E5536}">
      <dsp:nvSpPr>
        <dsp:cNvPr id="0" name=""/>
        <dsp:cNvSpPr/>
      </dsp:nvSpPr>
      <dsp:spPr>
        <a:xfrm>
          <a:off x="2141158" y="1123408"/>
          <a:ext cx="1875472" cy="247049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Safeguards electronics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Switches device off when too hot</a:t>
          </a:r>
        </a:p>
      </dsp:txBody>
      <dsp:txXfrm>
        <a:off x="2141158" y="1123408"/>
        <a:ext cx="1875472" cy="2470499"/>
      </dsp:txXfrm>
    </dsp:sp>
    <dsp:sp modelId="{FF54CD58-2125-4A91-A479-0DC5EA28947D}">
      <dsp:nvSpPr>
        <dsp:cNvPr id="0" name=""/>
        <dsp:cNvSpPr/>
      </dsp:nvSpPr>
      <dsp:spPr>
        <a:xfrm>
          <a:off x="4279197" y="438540"/>
          <a:ext cx="1875472" cy="6848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Light sensor</a:t>
          </a:r>
        </a:p>
      </dsp:txBody>
      <dsp:txXfrm>
        <a:off x="4279197" y="438540"/>
        <a:ext cx="1875472" cy="684868"/>
      </dsp:txXfrm>
    </dsp:sp>
    <dsp:sp modelId="{C0DC225E-8F50-4562-9BE4-F8371AB03081}">
      <dsp:nvSpPr>
        <dsp:cNvPr id="0" name=""/>
        <dsp:cNvSpPr/>
      </dsp:nvSpPr>
      <dsp:spPr>
        <a:xfrm>
          <a:off x="4279197" y="1123408"/>
          <a:ext cx="1875472" cy="247049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Adjusts brightness of screen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Can switch off the screen</a:t>
          </a:r>
        </a:p>
      </dsp:txBody>
      <dsp:txXfrm>
        <a:off x="4279197" y="1123408"/>
        <a:ext cx="1875472" cy="2470499"/>
      </dsp:txXfrm>
    </dsp:sp>
    <dsp:sp modelId="{8B84B31D-F691-44EF-8E38-C421365EA2F2}">
      <dsp:nvSpPr>
        <dsp:cNvPr id="0" name=""/>
        <dsp:cNvSpPr/>
      </dsp:nvSpPr>
      <dsp:spPr>
        <a:xfrm>
          <a:off x="6417236" y="438540"/>
          <a:ext cx="1875472" cy="6848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Electronic compass</a:t>
          </a:r>
        </a:p>
      </dsp:txBody>
      <dsp:txXfrm>
        <a:off x="6417236" y="438540"/>
        <a:ext cx="1875472" cy="684868"/>
      </dsp:txXfrm>
    </dsp:sp>
    <dsp:sp modelId="{89790B01-9BEF-4E43-9F09-96A95036B565}">
      <dsp:nvSpPr>
        <dsp:cNvPr id="0" name=""/>
        <dsp:cNvSpPr/>
      </dsp:nvSpPr>
      <dsp:spPr>
        <a:xfrm>
          <a:off x="6417236" y="1123408"/>
          <a:ext cx="1875472" cy="247049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Shows direction in which device is pointing</a:t>
          </a:r>
        </a:p>
      </dsp:txBody>
      <dsp:txXfrm>
        <a:off x="6417236" y="1123408"/>
        <a:ext cx="1875472" cy="24704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DF05-634A-4F7C-8D89-EB7DB506895D}">
      <dsp:nvSpPr>
        <dsp:cNvPr id="0" name=""/>
        <dsp:cNvSpPr/>
      </dsp:nvSpPr>
      <dsp:spPr>
        <a:xfrm>
          <a:off x="2333" y="27711"/>
          <a:ext cx="2275284" cy="6908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Input and Output Devices</a:t>
          </a:r>
        </a:p>
      </dsp:txBody>
      <dsp:txXfrm>
        <a:off x="2333" y="27711"/>
        <a:ext cx="2275284" cy="690851"/>
      </dsp:txXfrm>
    </dsp:sp>
    <dsp:sp modelId="{27636D81-BC42-4142-9F7C-9F3A65800600}">
      <dsp:nvSpPr>
        <dsp:cNvPr id="0" name=""/>
        <dsp:cNvSpPr/>
      </dsp:nvSpPr>
      <dsp:spPr>
        <a:xfrm>
          <a:off x="2333" y="718563"/>
          <a:ext cx="2275284" cy="4062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Pointing devices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/>
            <a:t>Sensors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Gaming devices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Digital cameras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Scanners and reading devices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Video and audio input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Audio output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/>
            <a:t>Data projectors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Multi-function printers</a:t>
          </a:r>
        </a:p>
      </dsp:txBody>
      <dsp:txXfrm>
        <a:off x="2333" y="718563"/>
        <a:ext cx="2275284" cy="4062599"/>
      </dsp:txXfrm>
    </dsp:sp>
    <dsp:sp modelId="{30EF3410-9F16-432C-AF4D-F8E09B044B49}">
      <dsp:nvSpPr>
        <dsp:cNvPr id="0" name=""/>
        <dsp:cNvSpPr/>
      </dsp:nvSpPr>
      <dsp:spPr>
        <a:xfrm>
          <a:off x="2596157" y="27711"/>
          <a:ext cx="2275284" cy="6908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Storage devices and media</a:t>
          </a:r>
        </a:p>
      </dsp:txBody>
      <dsp:txXfrm>
        <a:off x="2596157" y="27711"/>
        <a:ext cx="2275284" cy="690851"/>
      </dsp:txXfrm>
    </dsp:sp>
    <dsp:sp modelId="{D4772B0D-1063-4CE1-B8BD-05A14DE46457}">
      <dsp:nvSpPr>
        <dsp:cNvPr id="0" name=""/>
        <dsp:cNvSpPr/>
      </dsp:nvSpPr>
      <dsp:spPr>
        <a:xfrm>
          <a:off x="2596157" y="718563"/>
          <a:ext cx="2275284" cy="4062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CD, DVD, Blu-ray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Memory cards</a:t>
          </a:r>
        </a:p>
      </dsp:txBody>
      <dsp:txXfrm>
        <a:off x="2596157" y="718563"/>
        <a:ext cx="2275284" cy="4062599"/>
      </dsp:txXfrm>
    </dsp:sp>
    <dsp:sp modelId="{6C5642ED-C368-4ACB-A19B-E4AB43EAF647}">
      <dsp:nvSpPr>
        <dsp:cNvPr id="0" name=""/>
        <dsp:cNvSpPr/>
      </dsp:nvSpPr>
      <dsp:spPr>
        <a:xfrm>
          <a:off x="5189981" y="27711"/>
          <a:ext cx="2275284" cy="6908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Processing</a:t>
          </a:r>
        </a:p>
      </dsp:txBody>
      <dsp:txXfrm>
        <a:off x="5189981" y="27711"/>
        <a:ext cx="2275284" cy="690851"/>
      </dsp:txXfrm>
    </dsp:sp>
    <dsp:sp modelId="{E000FE69-9172-4616-8075-4116017EA89E}">
      <dsp:nvSpPr>
        <dsp:cNvPr id="0" name=""/>
        <dsp:cNvSpPr/>
      </dsp:nvSpPr>
      <dsp:spPr>
        <a:xfrm>
          <a:off x="5189981" y="718563"/>
          <a:ext cx="2275284" cy="4062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ZA" sz="2000" kern="1200" dirty="0"/>
            <a:t>Motherboard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2000" kern="1200" dirty="0"/>
            <a:t>CPU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RAM and ROM</a:t>
          </a:r>
        </a:p>
      </dsp:txBody>
      <dsp:txXfrm>
        <a:off x="5189981" y="718563"/>
        <a:ext cx="2275284" cy="4062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51471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5655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11552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1815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4860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6461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15425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3332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380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04460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58014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12679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9740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3382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5581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5408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9470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06471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0107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61973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3688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181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965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73718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88580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0295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76638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55445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5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70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3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8026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926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6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18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391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0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7.xml"/><Relationship Id="rId7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10" Type="http://schemas.openxmlformats.org/officeDocument/2006/relationships/slide" Target="slide20.xml"/><Relationship Id="rId4" Type="http://schemas.openxmlformats.org/officeDocument/2006/relationships/slide" Target="slide8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slide" Target="slide24.xml"/><Relationship Id="rId9" Type="http://schemas.openxmlformats.org/officeDocument/2006/relationships/slide" Target="slide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259632" y="1484784"/>
            <a:ext cx="7300339" cy="2880320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sz="4800" dirty="0"/>
              <a:t>Module 1.7</a:t>
            </a:r>
            <a:br>
              <a:rPr lang="en-US" sz="4800" dirty="0"/>
            </a:br>
            <a:r>
              <a:rPr lang="en-US" sz="4800" dirty="0"/>
              <a:t> </a:t>
            </a:r>
            <a:br>
              <a:rPr lang="en-US" sz="4800" dirty="0"/>
            </a:br>
            <a:r>
              <a:rPr lang="en-ZA" sz="4800" dirty="0">
                <a:solidFill>
                  <a:srgbClr val="C00000"/>
                </a:solidFill>
              </a:rPr>
              <a:t>Extended </a:t>
            </a:r>
            <a:r>
              <a:rPr lang="en-GB" sz="4800" dirty="0">
                <a:solidFill>
                  <a:srgbClr val="C00000"/>
                </a:solidFill>
              </a:rPr>
              <a:t>hardware</a:t>
            </a:r>
            <a:r>
              <a:rPr lang="en-ZA" sz="4800" dirty="0">
                <a:solidFill>
                  <a:srgbClr val="C00000"/>
                </a:solidFill>
              </a:rPr>
              <a:t> concepts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4149080"/>
            <a:ext cx="1110090" cy="158393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332656"/>
            <a:ext cx="7200900" cy="1485900"/>
          </a:xfrm>
        </p:spPr>
        <p:txBody>
          <a:bodyPr/>
          <a:lstStyle/>
          <a:p>
            <a:r>
              <a:rPr lang="en-ZA" dirty="0">
                <a:solidFill>
                  <a:schemeClr val="tx1"/>
                </a:solidFill>
              </a:rPr>
              <a:t>Contents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24794"/>
            <a:ext cx="6840760" cy="5328592"/>
          </a:xfrm>
        </p:spPr>
        <p:txBody>
          <a:bodyPr>
            <a:normAutofit fontScale="92500" lnSpcReduction="1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Input and output devices</a:t>
            </a:r>
          </a:p>
          <a:p>
            <a:pPr lvl="1"/>
            <a:r>
              <a:rPr lang="en-GB" sz="3200" dirty="0">
                <a:hlinkClick r:id="rId2" action="ppaction://hlinksldjump"/>
              </a:rPr>
              <a:t>Pointing devices</a:t>
            </a:r>
            <a:endParaRPr lang="en-GB" sz="3200" dirty="0"/>
          </a:p>
          <a:p>
            <a:pPr lvl="1"/>
            <a:r>
              <a:rPr lang="en-GB" sz="3200" dirty="0">
                <a:hlinkClick r:id="rId3" action="ppaction://hlinksldjump"/>
              </a:rPr>
              <a:t>Sensors</a:t>
            </a:r>
            <a:endParaRPr lang="en-GB" sz="3200" dirty="0"/>
          </a:p>
          <a:p>
            <a:pPr lvl="1"/>
            <a:r>
              <a:rPr lang="en-GB" sz="3200" dirty="0">
                <a:hlinkClick r:id="rId4" action="ppaction://hlinksldjump"/>
              </a:rPr>
              <a:t>Gaming devices</a:t>
            </a:r>
            <a:endParaRPr lang="en-GB" sz="3200" dirty="0"/>
          </a:p>
          <a:p>
            <a:pPr lvl="1"/>
            <a:r>
              <a:rPr lang="en-GB" sz="3200" dirty="0">
                <a:hlinkClick r:id="rId5" action="ppaction://hlinksldjump"/>
              </a:rPr>
              <a:t>Digital cameras</a:t>
            </a:r>
            <a:endParaRPr lang="en-GB" sz="3200" dirty="0"/>
          </a:p>
          <a:p>
            <a:pPr lvl="1"/>
            <a:r>
              <a:rPr lang="en-GB" sz="3200" dirty="0">
                <a:hlinkClick r:id="rId6" action="ppaction://hlinksldjump"/>
              </a:rPr>
              <a:t>Scanners and reading devices</a:t>
            </a:r>
            <a:endParaRPr lang="en-GB" sz="3200" dirty="0"/>
          </a:p>
          <a:p>
            <a:pPr lvl="1"/>
            <a:r>
              <a:rPr lang="en-GB" sz="3200" dirty="0">
                <a:hlinkClick r:id="rId7" action="ppaction://hlinksldjump"/>
              </a:rPr>
              <a:t>Video and audio input</a:t>
            </a:r>
            <a:endParaRPr lang="en-GB" sz="3200" dirty="0"/>
          </a:p>
          <a:p>
            <a:pPr lvl="1"/>
            <a:r>
              <a:rPr lang="en-GB" sz="3200" dirty="0">
                <a:hlinkClick r:id="rId8" action="ppaction://hlinksldjump"/>
              </a:rPr>
              <a:t>Audio output</a:t>
            </a:r>
            <a:endParaRPr lang="en-GB" sz="3200" dirty="0"/>
          </a:p>
          <a:p>
            <a:pPr lvl="1"/>
            <a:r>
              <a:rPr lang="en-GB" sz="3200" dirty="0">
                <a:hlinkClick r:id="rId9" action="ppaction://hlinksldjump"/>
              </a:rPr>
              <a:t>Data projectors</a:t>
            </a:r>
            <a:endParaRPr lang="en-GB" sz="3200" dirty="0"/>
          </a:p>
          <a:p>
            <a:pPr lvl="1"/>
            <a:r>
              <a:rPr lang="en-GB" sz="3200" dirty="0">
                <a:hlinkClick r:id="rId10" action="ppaction://hlinksldjump"/>
              </a:rPr>
              <a:t>Multi-function printers</a:t>
            </a:r>
            <a:endParaRPr lang="en-GB" sz="3200" dirty="0"/>
          </a:p>
          <a:p>
            <a:pPr lvl="1"/>
            <a:r>
              <a:rPr lang="en-GB" sz="3200" dirty="0">
                <a:hlinkClick r:id="rId10" action="ppaction://hlinksldjump"/>
              </a:rPr>
              <a:t>Fax machines</a:t>
            </a:r>
            <a:endParaRPr lang="en-GB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332656"/>
            <a:ext cx="7200900" cy="1485900"/>
          </a:xfrm>
        </p:spPr>
        <p:txBody>
          <a:bodyPr/>
          <a:lstStyle/>
          <a:p>
            <a:r>
              <a:rPr lang="en-ZA" dirty="0">
                <a:solidFill>
                  <a:schemeClr val="tx1"/>
                </a:solidFill>
              </a:rPr>
              <a:t>Contents (2)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43608" y="1055358"/>
            <a:ext cx="7728588" cy="5325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3600" dirty="0"/>
              <a:t>Storage devices and media</a:t>
            </a:r>
          </a:p>
          <a:p>
            <a:pPr lvl="1"/>
            <a:r>
              <a:rPr lang="en-US" sz="2900" dirty="0">
                <a:hlinkClick r:id="rId2" action="ppaction://hlinksldjump"/>
              </a:rPr>
              <a:t>CD, DVD, Blu-ray</a:t>
            </a:r>
            <a:endParaRPr lang="en-US" sz="2900" dirty="0"/>
          </a:p>
          <a:p>
            <a:pPr lvl="1"/>
            <a:r>
              <a:rPr lang="en-US" sz="2900" dirty="0">
                <a:hlinkClick r:id="rId3" action="ppaction://hlinksldjump"/>
              </a:rPr>
              <a:t>Memory cards</a:t>
            </a:r>
            <a:endParaRPr lang="en-US" sz="2900" dirty="0"/>
          </a:p>
          <a:p>
            <a:pPr lvl="1"/>
            <a:r>
              <a:rPr lang="en-US" sz="2900" dirty="0">
                <a:hlinkClick r:id="rId4" action="ppaction://hlinksldjump"/>
              </a:rPr>
              <a:t>Taking care of a PC system</a:t>
            </a:r>
            <a:endParaRPr lang="en-ZA" sz="2900" dirty="0"/>
          </a:p>
          <a:p>
            <a:r>
              <a:rPr lang="en-GB" sz="3600" dirty="0">
                <a:hlinkClick r:id="rId5" action="ppaction://hlinksldjump"/>
              </a:rPr>
              <a:t>Processing – Motherboard</a:t>
            </a:r>
            <a:endParaRPr lang="en-GB" sz="3600" dirty="0"/>
          </a:p>
          <a:p>
            <a:pPr lvl="1"/>
            <a:r>
              <a:rPr lang="en-GB" sz="3400" dirty="0">
                <a:hlinkClick r:id="rId6" action="ppaction://hlinksldjump"/>
              </a:rPr>
              <a:t>CPU</a:t>
            </a:r>
            <a:endParaRPr lang="en-GB" sz="3400" dirty="0"/>
          </a:p>
          <a:p>
            <a:pPr lvl="1"/>
            <a:r>
              <a:rPr lang="en-GB" sz="3400" dirty="0">
                <a:hlinkClick r:id="rId7" action="ppaction://hlinksldjump"/>
              </a:rPr>
              <a:t>RAM and ROM</a:t>
            </a:r>
            <a:endParaRPr lang="en-GB" sz="3400" dirty="0"/>
          </a:p>
          <a:p>
            <a:r>
              <a:rPr lang="en-ZA" sz="3800" dirty="0">
                <a:hlinkClick r:id="rId8" action="ppaction://hlinksldjump"/>
              </a:rPr>
              <a:t>Test </a:t>
            </a:r>
            <a:r>
              <a:rPr lang="en-ZA" sz="3800">
                <a:hlinkClick r:id="rId8" action="ppaction://hlinksldjump"/>
              </a:rPr>
              <a:t>and improve</a:t>
            </a:r>
            <a:endParaRPr lang="en-ZA" sz="3800" dirty="0"/>
          </a:p>
          <a:p>
            <a:r>
              <a:rPr lang="en-ZA" sz="3600">
                <a:hlinkClick r:id="rId9" action="ppaction://hlinksldjump"/>
              </a:rPr>
              <a:t>Module activity</a:t>
            </a:r>
            <a:endParaRPr lang="en-ZA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860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452521" y="5169386"/>
            <a:ext cx="31555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</a:t>
            </a:r>
            <a:r>
              <a:rPr kumimoji="0" lang="en-GB" sz="2000" b="1" i="0" u="none" strike="noStrike" cap="none" normalizeH="0" baseline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ouchpad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 </a:t>
            </a:r>
            <a:b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GB" sz="200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Pressure sensitive surface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452521" y="4369722"/>
            <a:ext cx="314327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P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ointing</a:t>
            </a:r>
            <a:r>
              <a:rPr kumimoji="0" lang="en-GB" sz="2000" b="1" i="0" u="none" strike="noStrike" cap="none" normalizeH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stick: </a:t>
            </a:r>
            <a:b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GB" sz="200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alternative to mouse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83" y="282258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Pointing devices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042" y="3783017"/>
            <a:ext cx="2237318" cy="2731392"/>
          </a:xfrm>
          <a:prstGeom prst="rect">
            <a:avLst/>
          </a:prstGeom>
        </p:spPr>
      </p:pic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457024" y="6041388"/>
            <a:ext cx="21857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</a:t>
            </a:r>
            <a:r>
              <a:rPr kumimoji="0" lang="en-GB" sz="2000" b="1" i="0" u="none" strike="noStrike" cap="none" normalizeH="0" baseline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ouchpad 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buttons</a:t>
            </a:r>
            <a:endParaRPr kumimoji="0" 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3779912" y="4540546"/>
            <a:ext cx="2913789" cy="183697"/>
          </a:xfrm>
          <a:prstGeom prst="straightConnector1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4608065" y="5645932"/>
            <a:ext cx="2085636" cy="1335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3779912" y="6224612"/>
            <a:ext cx="25922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4126653" y="2754851"/>
            <a:ext cx="14483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b="1" dirty="0">
                <a:cs typeface="Arial" pitchFamily="34" charset="0"/>
              </a:rPr>
              <a:t>Mouse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019" y="1844824"/>
            <a:ext cx="2273963" cy="2332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Action Button: Home 4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1506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19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2411760" y="5060503"/>
            <a:ext cx="331236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Trackball:</a:t>
            </a:r>
            <a:br>
              <a:rPr kumimoji="0" lang="en-GB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GB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Large ball rolled by thumb</a:t>
            </a:r>
            <a:endParaRPr kumimoji="0" lang="en-GB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99495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Pointing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4572000" y="2245825"/>
            <a:ext cx="4176464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200" b="1" dirty="0">
                <a:cs typeface="Arial" pitchFamily="34" charset="0"/>
              </a:rPr>
              <a:t>Pen input device: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pen/stylus used with pressure-sensitive digitising tablet</a:t>
            </a:r>
            <a:endParaRPr kumimoji="0" lang="en-GB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20386"/>
            <a:ext cx="3312368" cy="2093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621" y="4293096"/>
            <a:ext cx="2791237" cy="23042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Action Button: Home 9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2788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4" y="319720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Pointing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84684" y="1794822"/>
            <a:ext cx="12241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b="1" dirty="0">
                <a:cs typeface="Arial" pitchFamily="34" charset="0"/>
              </a:rPr>
              <a:t>Touch</a:t>
            </a:r>
            <a:br>
              <a:rPr lang="en-GB" sz="2400" b="1" dirty="0">
                <a:cs typeface="Arial" pitchFamily="34" charset="0"/>
              </a:rPr>
            </a:br>
            <a:r>
              <a:rPr lang="en-GB" sz="2400" b="1" dirty="0">
                <a:cs typeface="Arial" pitchFamily="34" charset="0"/>
              </a:rPr>
              <a:t>screen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684" y="4109712"/>
            <a:ext cx="5343500" cy="2623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85"/>
              </a:spcBef>
              <a:spcAft>
                <a:spcPts val="285"/>
              </a:spcAft>
            </a:pPr>
            <a:r>
              <a:rPr lang="en-ZA" sz="2400" b="1" dirty="0">
                <a:solidFill>
                  <a:srgbClr val="000000"/>
                </a:solidFill>
                <a:ea typeface="Times New Roman" panose="02020603050405020304" pitchFamily="18" charset="0"/>
                <a:cs typeface="Arial-Bold"/>
              </a:rPr>
              <a:t>Gestures</a:t>
            </a:r>
            <a:endParaRPr lang="en-ZA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Pinch – zoom out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Expand – zoom in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Twist two fingers – rotate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Swipe – scroll in the direction of swipe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Touch-and-drag – click-and-drag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50115"/>
          <a:stretch/>
        </p:blipFill>
        <p:spPr>
          <a:xfrm>
            <a:off x="6444208" y="4358459"/>
            <a:ext cx="1486055" cy="212995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Action Button: Home 13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819" y="1931338"/>
            <a:ext cx="6423621" cy="21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02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45417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Sensors</a:t>
            </a:r>
            <a:endParaRPr lang="en-ZA" dirty="0">
              <a:solidFill>
                <a:srgbClr val="C00000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96181494"/>
              </p:ext>
            </p:extLst>
          </p:nvPr>
        </p:nvGraphicFramePr>
        <p:xfrm>
          <a:off x="683568" y="1844824"/>
          <a:ext cx="8295828" cy="4032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Action Button: Home 6">
            <a:hlinkClick r:id="rId8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29406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42" y="286915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Gaming devices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5" y="1628800"/>
            <a:ext cx="1571329" cy="28888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728102" y="1663870"/>
            <a:ext cx="314004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>
                <a:cs typeface="Arial" pitchFamily="34" charset="0"/>
              </a:rPr>
              <a:t>Joystick:</a:t>
            </a:r>
            <a:br>
              <a:rPr lang="en-GB" sz="2000" b="1" dirty="0">
                <a:cs typeface="Arial" pitchFamily="34" charset="0"/>
              </a:rPr>
            </a:br>
            <a:r>
              <a:rPr lang="en-GB" sz="2000" dirty="0">
                <a:cs typeface="Arial" pitchFamily="34" charset="0"/>
              </a:rPr>
              <a:t>oldest and simplest game controller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2674936"/>
            <a:ext cx="2269518" cy="20162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131840" y="3068960"/>
            <a:ext cx="314327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>
                <a:cs typeface="Arial" pitchFamily="34" charset="0"/>
              </a:rPr>
              <a:t>Game controller:</a:t>
            </a:r>
            <a:br>
              <a:rPr lang="en-GB" sz="2000" b="1" dirty="0">
                <a:cs typeface="Arial" pitchFamily="34" charset="0"/>
              </a:rPr>
            </a:br>
            <a:r>
              <a:rPr lang="en-GB" sz="2000" dirty="0">
                <a:cs typeface="Arial" pitchFamily="34" charset="0"/>
              </a:rPr>
              <a:t>2 mini joysticks, 4 triggers,</a:t>
            </a:r>
            <a:br>
              <a:rPr lang="en-GB" sz="2000" dirty="0">
                <a:cs typeface="Arial" pitchFamily="34" charset="0"/>
              </a:rPr>
            </a:br>
            <a:r>
              <a:rPr lang="en-GB" sz="2000" dirty="0">
                <a:cs typeface="Arial" pitchFamily="34" charset="0"/>
              </a:rPr>
              <a:t>8 other control buttons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4640221"/>
            <a:ext cx="2038526" cy="18586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580112" y="5347810"/>
            <a:ext cx="1800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>
                <a:cs typeface="Arial" pitchFamily="34" charset="0"/>
              </a:rPr>
              <a:t>Steering wheel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Action Button: Home 11">
            <a:hlinkClick r:id="rId6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8547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336140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Digital cameras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28700" y="1745096"/>
            <a:ext cx="6848907" cy="343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>
                <a:cs typeface="Arial" pitchFamily="34" charset="0"/>
              </a:rPr>
              <a:t>Pictures can be downloaded, manipulated, printed or emailed</a:t>
            </a:r>
          </a:p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>
                <a:cs typeface="Arial" pitchFamily="34" charset="0"/>
              </a:rPr>
              <a:t>Most smartphones include a good quality</a:t>
            </a:r>
            <a:br>
              <a:rPr lang="en-GB" sz="2400" dirty="0">
                <a:cs typeface="Arial" pitchFamily="34" charset="0"/>
              </a:rPr>
            </a:br>
            <a:r>
              <a:rPr lang="en-GB" sz="2400" dirty="0">
                <a:cs typeface="Arial" pitchFamily="34" charset="0"/>
              </a:rPr>
              <a:t>digital camera</a:t>
            </a:r>
          </a:p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>
                <a:cs typeface="Arial" pitchFamily="34" charset="0"/>
              </a:rPr>
              <a:t>Easy to share instantly, to edit and to back up</a:t>
            </a:r>
          </a:p>
          <a:p>
            <a:pPr marL="285750" marR="0" lvl="0" indent="-285750" algn="l" defTabSz="914400" rtl="0" eaLnBrk="1" fontAlgn="base" latinLnBrk="0" hangingPunct="1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>
                <a:cs typeface="Arial" pitchFamily="34" charset="0"/>
              </a:rPr>
              <a:t>Resolution determines quality:</a:t>
            </a:r>
            <a:br>
              <a:rPr lang="en-GB" sz="2400" dirty="0">
                <a:cs typeface="Arial" pitchFamily="34" charset="0"/>
              </a:rPr>
            </a:br>
            <a:r>
              <a:rPr lang="en-GB" sz="2400" dirty="0">
                <a:cs typeface="Arial" pitchFamily="34" charset="0"/>
              </a:rPr>
              <a:t>the higher the resolution,</a:t>
            </a:r>
            <a:br>
              <a:rPr lang="en-GB" sz="2400" dirty="0">
                <a:cs typeface="Arial" pitchFamily="34" charset="0"/>
              </a:rPr>
            </a:br>
            <a:r>
              <a:rPr lang="en-GB" sz="2400" dirty="0">
                <a:cs typeface="Arial" pitchFamily="34" charset="0"/>
              </a:rPr>
              <a:t>the higher the quality (and size!)</a:t>
            </a:r>
          </a:p>
        </p:txBody>
      </p:sp>
      <p:pic>
        <p:nvPicPr>
          <p:cNvPr id="12" name="Picture 11" descr="CANON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36772" y="4145173"/>
            <a:ext cx="2667676" cy="23197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Action Button: Home 8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393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23903"/>
            <a:ext cx="7128792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Scanners / Reading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1649" y="2221330"/>
            <a:ext cx="45784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Aft>
                <a:spcPct val="0"/>
              </a:spcAft>
              <a:buClrTx/>
              <a:buSzTx/>
              <a:tabLst/>
            </a:pPr>
            <a:r>
              <a:rPr lang="en-GB" sz="2400" b="1" dirty="0">
                <a:cs typeface="Arial" pitchFamily="34" charset="0"/>
              </a:rPr>
              <a:t>Flatbed and sheet-fed scanners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139952" y="3186554"/>
            <a:ext cx="424847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>
                <a:cs typeface="Arial" pitchFamily="34" charset="0"/>
              </a:rPr>
              <a:t>Scans images into a computer</a:t>
            </a:r>
          </a:p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>
                <a:cs typeface="Arial" pitchFamily="34" charset="0"/>
              </a:rPr>
              <a:t>Largely replaced by use of cameras on mobile devices</a:t>
            </a:r>
          </a:p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>
                <a:cs typeface="Arial" pitchFamily="34" charset="0"/>
              </a:rPr>
              <a:t>QR codes: quick access</a:t>
            </a:r>
            <a:br>
              <a:rPr lang="en-GB" sz="2200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to web address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13" y="4741380"/>
            <a:ext cx="1978267" cy="172023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Action Button: Home 9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1648" y="3069493"/>
            <a:ext cx="2994287" cy="29942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5229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45" y="386576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Scanners / Reading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1649" y="2221329"/>
            <a:ext cx="2503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400" b="1" dirty="0">
                <a:cs typeface="Arial" pitchFamily="34" charset="0"/>
              </a:rPr>
              <a:t>Barcode readers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355976" y="2568228"/>
            <a:ext cx="4119101" cy="2416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r>
              <a:rPr lang="en-GB" sz="2400" b="1" dirty="0">
                <a:cs typeface="Arial" pitchFamily="34" charset="0"/>
              </a:rPr>
              <a:t>Barcode scanned to access extra information about item: </a:t>
            </a: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cs typeface="Arial" pitchFamily="34" charset="0"/>
              </a:rPr>
              <a:t>Price</a:t>
            </a: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cs typeface="Arial" pitchFamily="34" charset="0"/>
              </a:rPr>
              <a:t>Codes on central database</a:t>
            </a: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>
                <a:cs typeface="Arial" pitchFamily="34" charset="0"/>
              </a:rPr>
              <a:t>Update records for stock taking / sales figures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49" y="2374990"/>
            <a:ext cx="2562239" cy="425173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Action Button: Home 9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4355976" y="5493305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cs typeface="Arial" pitchFamily="34" charset="0"/>
              </a:rPr>
              <a:t>Benefits: Speed </a:t>
            </a:r>
            <a:r>
              <a:rPr lang="en-US" sz="2400" b="1" dirty="0">
                <a:solidFill>
                  <a:srgbClr val="FF0000"/>
                </a:solidFill>
                <a:cs typeface="Arial" pitchFamily="34" charset="0"/>
              </a:rPr>
              <a:t>+</a:t>
            </a:r>
            <a:r>
              <a:rPr lang="en-US" sz="2400" b="1" dirty="0">
                <a:cs typeface="Arial" pitchFamily="34" charset="0"/>
              </a:rPr>
              <a:t> Accuracy</a:t>
            </a:r>
          </a:p>
        </p:txBody>
      </p:sp>
    </p:spTree>
    <p:extLst>
      <p:ext uri="{BB962C8B-B14F-4D97-AF65-F5344CB8AC3E}">
        <p14:creationId xmlns:p14="http://schemas.microsoft.com/office/powerpoint/2010/main" val="41999315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744" y="331472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devices– </a:t>
            </a:r>
            <a:r>
              <a:rPr lang="en-GB" dirty="0">
                <a:solidFill>
                  <a:srgbClr val="C00000"/>
                </a:solidFill>
              </a:rPr>
              <a:t>Scanners / Reading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99592" y="2093324"/>
            <a:ext cx="4464496" cy="155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200" b="1" dirty="0">
                <a:cs typeface="Arial" pitchFamily="34" charset="0"/>
              </a:rPr>
              <a:t>Biometric scanner: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measures something biologically unique – fingerprint / iris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958670" y="4958285"/>
            <a:ext cx="3263890" cy="1045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200" b="1" dirty="0">
                <a:cs typeface="Arial" pitchFamily="34" charset="0"/>
              </a:rPr>
              <a:t>Card input: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data stored magnetically </a:t>
            </a:r>
          </a:p>
        </p:txBody>
      </p:sp>
      <p:pic>
        <p:nvPicPr>
          <p:cNvPr id="8" name="Picture 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08104" y="1711937"/>
            <a:ext cx="3096344" cy="2356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068207"/>
            <a:ext cx="4151234" cy="282608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Action Button: Home 9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8159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38" y="325464"/>
            <a:ext cx="8007796" cy="14859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r>
              <a:rPr lang="en-GB" dirty="0">
                <a:solidFill>
                  <a:srgbClr val="C00000"/>
                </a:solidFill>
              </a:rPr>
              <a:t>Scanners / Reading devices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31640" y="2136828"/>
            <a:ext cx="288032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ZA" sz="2000" b="1" dirty="0"/>
              <a:t>RFID (Radio Frequency Identification): small radio devices to store and transmit data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91766" y="4468228"/>
            <a:ext cx="8008168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1" dirty="0"/>
              <a:t>Character recognition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OMR: </a:t>
            </a:r>
            <a:r>
              <a:rPr lang="en-US" sz="2000" dirty="0"/>
              <a:t>Optical Mark Recognition – scan and mark tests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MICR: </a:t>
            </a:r>
            <a:r>
              <a:rPr lang="en-US" sz="2000" dirty="0"/>
              <a:t>Magnetic Ink Character Recognition – magnetic ink on cheques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</a:t>
            </a:r>
            <a:r>
              <a:rPr lang="en-US" sz="2000" b="1" dirty="0"/>
              <a:t>CR: </a:t>
            </a:r>
            <a:r>
              <a:rPr lang="en-US" sz="2000" dirty="0"/>
              <a:t>Optical Character Recognition – scan and then edit text</a:t>
            </a:r>
            <a:endParaRPr lang="en-ZA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963650"/>
            <a:ext cx="3585755" cy="23944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1401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1218952" y="1052736"/>
            <a:ext cx="2892425" cy="2157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MODULE Activity Page 78</a:t>
            </a:r>
            <a:endParaRPr lang="en-ZA" dirty="0"/>
          </a:p>
        </p:txBody>
      </p:sp>
      <p:sp>
        <p:nvSpPr>
          <p:cNvPr id="8" name="Slide Number Placeholder 8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878F17-7D68-4484-876E-9660F07E60D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Action Button: Home 8">
            <a:hlinkClick r:id="rId2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/>
          <p:cNvSpPr txBox="1"/>
          <p:nvPr/>
        </p:nvSpPr>
        <p:spPr>
          <a:xfrm>
            <a:off x="1403648" y="3429000"/>
            <a:ext cx="689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Complete questions 1 – 12 </a:t>
            </a:r>
          </a:p>
        </p:txBody>
      </p:sp>
    </p:spTree>
    <p:extLst>
      <p:ext uri="{BB962C8B-B14F-4D97-AF65-F5344CB8AC3E}">
        <p14:creationId xmlns:p14="http://schemas.microsoft.com/office/powerpoint/2010/main" val="2690573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782" y="344772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Video and audio input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85782" y="2059881"/>
            <a:ext cx="49114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/>
              <a:t>Getting video onto the computer</a:t>
            </a:r>
          </a:p>
        </p:txBody>
      </p:sp>
      <p:sp>
        <p:nvSpPr>
          <p:cNvPr id="8" name="Film"/>
          <p:cNvSpPr>
            <a:spLocks noEditPoints="1" noChangeArrowheads="1"/>
          </p:cNvSpPr>
          <p:nvPr/>
        </p:nvSpPr>
        <p:spPr bwMode="auto">
          <a:xfrm>
            <a:off x="1259632" y="3157196"/>
            <a:ext cx="1292672" cy="2115152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600 w 21600"/>
              <a:gd name="T7" fmla="*/ 10800 h 21600"/>
              <a:gd name="T8" fmla="*/ 21600 w 21600"/>
              <a:gd name="T9" fmla="*/ 21600 h 21600"/>
              <a:gd name="T10" fmla="*/ 10800 w 21600"/>
              <a:gd name="T11" fmla="*/ 21600 h 21600"/>
              <a:gd name="T12" fmla="*/ 0 w 21600"/>
              <a:gd name="T13" fmla="*/ 21600 h 21600"/>
              <a:gd name="T14" fmla="*/ 0 w 21600"/>
              <a:gd name="T15" fmla="*/ 10800 h 21600"/>
              <a:gd name="T16" fmla="*/ 4960 w 21600"/>
              <a:gd name="T17" fmla="*/ 8129 h 21600"/>
              <a:gd name="T18" fmla="*/ 17079 w 21600"/>
              <a:gd name="T19" fmla="*/ 1342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  <a:path w="21600" h="21600" extrusionOk="0">
                <a:moveTo>
                  <a:pt x="3014" y="21600"/>
                </a:moveTo>
                <a:lnTo>
                  <a:pt x="3014" y="0"/>
                </a:lnTo>
                <a:lnTo>
                  <a:pt x="0" y="0"/>
                </a:lnTo>
                <a:lnTo>
                  <a:pt x="0" y="21600"/>
                </a:lnTo>
                <a:lnTo>
                  <a:pt x="3014" y="21600"/>
                </a:lnTo>
                <a:close/>
              </a:path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18586" y="0"/>
                </a:lnTo>
                <a:lnTo>
                  <a:pt x="18586" y="21600"/>
                </a:lnTo>
                <a:lnTo>
                  <a:pt x="21600" y="21600"/>
                </a:lnTo>
                <a:close/>
              </a:path>
              <a:path w="21600" h="21600" extrusionOk="0">
                <a:moveTo>
                  <a:pt x="6028" y="6574"/>
                </a:moveTo>
                <a:lnTo>
                  <a:pt x="15572" y="6574"/>
                </a:lnTo>
                <a:lnTo>
                  <a:pt x="16074" y="6574"/>
                </a:lnTo>
                <a:lnTo>
                  <a:pt x="16326" y="6457"/>
                </a:lnTo>
                <a:lnTo>
                  <a:pt x="16577" y="6339"/>
                </a:lnTo>
                <a:lnTo>
                  <a:pt x="16828" y="6222"/>
                </a:lnTo>
                <a:lnTo>
                  <a:pt x="17079" y="6222"/>
                </a:lnTo>
                <a:lnTo>
                  <a:pt x="17330" y="5987"/>
                </a:lnTo>
                <a:lnTo>
                  <a:pt x="17330" y="5870"/>
                </a:lnTo>
                <a:lnTo>
                  <a:pt x="17581" y="5635"/>
                </a:lnTo>
                <a:lnTo>
                  <a:pt x="17581" y="1526"/>
                </a:lnTo>
                <a:lnTo>
                  <a:pt x="17330" y="1291"/>
                </a:lnTo>
                <a:lnTo>
                  <a:pt x="17330" y="1174"/>
                </a:lnTo>
                <a:lnTo>
                  <a:pt x="17079" y="1057"/>
                </a:lnTo>
                <a:lnTo>
                  <a:pt x="16828" y="939"/>
                </a:lnTo>
                <a:lnTo>
                  <a:pt x="16577" y="822"/>
                </a:lnTo>
                <a:lnTo>
                  <a:pt x="16326" y="704"/>
                </a:lnTo>
                <a:lnTo>
                  <a:pt x="16074" y="704"/>
                </a:lnTo>
                <a:lnTo>
                  <a:pt x="15572" y="587"/>
                </a:lnTo>
                <a:lnTo>
                  <a:pt x="6028" y="587"/>
                </a:lnTo>
                <a:lnTo>
                  <a:pt x="5526" y="704"/>
                </a:lnTo>
                <a:lnTo>
                  <a:pt x="5274" y="704"/>
                </a:lnTo>
                <a:lnTo>
                  <a:pt x="5023" y="822"/>
                </a:lnTo>
                <a:lnTo>
                  <a:pt x="4772" y="939"/>
                </a:lnTo>
                <a:lnTo>
                  <a:pt x="4521" y="1057"/>
                </a:lnTo>
                <a:lnTo>
                  <a:pt x="4270" y="1174"/>
                </a:lnTo>
                <a:lnTo>
                  <a:pt x="4270" y="1291"/>
                </a:lnTo>
                <a:lnTo>
                  <a:pt x="4019" y="1526"/>
                </a:lnTo>
                <a:lnTo>
                  <a:pt x="4019" y="5635"/>
                </a:lnTo>
                <a:lnTo>
                  <a:pt x="4270" y="5870"/>
                </a:lnTo>
                <a:lnTo>
                  <a:pt x="4270" y="5987"/>
                </a:lnTo>
                <a:lnTo>
                  <a:pt x="4521" y="6222"/>
                </a:lnTo>
                <a:lnTo>
                  <a:pt x="4772" y="6222"/>
                </a:lnTo>
                <a:lnTo>
                  <a:pt x="5023" y="6339"/>
                </a:lnTo>
                <a:lnTo>
                  <a:pt x="5274" y="6457"/>
                </a:lnTo>
                <a:lnTo>
                  <a:pt x="5526" y="6574"/>
                </a:lnTo>
                <a:lnTo>
                  <a:pt x="6028" y="6574"/>
                </a:lnTo>
                <a:close/>
              </a:path>
              <a:path w="21600" h="21600" extrusionOk="0">
                <a:moveTo>
                  <a:pt x="6028" y="13617"/>
                </a:moveTo>
                <a:lnTo>
                  <a:pt x="15572" y="13617"/>
                </a:lnTo>
                <a:lnTo>
                  <a:pt x="16074" y="13617"/>
                </a:lnTo>
                <a:lnTo>
                  <a:pt x="16326" y="13617"/>
                </a:lnTo>
                <a:lnTo>
                  <a:pt x="16577" y="13500"/>
                </a:lnTo>
                <a:lnTo>
                  <a:pt x="16828" y="13383"/>
                </a:lnTo>
                <a:lnTo>
                  <a:pt x="17079" y="13265"/>
                </a:lnTo>
                <a:lnTo>
                  <a:pt x="17330" y="13148"/>
                </a:lnTo>
                <a:lnTo>
                  <a:pt x="17330" y="12913"/>
                </a:lnTo>
                <a:lnTo>
                  <a:pt x="17581" y="12796"/>
                </a:lnTo>
                <a:lnTo>
                  <a:pt x="17581" y="8687"/>
                </a:lnTo>
                <a:lnTo>
                  <a:pt x="17330" y="8452"/>
                </a:lnTo>
                <a:lnTo>
                  <a:pt x="17330" y="8335"/>
                </a:lnTo>
                <a:lnTo>
                  <a:pt x="17079" y="8217"/>
                </a:lnTo>
                <a:lnTo>
                  <a:pt x="16828" y="7983"/>
                </a:lnTo>
                <a:lnTo>
                  <a:pt x="16577" y="7983"/>
                </a:lnTo>
                <a:lnTo>
                  <a:pt x="16326" y="7865"/>
                </a:lnTo>
                <a:lnTo>
                  <a:pt x="16074" y="7865"/>
                </a:lnTo>
                <a:lnTo>
                  <a:pt x="15572" y="7748"/>
                </a:lnTo>
                <a:lnTo>
                  <a:pt x="6028" y="7748"/>
                </a:lnTo>
                <a:lnTo>
                  <a:pt x="5526" y="7865"/>
                </a:lnTo>
                <a:lnTo>
                  <a:pt x="5274" y="7865"/>
                </a:lnTo>
                <a:lnTo>
                  <a:pt x="5023" y="7983"/>
                </a:lnTo>
                <a:lnTo>
                  <a:pt x="4772" y="7983"/>
                </a:lnTo>
                <a:lnTo>
                  <a:pt x="4521" y="8217"/>
                </a:lnTo>
                <a:lnTo>
                  <a:pt x="4270" y="8335"/>
                </a:lnTo>
                <a:lnTo>
                  <a:pt x="4270" y="8452"/>
                </a:lnTo>
                <a:lnTo>
                  <a:pt x="4019" y="8687"/>
                </a:lnTo>
                <a:lnTo>
                  <a:pt x="4019" y="12796"/>
                </a:lnTo>
                <a:lnTo>
                  <a:pt x="4270" y="12913"/>
                </a:lnTo>
                <a:lnTo>
                  <a:pt x="4270" y="13148"/>
                </a:lnTo>
                <a:lnTo>
                  <a:pt x="4521" y="13265"/>
                </a:lnTo>
                <a:lnTo>
                  <a:pt x="4772" y="13383"/>
                </a:lnTo>
                <a:lnTo>
                  <a:pt x="5023" y="13500"/>
                </a:lnTo>
                <a:lnTo>
                  <a:pt x="5274" y="13617"/>
                </a:lnTo>
                <a:lnTo>
                  <a:pt x="5526" y="13617"/>
                </a:lnTo>
                <a:lnTo>
                  <a:pt x="6028" y="13617"/>
                </a:lnTo>
                <a:close/>
              </a:path>
              <a:path w="21600" h="21600" extrusionOk="0">
                <a:moveTo>
                  <a:pt x="6028" y="20778"/>
                </a:moveTo>
                <a:lnTo>
                  <a:pt x="15572" y="20778"/>
                </a:lnTo>
                <a:lnTo>
                  <a:pt x="16074" y="20778"/>
                </a:lnTo>
                <a:lnTo>
                  <a:pt x="16326" y="20661"/>
                </a:lnTo>
                <a:lnTo>
                  <a:pt x="16577" y="20661"/>
                </a:lnTo>
                <a:lnTo>
                  <a:pt x="16828" y="20543"/>
                </a:lnTo>
                <a:lnTo>
                  <a:pt x="17079" y="20426"/>
                </a:lnTo>
                <a:lnTo>
                  <a:pt x="17330" y="20309"/>
                </a:lnTo>
                <a:lnTo>
                  <a:pt x="17330" y="20074"/>
                </a:lnTo>
                <a:lnTo>
                  <a:pt x="17581" y="19957"/>
                </a:lnTo>
                <a:lnTo>
                  <a:pt x="17581" y="15730"/>
                </a:lnTo>
                <a:lnTo>
                  <a:pt x="17330" y="15613"/>
                </a:lnTo>
                <a:lnTo>
                  <a:pt x="17330" y="15378"/>
                </a:lnTo>
                <a:lnTo>
                  <a:pt x="17079" y="15378"/>
                </a:lnTo>
                <a:lnTo>
                  <a:pt x="16828" y="15143"/>
                </a:lnTo>
                <a:lnTo>
                  <a:pt x="16577" y="15026"/>
                </a:lnTo>
                <a:lnTo>
                  <a:pt x="16326" y="15026"/>
                </a:lnTo>
                <a:lnTo>
                  <a:pt x="16074" y="15026"/>
                </a:lnTo>
                <a:lnTo>
                  <a:pt x="15572" y="14909"/>
                </a:lnTo>
                <a:lnTo>
                  <a:pt x="6028" y="14909"/>
                </a:lnTo>
                <a:lnTo>
                  <a:pt x="5526" y="15026"/>
                </a:lnTo>
                <a:lnTo>
                  <a:pt x="5274" y="15026"/>
                </a:lnTo>
                <a:lnTo>
                  <a:pt x="5023" y="15026"/>
                </a:lnTo>
                <a:lnTo>
                  <a:pt x="4772" y="15143"/>
                </a:lnTo>
                <a:lnTo>
                  <a:pt x="4521" y="15378"/>
                </a:lnTo>
                <a:lnTo>
                  <a:pt x="4270" y="15378"/>
                </a:lnTo>
                <a:lnTo>
                  <a:pt x="4270" y="15613"/>
                </a:lnTo>
                <a:lnTo>
                  <a:pt x="4019" y="15730"/>
                </a:lnTo>
                <a:lnTo>
                  <a:pt x="4019" y="19957"/>
                </a:lnTo>
                <a:lnTo>
                  <a:pt x="4270" y="20074"/>
                </a:lnTo>
                <a:lnTo>
                  <a:pt x="4270" y="20309"/>
                </a:lnTo>
                <a:lnTo>
                  <a:pt x="4521" y="20426"/>
                </a:lnTo>
                <a:lnTo>
                  <a:pt x="4772" y="20543"/>
                </a:lnTo>
                <a:lnTo>
                  <a:pt x="5023" y="20661"/>
                </a:lnTo>
                <a:lnTo>
                  <a:pt x="5274" y="20661"/>
                </a:lnTo>
                <a:lnTo>
                  <a:pt x="5526" y="20778"/>
                </a:lnTo>
                <a:lnTo>
                  <a:pt x="6028" y="20778"/>
                </a:lnTo>
                <a:close/>
              </a:path>
              <a:path w="21600" h="21600" extrusionOk="0">
                <a:moveTo>
                  <a:pt x="753" y="1291"/>
                </a:moveTo>
                <a:lnTo>
                  <a:pt x="2260" y="1291"/>
                </a:lnTo>
                <a:lnTo>
                  <a:pt x="2260" y="235"/>
                </a:lnTo>
                <a:lnTo>
                  <a:pt x="753" y="235"/>
                </a:lnTo>
                <a:lnTo>
                  <a:pt x="753" y="1291"/>
                </a:lnTo>
                <a:close/>
              </a:path>
              <a:path w="21600" h="21600" extrusionOk="0">
                <a:moveTo>
                  <a:pt x="753" y="2700"/>
                </a:moveTo>
                <a:lnTo>
                  <a:pt x="2260" y="2700"/>
                </a:lnTo>
                <a:lnTo>
                  <a:pt x="2260" y="1643"/>
                </a:lnTo>
                <a:lnTo>
                  <a:pt x="753" y="1643"/>
                </a:lnTo>
                <a:lnTo>
                  <a:pt x="753" y="2700"/>
                </a:lnTo>
                <a:close/>
              </a:path>
              <a:path w="21600" h="21600" extrusionOk="0">
                <a:moveTo>
                  <a:pt x="753" y="4109"/>
                </a:moveTo>
                <a:lnTo>
                  <a:pt x="2260" y="4109"/>
                </a:lnTo>
                <a:lnTo>
                  <a:pt x="2260" y="3052"/>
                </a:lnTo>
                <a:lnTo>
                  <a:pt x="753" y="3052"/>
                </a:lnTo>
                <a:lnTo>
                  <a:pt x="753" y="4109"/>
                </a:lnTo>
                <a:close/>
              </a:path>
              <a:path w="21600" h="21600" extrusionOk="0">
                <a:moveTo>
                  <a:pt x="753" y="5517"/>
                </a:moveTo>
                <a:lnTo>
                  <a:pt x="2260" y="5517"/>
                </a:lnTo>
                <a:lnTo>
                  <a:pt x="2260" y="4461"/>
                </a:lnTo>
                <a:lnTo>
                  <a:pt x="753" y="4461"/>
                </a:lnTo>
                <a:lnTo>
                  <a:pt x="753" y="5517"/>
                </a:lnTo>
                <a:close/>
              </a:path>
              <a:path w="21600" h="21600" extrusionOk="0">
                <a:moveTo>
                  <a:pt x="753" y="6926"/>
                </a:moveTo>
                <a:lnTo>
                  <a:pt x="2260" y="6926"/>
                </a:lnTo>
                <a:lnTo>
                  <a:pt x="2260" y="5870"/>
                </a:lnTo>
                <a:lnTo>
                  <a:pt x="753" y="5870"/>
                </a:lnTo>
                <a:lnTo>
                  <a:pt x="753" y="6926"/>
                </a:lnTo>
                <a:close/>
              </a:path>
              <a:path w="21600" h="21600" extrusionOk="0">
                <a:moveTo>
                  <a:pt x="753" y="8335"/>
                </a:moveTo>
                <a:lnTo>
                  <a:pt x="2260" y="8335"/>
                </a:lnTo>
                <a:lnTo>
                  <a:pt x="2260" y="7278"/>
                </a:lnTo>
                <a:lnTo>
                  <a:pt x="753" y="7278"/>
                </a:lnTo>
                <a:lnTo>
                  <a:pt x="753" y="8335"/>
                </a:lnTo>
                <a:close/>
              </a:path>
              <a:path w="21600" h="21600" extrusionOk="0">
                <a:moveTo>
                  <a:pt x="753" y="9743"/>
                </a:moveTo>
                <a:lnTo>
                  <a:pt x="2260" y="9743"/>
                </a:lnTo>
                <a:lnTo>
                  <a:pt x="2260" y="8687"/>
                </a:lnTo>
                <a:lnTo>
                  <a:pt x="753" y="8687"/>
                </a:lnTo>
                <a:lnTo>
                  <a:pt x="753" y="9743"/>
                </a:lnTo>
                <a:close/>
              </a:path>
              <a:path w="21600" h="21600" extrusionOk="0">
                <a:moveTo>
                  <a:pt x="753" y="11152"/>
                </a:moveTo>
                <a:lnTo>
                  <a:pt x="2260" y="11152"/>
                </a:lnTo>
                <a:lnTo>
                  <a:pt x="2260" y="10096"/>
                </a:lnTo>
                <a:lnTo>
                  <a:pt x="753" y="10096"/>
                </a:lnTo>
                <a:lnTo>
                  <a:pt x="753" y="11152"/>
                </a:lnTo>
                <a:close/>
              </a:path>
              <a:path w="21600" h="21600" extrusionOk="0">
                <a:moveTo>
                  <a:pt x="753" y="12561"/>
                </a:moveTo>
                <a:lnTo>
                  <a:pt x="2260" y="12561"/>
                </a:lnTo>
                <a:lnTo>
                  <a:pt x="2260" y="11504"/>
                </a:lnTo>
                <a:lnTo>
                  <a:pt x="753" y="11504"/>
                </a:lnTo>
                <a:lnTo>
                  <a:pt x="753" y="12561"/>
                </a:lnTo>
                <a:close/>
              </a:path>
              <a:path w="21600" h="21600" extrusionOk="0">
                <a:moveTo>
                  <a:pt x="753" y="13970"/>
                </a:moveTo>
                <a:lnTo>
                  <a:pt x="2260" y="13970"/>
                </a:lnTo>
                <a:lnTo>
                  <a:pt x="2260" y="12913"/>
                </a:lnTo>
                <a:lnTo>
                  <a:pt x="753" y="12913"/>
                </a:lnTo>
                <a:lnTo>
                  <a:pt x="753" y="13970"/>
                </a:lnTo>
                <a:close/>
              </a:path>
              <a:path w="21600" h="21600" extrusionOk="0">
                <a:moveTo>
                  <a:pt x="753" y="15378"/>
                </a:moveTo>
                <a:lnTo>
                  <a:pt x="2260" y="15378"/>
                </a:lnTo>
                <a:lnTo>
                  <a:pt x="2260" y="14322"/>
                </a:lnTo>
                <a:lnTo>
                  <a:pt x="753" y="14322"/>
                </a:lnTo>
                <a:lnTo>
                  <a:pt x="753" y="15378"/>
                </a:lnTo>
                <a:close/>
              </a:path>
              <a:path w="21600" h="21600" extrusionOk="0">
                <a:moveTo>
                  <a:pt x="753" y="16787"/>
                </a:moveTo>
                <a:lnTo>
                  <a:pt x="2260" y="16787"/>
                </a:lnTo>
                <a:lnTo>
                  <a:pt x="2260" y="15730"/>
                </a:lnTo>
                <a:lnTo>
                  <a:pt x="753" y="15730"/>
                </a:lnTo>
                <a:lnTo>
                  <a:pt x="753" y="16787"/>
                </a:lnTo>
                <a:close/>
              </a:path>
              <a:path w="21600" h="21600" extrusionOk="0">
                <a:moveTo>
                  <a:pt x="753" y="18196"/>
                </a:moveTo>
                <a:lnTo>
                  <a:pt x="2260" y="18196"/>
                </a:lnTo>
                <a:lnTo>
                  <a:pt x="2260" y="17139"/>
                </a:lnTo>
                <a:lnTo>
                  <a:pt x="753" y="17139"/>
                </a:lnTo>
                <a:lnTo>
                  <a:pt x="753" y="18196"/>
                </a:lnTo>
                <a:close/>
              </a:path>
              <a:path w="21600" h="21600" extrusionOk="0">
                <a:moveTo>
                  <a:pt x="753" y="19604"/>
                </a:moveTo>
                <a:lnTo>
                  <a:pt x="2260" y="19604"/>
                </a:lnTo>
                <a:lnTo>
                  <a:pt x="2260" y="18548"/>
                </a:lnTo>
                <a:lnTo>
                  <a:pt x="753" y="18548"/>
                </a:lnTo>
                <a:lnTo>
                  <a:pt x="753" y="19604"/>
                </a:lnTo>
                <a:close/>
              </a:path>
              <a:path w="21600" h="21600" extrusionOk="0">
                <a:moveTo>
                  <a:pt x="753" y="21013"/>
                </a:moveTo>
                <a:lnTo>
                  <a:pt x="2260" y="21013"/>
                </a:lnTo>
                <a:lnTo>
                  <a:pt x="2260" y="19957"/>
                </a:lnTo>
                <a:lnTo>
                  <a:pt x="753" y="19957"/>
                </a:lnTo>
                <a:lnTo>
                  <a:pt x="753" y="21013"/>
                </a:lnTo>
                <a:close/>
              </a:path>
              <a:path w="21600" h="21600" extrusionOk="0">
                <a:moveTo>
                  <a:pt x="19340" y="1409"/>
                </a:moveTo>
                <a:lnTo>
                  <a:pt x="20595" y="1409"/>
                </a:lnTo>
                <a:lnTo>
                  <a:pt x="20595" y="352"/>
                </a:lnTo>
                <a:lnTo>
                  <a:pt x="19340" y="352"/>
                </a:lnTo>
                <a:lnTo>
                  <a:pt x="19340" y="1409"/>
                </a:lnTo>
                <a:close/>
              </a:path>
              <a:path w="21600" h="21600" extrusionOk="0">
                <a:moveTo>
                  <a:pt x="19340" y="2700"/>
                </a:moveTo>
                <a:lnTo>
                  <a:pt x="20595" y="2700"/>
                </a:lnTo>
                <a:lnTo>
                  <a:pt x="20595" y="1643"/>
                </a:lnTo>
                <a:lnTo>
                  <a:pt x="19340" y="1643"/>
                </a:lnTo>
                <a:lnTo>
                  <a:pt x="19340" y="2700"/>
                </a:lnTo>
                <a:close/>
              </a:path>
              <a:path w="21600" h="21600" extrusionOk="0">
                <a:moveTo>
                  <a:pt x="19340" y="4109"/>
                </a:moveTo>
                <a:lnTo>
                  <a:pt x="20595" y="4109"/>
                </a:lnTo>
                <a:lnTo>
                  <a:pt x="20595" y="3052"/>
                </a:lnTo>
                <a:lnTo>
                  <a:pt x="19340" y="3052"/>
                </a:lnTo>
                <a:lnTo>
                  <a:pt x="19340" y="4109"/>
                </a:lnTo>
                <a:close/>
              </a:path>
              <a:path w="21600" h="21600" extrusionOk="0">
                <a:moveTo>
                  <a:pt x="19340" y="5517"/>
                </a:moveTo>
                <a:lnTo>
                  <a:pt x="20595" y="5517"/>
                </a:lnTo>
                <a:lnTo>
                  <a:pt x="20595" y="4461"/>
                </a:lnTo>
                <a:lnTo>
                  <a:pt x="19340" y="4461"/>
                </a:lnTo>
                <a:lnTo>
                  <a:pt x="19340" y="5517"/>
                </a:lnTo>
                <a:close/>
              </a:path>
              <a:path w="21600" h="21600" extrusionOk="0">
                <a:moveTo>
                  <a:pt x="19340" y="6926"/>
                </a:moveTo>
                <a:lnTo>
                  <a:pt x="20595" y="6926"/>
                </a:lnTo>
                <a:lnTo>
                  <a:pt x="20595" y="5870"/>
                </a:lnTo>
                <a:lnTo>
                  <a:pt x="19340" y="5870"/>
                </a:lnTo>
                <a:lnTo>
                  <a:pt x="19340" y="6926"/>
                </a:lnTo>
                <a:close/>
              </a:path>
              <a:path w="21600" h="21600" extrusionOk="0">
                <a:moveTo>
                  <a:pt x="19340" y="8335"/>
                </a:moveTo>
                <a:lnTo>
                  <a:pt x="20595" y="8335"/>
                </a:lnTo>
                <a:lnTo>
                  <a:pt x="20595" y="7278"/>
                </a:lnTo>
                <a:lnTo>
                  <a:pt x="19340" y="7278"/>
                </a:lnTo>
                <a:lnTo>
                  <a:pt x="19340" y="8335"/>
                </a:lnTo>
                <a:close/>
              </a:path>
              <a:path w="21600" h="21600" extrusionOk="0">
                <a:moveTo>
                  <a:pt x="19340" y="9743"/>
                </a:moveTo>
                <a:lnTo>
                  <a:pt x="20595" y="9743"/>
                </a:lnTo>
                <a:lnTo>
                  <a:pt x="20595" y="8687"/>
                </a:lnTo>
                <a:lnTo>
                  <a:pt x="19340" y="8687"/>
                </a:lnTo>
                <a:lnTo>
                  <a:pt x="19340" y="9743"/>
                </a:lnTo>
                <a:close/>
              </a:path>
              <a:path w="21600" h="21600" extrusionOk="0">
                <a:moveTo>
                  <a:pt x="19340" y="11152"/>
                </a:moveTo>
                <a:lnTo>
                  <a:pt x="20595" y="11152"/>
                </a:lnTo>
                <a:lnTo>
                  <a:pt x="20595" y="10096"/>
                </a:lnTo>
                <a:lnTo>
                  <a:pt x="19340" y="10096"/>
                </a:lnTo>
                <a:lnTo>
                  <a:pt x="19340" y="11152"/>
                </a:lnTo>
                <a:close/>
              </a:path>
              <a:path w="21600" h="21600" extrusionOk="0">
                <a:moveTo>
                  <a:pt x="19340" y="12561"/>
                </a:moveTo>
                <a:lnTo>
                  <a:pt x="20595" y="12561"/>
                </a:lnTo>
                <a:lnTo>
                  <a:pt x="20595" y="11504"/>
                </a:lnTo>
                <a:lnTo>
                  <a:pt x="19340" y="11504"/>
                </a:lnTo>
                <a:lnTo>
                  <a:pt x="19340" y="12561"/>
                </a:lnTo>
                <a:close/>
              </a:path>
              <a:path w="21600" h="21600" extrusionOk="0">
                <a:moveTo>
                  <a:pt x="19340" y="13970"/>
                </a:moveTo>
                <a:lnTo>
                  <a:pt x="20595" y="13970"/>
                </a:lnTo>
                <a:lnTo>
                  <a:pt x="20595" y="12913"/>
                </a:lnTo>
                <a:lnTo>
                  <a:pt x="19340" y="12913"/>
                </a:lnTo>
                <a:lnTo>
                  <a:pt x="19340" y="13970"/>
                </a:lnTo>
                <a:close/>
              </a:path>
              <a:path w="21600" h="21600" extrusionOk="0">
                <a:moveTo>
                  <a:pt x="19340" y="15378"/>
                </a:moveTo>
                <a:lnTo>
                  <a:pt x="20595" y="15378"/>
                </a:lnTo>
                <a:lnTo>
                  <a:pt x="20595" y="14322"/>
                </a:lnTo>
                <a:lnTo>
                  <a:pt x="19340" y="14322"/>
                </a:lnTo>
                <a:lnTo>
                  <a:pt x="19340" y="15378"/>
                </a:lnTo>
                <a:close/>
              </a:path>
              <a:path w="21600" h="21600" extrusionOk="0">
                <a:moveTo>
                  <a:pt x="19340" y="16787"/>
                </a:moveTo>
                <a:lnTo>
                  <a:pt x="20595" y="16787"/>
                </a:lnTo>
                <a:lnTo>
                  <a:pt x="20595" y="15730"/>
                </a:lnTo>
                <a:lnTo>
                  <a:pt x="19340" y="15730"/>
                </a:lnTo>
                <a:lnTo>
                  <a:pt x="19340" y="16787"/>
                </a:lnTo>
                <a:close/>
              </a:path>
              <a:path w="21600" h="21600" extrusionOk="0">
                <a:moveTo>
                  <a:pt x="19340" y="18196"/>
                </a:moveTo>
                <a:lnTo>
                  <a:pt x="20595" y="18196"/>
                </a:lnTo>
                <a:lnTo>
                  <a:pt x="20595" y="17139"/>
                </a:lnTo>
                <a:lnTo>
                  <a:pt x="19340" y="17139"/>
                </a:lnTo>
                <a:lnTo>
                  <a:pt x="19340" y="18196"/>
                </a:lnTo>
                <a:close/>
              </a:path>
              <a:path w="21600" h="21600" extrusionOk="0">
                <a:moveTo>
                  <a:pt x="19340" y="19604"/>
                </a:moveTo>
                <a:lnTo>
                  <a:pt x="20595" y="19604"/>
                </a:lnTo>
                <a:lnTo>
                  <a:pt x="20595" y="18548"/>
                </a:lnTo>
                <a:lnTo>
                  <a:pt x="19340" y="18548"/>
                </a:lnTo>
                <a:lnTo>
                  <a:pt x="19340" y="19604"/>
                </a:lnTo>
                <a:close/>
              </a:path>
              <a:path w="21600" h="21600" extrusionOk="0">
                <a:moveTo>
                  <a:pt x="19340" y="21013"/>
                </a:moveTo>
                <a:lnTo>
                  <a:pt x="20595" y="21013"/>
                </a:lnTo>
                <a:lnTo>
                  <a:pt x="20595" y="19957"/>
                </a:lnTo>
                <a:lnTo>
                  <a:pt x="19340" y="19957"/>
                </a:lnTo>
                <a:lnTo>
                  <a:pt x="19340" y="21013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43808" y="3337609"/>
            <a:ext cx="4982005" cy="187743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record it directly from a webcam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transfer it from a digital camera or </a:t>
            </a:r>
            <a:br>
              <a:rPr lang="en-GB" sz="2400" dirty="0"/>
            </a:br>
            <a:r>
              <a:rPr lang="en-GB" sz="2400" dirty="0"/>
              <a:t>digital video camera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transfer it from a cell phone</a:t>
            </a: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Action Button: Home 13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3129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2" y="334040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Video and audio input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8628" y="1987505"/>
            <a:ext cx="7962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/>
              <a:t>Audio can be used for: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28" y="3530017"/>
            <a:ext cx="1808872" cy="13179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87824" y="2780928"/>
            <a:ext cx="5774991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recording and mixing music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recording narration for presentations and videos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inputting text – you need voice recognition software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giving the computer commands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Action Button: Home 14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0121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877" y="349204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Video and audio input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8628" y="1987505"/>
            <a:ext cx="40674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/>
              <a:t>Voice recognition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8628" y="2461545"/>
            <a:ext cx="4499476" cy="123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 a microphone to give commands / dictate text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Windows – Speech Recognition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98" y="1912371"/>
            <a:ext cx="2495550" cy="18288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3977693"/>
            <a:ext cx="5460111" cy="2678000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Action Button: Home 11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7772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2" y="336027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Audio output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94087" y="1821927"/>
            <a:ext cx="2627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/>
              <a:t>Sound is used to:</a:t>
            </a:r>
          </a:p>
        </p:txBody>
      </p:sp>
      <p:sp>
        <p:nvSpPr>
          <p:cNvPr id="4" name="Rectangle 3"/>
          <p:cNvSpPr/>
          <p:nvPr/>
        </p:nvSpPr>
        <p:spPr>
          <a:xfrm>
            <a:off x="968390" y="2393635"/>
            <a:ext cx="5897676" cy="26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Give user feedback when interacting with computer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Make it easier for disabled people (text-to-speech)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Make games more realistic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Turn computers into real entertainment devices – play movies and music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592" y="5301208"/>
            <a:ext cx="7632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Quality of the sound produced depends on 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the quality of the equipment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49" y="1821927"/>
            <a:ext cx="1643912" cy="3263472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5997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757" y="376251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Data projectors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4048" y="2014551"/>
            <a:ext cx="4012317" cy="1943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Presentations to an audience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Displays what is on the monitor onto a screen or wall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LCD, DLP, RGB, LED, Pico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227" y="4324081"/>
            <a:ext cx="3110221" cy="20715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954" y="2014551"/>
            <a:ext cx="3930410" cy="3070633"/>
          </a:xfrm>
          <a:prstGeom prst="rect">
            <a:avLst/>
          </a:prstGeom>
          <a:ln>
            <a:noFill/>
          </a:ln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Action Button: Home 14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0302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7429"/>
            <a:ext cx="8007796" cy="1485900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Input and output devices –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Multi-function printers</a:t>
            </a:r>
            <a:br>
              <a:rPr lang="en-ZA" dirty="0">
                <a:solidFill>
                  <a:schemeClr val="tx1"/>
                </a:solidFill>
              </a:rPr>
            </a:br>
            <a:endParaRPr lang="en-ZA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345755"/>
            <a:ext cx="3084614" cy="20478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5072" y="1763329"/>
            <a:ext cx="5231104" cy="217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b="1" dirty="0"/>
              <a:t>A number of functions rolled into one: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printer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scanner (also scanning to PDF)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fax / email facility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photocopier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20019" y="4375414"/>
            <a:ext cx="2469257" cy="5372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Fax machine</a:t>
            </a:r>
            <a:endParaRPr lang="en-ZA" sz="32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59832" y="4976058"/>
            <a:ext cx="55446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 stand-alone device – scans document and transmit image via a telephone line to another fax machine, also fax-to-email facility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9632" y="4960869"/>
            <a:ext cx="1584176" cy="1584177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Action Button: Home 13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1117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1218952" y="1052736"/>
            <a:ext cx="2892425" cy="2157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MODULE Activity Page 78</a:t>
            </a:r>
            <a:endParaRPr lang="en-ZA" dirty="0"/>
          </a:p>
        </p:txBody>
      </p:sp>
      <p:sp>
        <p:nvSpPr>
          <p:cNvPr id="8" name="Slide Number Placeholder 8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878F17-7D68-4484-876E-9660F07E60D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Action Button: Home 8">
            <a:hlinkClick r:id="rId2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/>
          <p:cNvSpPr txBox="1"/>
          <p:nvPr/>
        </p:nvSpPr>
        <p:spPr>
          <a:xfrm>
            <a:off x="1403648" y="3429000"/>
            <a:ext cx="689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Complete questions 13 – 18 </a:t>
            </a:r>
          </a:p>
        </p:txBody>
      </p:sp>
    </p:spTree>
    <p:extLst>
      <p:ext uri="{BB962C8B-B14F-4D97-AF65-F5344CB8AC3E}">
        <p14:creationId xmlns:p14="http://schemas.microsoft.com/office/powerpoint/2010/main" val="524180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devices and media –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CD, DVD, Blu-ray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439" y="2168860"/>
            <a:ext cx="7911339" cy="41044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4000"/>
              </a:lnSpc>
            </a:pPr>
            <a:r>
              <a:rPr lang="en-US" b="1" dirty="0"/>
              <a:t>CDs and DVDs </a:t>
            </a:r>
            <a:r>
              <a:rPr lang="en-US" dirty="0"/>
              <a:t>– used to distribute software and music</a:t>
            </a:r>
            <a:br>
              <a:rPr lang="en-US" dirty="0"/>
            </a:br>
            <a:r>
              <a:rPr lang="en-US" b="1" dirty="0"/>
              <a:t>DVDs and Blu-rays </a:t>
            </a:r>
            <a:r>
              <a:rPr lang="en-US" dirty="0"/>
              <a:t>– used to store movies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24000"/>
              </a:lnSpc>
            </a:pPr>
            <a:r>
              <a:rPr lang="en-US" b="1" dirty="0"/>
              <a:t>Optical drive </a:t>
            </a:r>
            <a:r>
              <a:rPr lang="en-US" dirty="0"/>
              <a:t>– drive that uses laser light to read from or write to </a:t>
            </a:r>
            <a:br>
              <a:rPr lang="en-US" dirty="0"/>
            </a:br>
            <a:r>
              <a:rPr lang="en-US" dirty="0"/>
              <a:t>optical discs</a:t>
            </a:r>
          </a:p>
          <a:p>
            <a:pPr>
              <a:lnSpc>
                <a:spcPct val="124000"/>
              </a:lnSpc>
            </a:pPr>
            <a:r>
              <a:rPr lang="en-US" dirty="0"/>
              <a:t>Portable storage (flash drives / portable hard drives) are replacing optical media</a:t>
            </a:r>
            <a:endParaRPr lang="en-Z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84434"/>
              </p:ext>
            </p:extLst>
          </p:nvPr>
        </p:nvGraphicFramePr>
        <p:xfrm>
          <a:off x="1547664" y="2924944"/>
          <a:ext cx="44924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528244830"/>
                    </a:ext>
                  </a:extLst>
                </a:gridCol>
                <a:gridCol w="3052299">
                  <a:extLst>
                    <a:ext uri="{9D8B030D-6E8A-4147-A177-3AD203B41FA5}">
                      <a16:colId xmlns:a16="http://schemas.microsoft.com/office/drawing/2014/main" val="425229555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ZA" sz="1800" b="0"/>
                        <a:t>Maximum capacity</a:t>
                      </a:r>
                      <a:endParaRPr lang="en-ZA" sz="18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12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 dirty="0"/>
                        <a:t>CD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700 </a:t>
                      </a:r>
                      <a:r>
                        <a:rPr lang="en-US" sz="1800" b="0" dirty="0"/>
                        <a:t>MB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2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 dirty="0"/>
                        <a:t>DVD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8.5 </a:t>
                      </a:r>
                      <a:r>
                        <a:rPr lang="en-US" sz="1800" b="0" dirty="0"/>
                        <a:t>GB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80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 dirty="0"/>
                        <a:t>Blu-ray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50 GB (or more)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284217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devices and media –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Memory cards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294283"/>
            <a:ext cx="3151481" cy="12132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SD (Secure Digital)</a:t>
            </a:r>
          </a:p>
          <a:p>
            <a:r>
              <a:rPr lang="en-US" dirty="0"/>
              <a:t>Memory Stick</a:t>
            </a:r>
          </a:p>
          <a:p>
            <a:r>
              <a:rPr lang="en-US" dirty="0"/>
              <a:t>CompactFlash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434521"/>
            <a:ext cx="2122563" cy="16187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598" y="1832948"/>
            <a:ext cx="2143125" cy="21431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8" name="Action Button: Home 17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1115616" y="4235935"/>
            <a:ext cx="374441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How to use</a:t>
            </a:r>
          </a:p>
          <a:p>
            <a:r>
              <a:rPr lang="en-US" sz="2000" dirty="0"/>
              <a:t>Insert card into a card reader, which is connected to computer via USB port … can then treat like a flash drive to transfer files. </a:t>
            </a:r>
          </a:p>
        </p:txBody>
      </p:sp>
    </p:spTree>
    <p:extLst>
      <p:ext uri="{BB962C8B-B14F-4D97-AF65-F5344CB8AC3E}">
        <p14:creationId xmlns:p14="http://schemas.microsoft.com/office/powerpoint/2010/main" val="1079986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70496" y="1495336"/>
            <a:ext cx="70030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What you can do in your computer work area: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0496" y="2190617"/>
            <a:ext cx="306945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b="0" dirty="0"/>
              <a:t>Keep magnetic sources </a:t>
            </a:r>
            <a:r>
              <a:rPr lang="en-GB" sz="2200" dirty="0"/>
              <a:t>away </a:t>
            </a:r>
            <a:r>
              <a:rPr lang="en-GB" sz="2200" b="0" dirty="0"/>
              <a:t>from computer</a:t>
            </a:r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/>
              <a:t>Keep dust free</a:t>
            </a:r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/>
              <a:t>Area well ventilated</a:t>
            </a:r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/>
              <a:t>Do not drink</a:t>
            </a:r>
            <a:br>
              <a:rPr lang="en-GB" sz="2200" dirty="0"/>
            </a:br>
            <a:r>
              <a:rPr lang="en-GB" sz="2200" dirty="0"/>
              <a:t>liquids near computer</a:t>
            </a:r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/>
              <a:t>Do not eat over</a:t>
            </a:r>
            <a:br>
              <a:rPr lang="en-GB" sz="2200" dirty="0"/>
            </a:br>
            <a:r>
              <a:rPr lang="en-GB" sz="2200" dirty="0"/>
              <a:t>keyboard</a:t>
            </a:r>
            <a:endParaRPr lang="en-US" sz="22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026" y="2529593"/>
            <a:ext cx="4595404" cy="3076922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26976"/>
          </a:xfrm>
        </p:spPr>
        <p:txBody>
          <a:bodyPr/>
          <a:lstStyle/>
          <a:p>
            <a:r>
              <a:rPr lang="en-ZA" dirty="0">
                <a:solidFill>
                  <a:schemeClr val="tx1"/>
                </a:solidFill>
              </a:rPr>
              <a:t>Taking care of a PC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Action Button: Home 14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7187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63383" y="1591303"/>
            <a:ext cx="3585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Optical storage media: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2636912"/>
            <a:ext cx="327752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Protect from scratches – store in cases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Clean carefully, using clean water and soft cloth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Hold by the edges</a:t>
            </a:r>
            <a:endParaRPr lang="en-US" sz="22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86574"/>
          </a:xfrm>
        </p:spPr>
        <p:txBody>
          <a:bodyPr/>
          <a:lstStyle/>
          <a:p>
            <a:r>
              <a:rPr lang="en-ZA" dirty="0">
                <a:solidFill>
                  <a:schemeClr val="tx1"/>
                </a:solidFill>
              </a:rPr>
              <a:t>Taking care of a PC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296" y="2459931"/>
            <a:ext cx="4018460" cy="30138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34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62978"/>
          </a:xfrm>
        </p:spPr>
        <p:txBody>
          <a:bodyPr/>
          <a:lstStyle/>
          <a:p>
            <a:r>
              <a:rPr lang="en-US" dirty="0"/>
              <a:t>Processing – Motherboard 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630267"/>
            <a:ext cx="6639644" cy="465134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28700" y="1619139"/>
            <a:ext cx="46973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Central Processing Unit (processor)</a:t>
            </a:r>
            <a:endParaRPr lang="en-ZA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75817"/>
          </a:xfrm>
        </p:spPr>
        <p:txBody>
          <a:bodyPr/>
          <a:lstStyle/>
          <a:p>
            <a:r>
              <a:rPr lang="en-US" dirty="0"/>
              <a:t>Processing – CPU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31508"/>
            <a:ext cx="2753558" cy="19455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23928" y="2420888"/>
            <a:ext cx="4968552" cy="1045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CPU speed measured in gigahertz (GHz). Plugs into a socket on the motherboard.</a:t>
            </a:r>
            <a:endParaRPr lang="en-ZA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509" y="3645024"/>
            <a:ext cx="1717092" cy="2650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63688" y="4270479"/>
            <a:ext cx="4836554" cy="1553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200" dirty="0"/>
              <a:t>Working part of CPU is a very small piece of silicon – contains billions of electronic circuits!</a:t>
            </a:r>
            <a:endParaRPr lang="en-ZA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Action Button: Home 11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3071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43769" y="1588840"/>
            <a:ext cx="4148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RAM: Random Access Memory</a:t>
            </a:r>
            <a:endParaRPr lang="en-ZA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98984"/>
          </a:xfrm>
        </p:spPr>
        <p:txBody>
          <a:bodyPr/>
          <a:lstStyle/>
          <a:p>
            <a:r>
              <a:rPr lang="en-US" dirty="0"/>
              <a:t>Processing – RAM and ROM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1043768" y="2276872"/>
            <a:ext cx="7776703" cy="3949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Where CPU keeps all the data / instructions it is working on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volatile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supplied in modules called DIMMs – fit into slots on motherboard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fast (it is electronic, and therefore much faster than storage).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expensive (costs more per GB than storage).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The more RAM – the better PC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8237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38325" y="1585667"/>
            <a:ext cx="3414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ROM: Read Only Memory</a:t>
            </a:r>
            <a:endParaRPr lang="en-ZA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– RAM and ROM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1038324" y="2492896"/>
            <a:ext cx="6702027" cy="1912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Special chip that holds the instructions needed to start computer and load the operating system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Relatively small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Non-volatile (keeps its contents when power is off)</a:t>
            </a:r>
            <a:endParaRPr lang="en-ZA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65836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0522" y="580220"/>
            <a:ext cx="8032976" cy="767008"/>
          </a:xfrm>
          <a:solidFill>
            <a:schemeClr val="accent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ZA" sz="4000" dirty="0">
                <a:solidFill>
                  <a:schemeClr val="bg1"/>
                </a:solidFill>
              </a:rPr>
              <a:t>Test </a:t>
            </a:r>
            <a:r>
              <a:rPr lang="en-ZA" sz="4000">
                <a:solidFill>
                  <a:schemeClr val="bg1"/>
                </a:solidFill>
              </a:rPr>
              <a:t>and improve</a:t>
            </a:r>
            <a:endParaRPr lang="en-ZA" sz="4000" dirty="0">
              <a:solidFill>
                <a:schemeClr val="bg1"/>
              </a:solidFill>
            </a:endParaRP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896778342"/>
              </p:ext>
            </p:extLst>
          </p:nvPr>
        </p:nvGraphicFramePr>
        <p:xfrm>
          <a:off x="1115616" y="1644461"/>
          <a:ext cx="7467600" cy="480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Action Button: Home 7">
            <a:hlinkClick r:id="rId8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1218952" y="1052736"/>
            <a:ext cx="2892425" cy="2157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MODULE Activity Page 78</a:t>
            </a:r>
            <a:endParaRPr lang="en-ZA" dirty="0"/>
          </a:p>
        </p:txBody>
      </p:sp>
      <p:sp>
        <p:nvSpPr>
          <p:cNvPr id="8" name="Slide Number Placeholder 8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878F17-7D68-4484-876E-9660F07E60D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Action Button: Home 8">
            <a:hlinkClick r:id="rId2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/>
          <p:cNvSpPr txBox="1"/>
          <p:nvPr/>
        </p:nvSpPr>
        <p:spPr>
          <a:xfrm>
            <a:off x="1403648" y="3429000"/>
            <a:ext cx="6898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Complete questions 19 – 22 and 23 – 36 </a:t>
            </a:r>
          </a:p>
          <a:p>
            <a:r>
              <a:rPr lang="en-ZA" sz="2400" i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689392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77A1AB"/>
      </a:hlink>
      <a:folHlink>
        <a:srgbClr val="9A5D78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9705</TotalTime>
  <Words>981</Words>
  <Application>Microsoft Office PowerPoint</Application>
  <PresentationFormat>On-screen Show (4:3)</PresentationFormat>
  <Paragraphs>252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Arial-Bold</vt:lpstr>
      <vt:lpstr>Calibri</vt:lpstr>
      <vt:lpstr>Franklin Gothic Book</vt:lpstr>
      <vt:lpstr>Symbol</vt:lpstr>
      <vt:lpstr>Times New Roman</vt:lpstr>
      <vt:lpstr>Crop</vt:lpstr>
      <vt:lpstr>Module 1.7   Extended hardware concepts</vt:lpstr>
      <vt:lpstr>Contents (1)</vt:lpstr>
      <vt:lpstr>Contents (2)</vt:lpstr>
      <vt:lpstr>Input and output devices – Pointing devices</vt:lpstr>
      <vt:lpstr>Input and output devices – Pointing devices</vt:lpstr>
      <vt:lpstr>Input and output devices – Pointing devices</vt:lpstr>
      <vt:lpstr>Input and output devices – Sensors</vt:lpstr>
      <vt:lpstr>Input and output devices – Gaming devices</vt:lpstr>
      <vt:lpstr>Input and output devices – Digital cameras</vt:lpstr>
      <vt:lpstr>Input and output devices – Scanners / Reading devices</vt:lpstr>
      <vt:lpstr>Input and output devices – Scanners / Reading devices</vt:lpstr>
      <vt:lpstr>Input and output devices– Scanners / Reading devices</vt:lpstr>
      <vt:lpstr>Input and output devices – Scanners / Reading devices</vt:lpstr>
      <vt:lpstr>PowerPoint Presentation</vt:lpstr>
      <vt:lpstr>Input and output devices –  Video and audio input</vt:lpstr>
      <vt:lpstr>Input and output devices –  Video and audio input</vt:lpstr>
      <vt:lpstr>Input and output devices –  Video and audio input</vt:lpstr>
      <vt:lpstr>Input and output devices –  Audio output</vt:lpstr>
      <vt:lpstr>Input and output devices – Data projectors</vt:lpstr>
      <vt:lpstr>Input and output devices – Multi-function printers </vt:lpstr>
      <vt:lpstr>PowerPoint Presentation</vt:lpstr>
      <vt:lpstr>Storage devices and media – CD, DVD, Blu-ray</vt:lpstr>
      <vt:lpstr>Storage devices and media – Memory cards</vt:lpstr>
      <vt:lpstr>Taking care of a PC system</vt:lpstr>
      <vt:lpstr>Taking care of a PC system</vt:lpstr>
      <vt:lpstr>Processing – Motherboard </vt:lpstr>
      <vt:lpstr>Processing – CPU</vt:lpstr>
      <vt:lpstr>Processing – RAM and ROM</vt:lpstr>
      <vt:lpstr>Processing – RAM and ROM</vt:lpstr>
      <vt:lpstr>Test and improve</vt:lpstr>
      <vt:lpstr>PowerPoint Presentation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1.7   Extended hardware concepts</dc:title>
  <cp:lastModifiedBy>Sandra Jacobs</cp:lastModifiedBy>
  <cp:revision>1</cp:revision>
  <dcterms:created xsi:type="dcterms:W3CDTF">2011-06-18T18:40:18Z</dcterms:created>
  <dcterms:modified xsi:type="dcterms:W3CDTF">2017-01-21T10:08:02Z</dcterms:modified>
</cp:coreProperties>
</file>