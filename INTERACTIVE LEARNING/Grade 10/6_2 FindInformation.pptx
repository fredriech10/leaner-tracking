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17"/>
  </p:notesMasterIdLst>
  <p:sldIdLst>
    <p:sldId id="257" r:id="rId2"/>
    <p:sldId id="296" r:id="rId3"/>
    <p:sldId id="288" r:id="rId4"/>
    <p:sldId id="449" r:id="rId5"/>
    <p:sldId id="450" r:id="rId6"/>
    <p:sldId id="451" r:id="rId7"/>
    <p:sldId id="452" r:id="rId8"/>
    <p:sldId id="460" r:id="rId9"/>
    <p:sldId id="274" r:id="rId10"/>
    <p:sldId id="456" r:id="rId11"/>
    <p:sldId id="458" r:id="rId12"/>
    <p:sldId id="457" r:id="rId13"/>
    <p:sldId id="461" r:id="rId14"/>
    <p:sldId id="462" r:id="rId15"/>
    <p:sldId id="40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FF66"/>
    <a:srgbClr val="FF00FF"/>
    <a:srgbClr val="3399FF"/>
    <a:srgbClr val="008000"/>
    <a:srgbClr val="996600"/>
    <a:srgbClr val="FF0000"/>
    <a:srgbClr val="969696"/>
    <a:srgbClr val="FFC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250" autoAdjust="0"/>
    <p:restoredTop sz="96370" autoAdjust="0"/>
  </p:normalViewPr>
  <p:slideViewPr>
    <p:cSldViewPr>
      <p:cViewPr>
        <p:scale>
          <a:sx n="125" d="100"/>
          <a:sy n="125" d="100"/>
        </p:scale>
        <p:origin x="1650" y="-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04DD6D-8594-4D16-A6F3-5EFE6A38079D}" type="doc">
      <dgm:prSet loTypeId="urn:microsoft.com/office/officeart/2009/3/layout/RandomtoResultProcess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6477975-C978-4E23-BEF5-726B07E37839}">
      <dgm:prSet phldrT="[Text]" custT="1"/>
      <dgm:spPr/>
      <dgm:t>
        <a:bodyPr/>
        <a:lstStyle/>
        <a:p>
          <a:r>
            <a:rPr lang="en-ZA" sz="1800" b="1" noProof="0" dirty="0"/>
            <a:t>The CAT class wants to start</a:t>
          </a:r>
          <a:br>
            <a:rPr lang="en-ZA" sz="1800" b="1" noProof="0" dirty="0"/>
          </a:br>
          <a:r>
            <a:rPr lang="en-ZA" sz="1800" b="1" noProof="0" dirty="0"/>
            <a:t>a WhatsApp group, but</a:t>
          </a:r>
          <a:br>
            <a:rPr lang="en-ZA" sz="1800" b="1" noProof="0" dirty="0"/>
          </a:br>
          <a:r>
            <a:rPr lang="en-ZA" sz="1800" b="1" noProof="0" dirty="0"/>
            <a:t>some parents are</a:t>
          </a:r>
          <a:br>
            <a:rPr lang="en-ZA" sz="1800" b="1" noProof="0" dirty="0"/>
          </a:br>
          <a:r>
            <a:rPr lang="en-ZA" sz="1800" b="1" noProof="0" dirty="0"/>
            <a:t>unhappy about it</a:t>
          </a:r>
        </a:p>
      </dgm:t>
    </dgm:pt>
    <dgm:pt modelId="{8CA9262D-258D-45E8-A1C7-981A7B6063CC}" type="parTrans" cxnId="{6982B11F-A725-42E1-BD63-537902430FBE}">
      <dgm:prSet/>
      <dgm:spPr/>
      <dgm:t>
        <a:bodyPr/>
        <a:lstStyle/>
        <a:p>
          <a:endParaRPr lang="en-US"/>
        </a:p>
      </dgm:t>
    </dgm:pt>
    <dgm:pt modelId="{21E666FE-C06F-4099-8313-7393CA4A7EBE}" type="sibTrans" cxnId="{6982B11F-A725-42E1-BD63-537902430FBE}">
      <dgm:prSet/>
      <dgm:spPr/>
      <dgm:t>
        <a:bodyPr/>
        <a:lstStyle/>
        <a:p>
          <a:endParaRPr lang="en-US"/>
        </a:p>
      </dgm:t>
    </dgm:pt>
    <dgm:pt modelId="{A4FFE4AC-1B58-4636-A993-7A026D7A26F4}">
      <dgm:prSet phldrT="[Text]" custT="1"/>
      <dgm:spPr/>
      <dgm:t>
        <a:bodyPr/>
        <a:lstStyle/>
        <a:p>
          <a:r>
            <a:rPr lang="en-ZA" sz="2400" b="1" noProof="0" dirty="0">
              <a:solidFill>
                <a:srgbClr val="FF0000"/>
              </a:solidFill>
            </a:rPr>
            <a:t>Given</a:t>
          </a:r>
          <a:r>
            <a:rPr lang="en-ZA" sz="2400" b="1" noProof="0" dirty="0"/>
            <a:t> </a:t>
          </a:r>
        </a:p>
      </dgm:t>
    </dgm:pt>
    <dgm:pt modelId="{1F4AAD6A-23C0-4F38-ACC2-8BDFAA71C2EE}" type="parTrans" cxnId="{AD677DF4-7E42-498F-A7EC-130370480C94}">
      <dgm:prSet/>
      <dgm:spPr/>
      <dgm:t>
        <a:bodyPr/>
        <a:lstStyle/>
        <a:p>
          <a:endParaRPr lang="en-US"/>
        </a:p>
      </dgm:t>
    </dgm:pt>
    <dgm:pt modelId="{3991EFC7-B5BB-438C-B625-04B7181795CA}" type="sibTrans" cxnId="{AD677DF4-7E42-498F-A7EC-130370480C94}">
      <dgm:prSet/>
      <dgm:spPr/>
      <dgm:t>
        <a:bodyPr/>
        <a:lstStyle/>
        <a:p>
          <a:endParaRPr lang="en-US"/>
        </a:p>
      </dgm:t>
    </dgm:pt>
    <dgm:pt modelId="{484CC75D-30B2-42C6-8ABB-A618839C9D10}">
      <dgm:prSet phldrT="[Text]" custT="1"/>
      <dgm:spPr/>
      <dgm:t>
        <a:bodyPr/>
        <a:lstStyle/>
        <a:p>
          <a:r>
            <a:rPr lang="en-ZA" sz="2000" b="1" noProof="0" dirty="0"/>
            <a:t>Create an info brochure to inform parents about WhatsApp, and to put them at ease</a:t>
          </a:r>
        </a:p>
      </dgm:t>
    </dgm:pt>
    <dgm:pt modelId="{FC241542-2697-4753-BDAD-E817EDBE4CE9}" type="parTrans" cxnId="{087AFFD7-4A9F-4DB9-91AB-32F2A8E38CC1}">
      <dgm:prSet/>
      <dgm:spPr/>
      <dgm:t>
        <a:bodyPr/>
        <a:lstStyle/>
        <a:p>
          <a:endParaRPr lang="en-US"/>
        </a:p>
      </dgm:t>
    </dgm:pt>
    <dgm:pt modelId="{7349E3DF-58B4-4DBE-A444-3DA24AB0F6B4}" type="sibTrans" cxnId="{087AFFD7-4A9F-4DB9-91AB-32F2A8E38CC1}">
      <dgm:prSet/>
      <dgm:spPr/>
      <dgm:t>
        <a:bodyPr/>
        <a:lstStyle/>
        <a:p>
          <a:endParaRPr lang="en-US"/>
        </a:p>
      </dgm:t>
    </dgm:pt>
    <dgm:pt modelId="{62DFC69C-7854-4FA1-A8A6-32E50E8FA3A0}">
      <dgm:prSet phldrT="[Text]" custT="1"/>
      <dgm:spPr/>
      <dgm:t>
        <a:bodyPr/>
        <a:lstStyle/>
        <a:p>
          <a:r>
            <a:rPr lang="en-ZA" sz="2400" b="1" noProof="0" dirty="0">
              <a:solidFill>
                <a:srgbClr val="FF0000"/>
              </a:solidFill>
            </a:rPr>
            <a:t>Needed</a:t>
          </a:r>
          <a:r>
            <a:rPr lang="en-ZA" sz="2400" b="1" noProof="0" dirty="0"/>
            <a:t> </a:t>
          </a:r>
        </a:p>
      </dgm:t>
    </dgm:pt>
    <dgm:pt modelId="{CB117838-C86B-4A49-88D1-04ACD7602672}" type="parTrans" cxnId="{5B8A2F91-5257-4CC3-A882-720F138E8FC8}">
      <dgm:prSet/>
      <dgm:spPr/>
      <dgm:t>
        <a:bodyPr/>
        <a:lstStyle/>
        <a:p>
          <a:endParaRPr lang="en-US"/>
        </a:p>
      </dgm:t>
    </dgm:pt>
    <dgm:pt modelId="{6B720305-608E-41E6-B040-AE8FDCD6B421}" type="sibTrans" cxnId="{5B8A2F91-5257-4CC3-A882-720F138E8FC8}">
      <dgm:prSet/>
      <dgm:spPr/>
      <dgm:t>
        <a:bodyPr/>
        <a:lstStyle/>
        <a:p>
          <a:endParaRPr lang="en-US"/>
        </a:p>
      </dgm:t>
    </dgm:pt>
    <dgm:pt modelId="{3D2F2734-9152-40F4-986C-C76F2BDBEF8B}" type="pres">
      <dgm:prSet presAssocID="{D704DD6D-8594-4D16-A6F3-5EFE6A38079D}" presName="Name0" presStyleCnt="0">
        <dgm:presLayoutVars>
          <dgm:dir/>
          <dgm:animOne val="branch"/>
          <dgm:animLvl val="lvl"/>
        </dgm:presLayoutVars>
      </dgm:prSet>
      <dgm:spPr/>
    </dgm:pt>
    <dgm:pt modelId="{AF9790C6-A011-4DCD-9D14-564503022FCB}" type="pres">
      <dgm:prSet presAssocID="{F6477975-C978-4E23-BEF5-726B07E37839}" presName="chaos" presStyleCnt="0"/>
      <dgm:spPr/>
    </dgm:pt>
    <dgm:pt modelId="{F6E15A8C-59BF-4602-AFCB-EDA89DC1157B}" type="pres">
      <dgm:prSet presAssocID="{F6477975-C978-4E23-BEF5-726B07E37839}" presName="parTx1" presStyleLbl="revTx" presStyleIdx="0" presStyleCnt="3" custScaleY="133563" custLinFactNeighborX="-2285" custLinFactNeighborY="9064"/>
      <dgm:spPr/>
    </dgm:pt>
    <dgm:pt modelId="{83E19A92-BB27-45D8-9B09-614111AADF87}" type="pres">
      <dgm:prSet presAssocID="{F6477975-C978-4E23-BEF5-726B07E37839}" presName="desTx1" presStyleLbl="revTx" presStyleIdx="1" presStyleCnt="3" custScaleX="87208" custScaleY="20180" custLinFactNeighborX="414" custLinFactNeighborY="-34887">
        <dgm:presLayoutVars>
          <dgm:bulletEnabled val="1"/>
        </dgm:presLayoutVars>
      </dgm:prSet>
      <dgm:spPr/>
    </dgm:pt>
    <dgm:pt modelId="{0418B891-6F19-4394-BD8F-49B6570B9D4E}" type="pres">
      <dgm:prSet presAssocID="{F6477975-C978-4E23-BEF5-726B07E37839}" presName="c1" presStyleLbl="node1" presStyleIdx="0" presStyleCnt="19"/>
      <dgm:spPr/>
    </dgm:pt>
    <dgm:pt modelId="{066745C8-91A6-49AF-B105-F758E2C99CC8}" type="pres">
      <dgm:prSet presAssocID="{F6477975-C978-4E23-BEF5-726B07E37839}" presName="c2" presStyleLbl="node1" presStyleIdx="1" presStyleCnt="19"/>
      <dgm:spPr/>
    </dgm:pt>
    <dgm:pt modelId="{43D47DC5-DEFF-42CA-B93B-05F2E8FD07BC}" type="pres">
      <dgm:prSet presAssocID="{F6477975-C978-4E23-BEF5-726B07E37839}" presName="c3" presStyleLbl="node1" presStyleIdx="2" presStyleCnt="19"/>
      <dgm:spPr/>
    </dgm:pt>
    <dgm:pt modelId="{43642704-F6DD-449E-A7BE-EA5B47B17C7D}" type="pres">
      <dgm:prSet presAssocID="{F6477975-C978-4E23-BEF5-726B07E37839}" presName="c4" presStyleLbl="node1" presStyleIdx="3" presStyleCnt="19"/>
      <dgm:spPr/>
    </dgm:pt>
    <dgm:pt modelId="{D2D7141C-8DC9-425E-829B-B8754E790F7B}" type="pres">
      <dgm:prSet presAssocID="{F6477975-C978-4E23-BEF5-726B07E37839}" presName="c5" presStyleLbl="node1" presStyleIdx="4" presStyleCnt="19"/>
      <dgm:spPr/>
    </dgm:pt>
    <dgm:pt modelId="{169B8186-2A28-49A8-A95E-11AC85D0A812}" type="pres">
      <dgm:prSet presAssocID="{F6477975-C978-4E23-BEF5-726B07E37839}" presName="c6" presStyleLbl="node1" presStyleIdx="5" presStyleCnt="19"/>
      <dgm:spPr/>
    </dgm:pt>
    <dgm:pt modelId="{4EA9447A-D714-4B97-A33C-7D0C0BDD2C05}" type="pres">
      <dgm:prSet presAssocID="{F6477975-C978-4E23-BEF5-726B07E37839}" presName="c7" presStyleLbl="node1" presStyleIdx="6" presStyleCnt="19"/>
      <dgm:spPr/>
    </dgm:pt>
    <dgm:pt modelId="{E21AED87-1895-44FC-8022-F042371D8F80}" type="pres">
      <dgm:prSet presAssocID="{F6477975-C978-4E23-BEF5-726B07E37839}" presName="c8" presStyleLbl="node1" presStyleIdx="7" presStyleCnt="19"/>
      <dgm:spPr/>
    </dgm:pt>
    <dgm:pt modelId="{B62A8FD9-0D14-403E-B12B-52220297249E}" type="pres">
      <dgm:prSet presAssocID="{F6477975-C978-4E23-BEF5-726B07E37839}" presName="c9" presStyleLbl="node1" presStyleIdx="8" presStyleCnt="19"/>
      <dgm:spPr/>
    </dgm:pt>
    <dgm:pt modelId="{FBD5B074-3A4A-470F-9493-8457CB75FE1F}" type="pres">
      <dgm:prSet presAssocID="{F6477975-C978-4E23-BEF5-726B07E37839}" presName="c10" presStyleLbl="node1" presStyleIdx="9" presStyleCnt="19"/>
      <dgm:spPr/>
    </dgm:pt>
    <dgm:pt modelId="{B8C0EB9C-4C63-4839-9C32-0583C97AF64B}" type="pres">
      <dgm:prSet presAssocID="{F6477975-C978-4E23-BEF5-726B07E37839}" presName="c11" presStyleLbl="node1" presStyleIdx="10" presStyleCnt="19"/>
      <dgm:spPr/>
    </dgm:pt>
    <dgm:pt modelId="{CAFEA85A-4663-49E0-9854-D1F09E374883}" type="pres">
      <dgm:prSet presAssocID="{F6477975-C978-4E23-BEF5-726B07E37839}" presName="c12" presStyleLbl="node1" presStyleIdx="11" presStyleCnt="19"/>
      <dgm:spPr/>
    </dgm:pt>
    <dgm:pt modelId="{E3CEB59B-F98E-4DE6-8230-CBAACC014A2E}" type="pres">
      <dgm:prSet presAssocID="{F6477975-C978-4E23-BEF5-726B07E37839}" presName="c13" presStyleLbl="node1" presStyleIdx="12" presStyleCnt="19"/>
      <dgm:spPr/>
    </dgm:pt>
    <dgm:pt modelId="{9FA67D3D-96E8-40F5-818C-061F6FD46D7B}" type="pres">
      <dgm:prSet presAssocID="{F6477975-C978-4E23-BEF5-726B07E37839}" presName="c14" presStyleLbl="node1" presStyleIdx="13" presStyleCnt="19"/>
      <dgm:spPr/>
    </dgm:pt>
    <dgm:pt modelId="{F9C88819-70DC-4B8B-B33F-A1EB3C6B0CC9}" type="pres">
      <dgm:prSet presAssocID="{F6477975-C978-4E23-BEF5-726B07E37839}" presName="c15" presStyleLbl="node1" presStyleIdx="14" presStyleCnt="19"/>
      <dgm:spPr/>
    </dgm:pt>
    <dgm:pt modelId="{0E183BC3-501A-4F20-A617-1414A6441530}" type="pres">
      <dgm:prSet presAssocID="{F6477975-C978-4E23-BEF5-726B07E37839}" presName="c16" presStyleLbl="node1" presStyleIdx="15" presStyleCnt="19"/>
      <dgm:spPr/>
    </dgm:pt>
    <dgm:pt modelId="{F13E1B4C-621E-44A7-B6CE-5F26A53B3427}" type="pres">
      <dgm:prSet presAssocID="{F6477975-C978-4E23-BEF5-726B07E37839}" presName="c17" presStyleLbl="node1" presStyleIdx="16" presStyleCnt="19"/>
      <dgm:spPr/>
    </dgm:pt>
    <dgm:pt modelId="{BAED4C98-2F77-4E70-A163-50418BCA8E80}" type="pres">
      <dgm:prSet presAssocID="{F6477975-C978-4E23-BEF5-726B07E37839}" presName="c18" presStyleLbl="node1" presStyleIdx="17" presStyleCnt="19"/>
      <dgm:spPr/>
    </dgm:pt>
    <dgm:pt modelId="{84C10917-2032-49A3-A856-D5BE3E201568}" type="pres">
      <dgm:prSet presAssocID="{21E666FE-C06F-4099-8313-7393CA4A7EBE}" presName="chevronComposite1" presStyleCnt="0"/>
      <dgm:spPr/>
    </dgm:pt>
    <dgm:pt modelId="{6BFDCF21-C987-44F6-AB9F-73FCECD791D5}" type="pres">
      <dgm:prSet presAssocID="{21E666FE-C06F-4099-8313-7393CA4A7EBE}" presName="chevron1" presStyleLbl="sibTrans2D1" presStyleIdx="0" presStyleCnt="2"/>
      <dgm:spPr/>
    </dgm:pt>
    <dgm:pt modelId="{C9521A2C-80E9-451F-8935-C049C0C0B006}" type="pres">
      <dgm:prSet presAssocID="{21E666FE-C06F-4099-8313-7393CA4A7EBE}" presName="spChevron1" presStyleCnt="0"/>
      <dgm:spPr/>
    </dgm:pt>
    <dgm:pt modelId="{EFC727C1-B15B-4341-8AE3-34B40E5301ED}" type="pres">
      <dgm:prSet presAssocID="{21E666FE-C06F-4099-8313-7393CA4A7EBE}" presName="overlap" presStyleCnt="0"/>
      <dgm:spPr/>
    </dgm:pt>
    <dgm:pt modelId="{7DFC6002-672F-4E5A-B6D5-B31A962635AC}" type="pres">
      <dgm:prSet presAssocID="{21E666FE-C06F-4099-8313-7393CA4A7EBE}" presName="chevronComposite2" presStyleCnt="0"/>
      <dgm:spPr/>
    </dgm:pt>
    <dgm:pt modelId="{5DF92D18-88BB-43A1-B47E-28D17EC377AD}" type="pres">
      <dgm:prSet presAssocID="{21E666FE-C06F-4099-8313-7393CA4A7EBE}" presName="chevron2" presStyleLbl="sibTrans2D1" presStyleIdx="1" presStyleCnt="2"/>
      <dgm:spPr/>
    </dgm:pt>
    <dgm:pt modelId="{21F094FB-0553-4C07-9D5D-4727D9C8B43C}" type="pres">
      <dgm:prSet presAssocID="{21E666FE-C06F-4099-8313-7393CA4A7EBE}" presName="spChevron2" presStyleCnt="0"/>
      <dgm:spPr/>
    </dgm:pt>
    <dgm:pt modelId="{0949C58E-1D2D-4A43-83E7-7990D7E9CF18}" type="pres">
      <dgm:prSet presAssocID="{484CC75D-30B2-42C6-8ABB-A618839C9D10}" presName="last" presStyleCnt="0"/>
      <dgm:spPr/>
    </dgm:pt>
    <dgm:pt modelId="{19C3C563-9599-4673-997C-1CB219B355B3}" type="pres">
      <dgm:prSet presAssocID="{484CC75D-30B2-42C6-8ABB-A618839C9D10}" presName="circleTx" presStyleLbl="node1" presStyleIdx="18" presStyleCnt="19" custScaleX="107087" custScaleY="109286"/>
      <dgm:spPr/>
    </dgm:pt>
    <dgm:pt modelId="{A56C2883-941F-4816-8E32-E317872A4173}" type="pres">
      <dgm:prSet presAssocID="{484CC75D-30B2-42C6-8ABB-A618839C9D10}" presName="desTxN" presStyleLbl="revTx" presStyleIdx="2" presStyleCnt="3" custScaleY="27390" custLinFactNeighborX="414" custLinFactNeighborY="-36294">
        <dgm:presLayoutVars>
          <dgm:bulletEnabled val="1"/>
        </dgm:presLayoutVars>
      </dgm:prSet>
      <dgm:spPr/>
    </dgm:pt>
    <dgm:pt modelId="{9DD5AD4B-7B3F-4CDB-8403-A69BB58AE10A}" type="pres">
      <dgm:prSet presAssocID="{484CC75D-30B2-42C6-8ABB-A618839C9D10}" presName="spN" presStyleCnt="0"/>
      <dgm:spPr/>
    </dgm:pt>
  </dgm:ptLst>
  <dgm:cxnLst>
    <dgm:cxn modelId="{1D0F302D-D286-4DC9-A562-AFAA4F76B77C}" type="presOf" srcId="{D704DD6D-8594-4D16-A6F3-5EFE6A38079D}" destId="{3D2F2734-9152-40F4-986C-C76F2BDBEF8B}" srcOrd="0" destOrd="0" presId="urn:microsoft.com/office/officeart/2009/3/layout/RandomtoResultProcess"/>
    <dgm:cxn modelId="{8973E838-5330-4C00-BEAA-13A916CD0F51}" type="presOf" srcId="{62DFC69C-7854-4FA1-A8A6-32E50E8FA3A0}" destId="{A56C2883-941F-4816-8E32-E317872A4173}" srcOrd="0" destOrd="0" presId="urn:microsoft.com/office/officeart/2009/3/layout/RandomtoResultProcess"/>
    <dgm:cxn modelId="{087AFFD7-4A9F-4DB9-91AB-32F2A8E38CC1}" srcId="{D704DD6D-8594-4D16-A6F3-5EFE6A38079D}" destId="{484CC75D-30B2-42C6-8ABB-A618839C9D10}" srcOrd="1" destOrd="0" parTransId="{FC241542-2697-4753-BDAD-E817EDBE4CE9}" sibTransId="{7349E3DF-58B4-4DBE-A444-3DA24AB0F6B4}"/>
    <dgm:cxn modelId="{22EED143-16F3-461B-9A5E-74B81167E1A1}" type="presOf" srcId="{A4FFE4AC-1B58-4636-A993-7A026D7A26F4}" destId="{83E19A92-BB27-45D8-9B09-614111AADF87}" srcOrd="0" destOrd="0" presId="urn:microsoft.com/office/officeart/2009/3/layout/RandomtoResultProcess"/>
    <dgm:cxn modelId="{844ABC7A-083D-49BF-A95E-97425DF54D51}" type="presOf" srcId="{484CC75D-30B2-42C6-8ABB-A618839C9D10}" destId="{19C3C563-9599-4673-997C-1CB219B355B3}" srcOrd="0" destOrd="0" presId="urn:microsoft.com/office/officeart/2009/3/layout/RandomtoResultProcess"/>
    <dgm:cxn modelId="{ED0BC12D-4B4E-4BEC-A072-1484EBEF9AF9}" type="presOf" srcId="{F6477975-C978-4E23-BEF5-726B07E37839}" destId="{F6E15A8C-59BF-4602-AFCB-EDA89DC1157B}" srcOrd="0" destOrd="0" presId="urn:microsoft.com/office/officeart/2009/3/layout/RandomtoResultProcess"/>
    <dgm:cxn modelId="{5B8A2F91-5257-4CC3-A882-720F138E8FC8}" srcId="{484CC75D-30B2-42C6-8ABB-A618839C9D10}" destId="{62DFC69C-7854-4FA1-A8A6-32E50E8FA3A0}" srcOrd="0" destOrd="0" parTransId="{CB117838-C86B-4A49-88D1-04ACD7602672}" sibTransId="{6B720305-608E-41E6-B040-AE8FDCD6B421}"/>
    <dgm:cxn modelId="{AD677DF4-7E42-498F-A7EC-130370480C94}" srcId="{F6477975-C978-4E23-BEF5-726B07E37839}" destId="{A4FFE4AC-1B58-4636-A993-7A026D7A26F4}" srcOrd="0" destOrd="0" parTransId="{1F4AAD6A-23C0-4F38-ACC2-8BDFAA71C2EE}" sibTransId="{3991EFC7-B5BB-438C-B625-04B7181795CA}"/>
    <dgm:cxn modelId="{6982B11F-A725-42E1-BD63-537902430FBE}" srcId="{D704DD6D-8594-4D16-A6F3-5EFE6A38079D}" destId="{F6477975-C978-4E23-BEF5-726B07E37839}" srcOrd="0" destOrd="0" parTransId="{8CA9262D-258D-45E8-A1C7-981A7B6063CC}" sibTransId="{21E666FE-C06F-4099-8313-7393CA4A7EBE}"/>
    <dgm:cxn modelId="{0D929C3F-6C41-4CD7-B56E-59989252F007}" type="presParOf" srcId="{3D2F2734-9152-40F4-986C-C76F2BDBEF8B}" destId="{AF9790C6-A011-4DCD-9D14-564503022FCB}" srcOrd="0" destOrd="0" presId="urn:microsoft.com/office/officeart/2009/3/layout/RandomtoResultProcess"/>
    <dgm:cxn modelId="{79279739-F464-4722-B7C1-32E2C3DD0FDF}" type="presParOf" srcId="{AF9790C6-A011-4DCD-9D14-564503022FCB}" destId="{F6E15A8C-59BF-4602-AFCB-EDA89DC1157B}" srcOrd="0" destOrd="0" presId="urn:microsoft.com/office/officeart/2009/3/layout/RandomtoResultProcess"/>
    <dgm:cxn modelId="{3D7E241F-32DF-4A61-9255-B08479E12B44}" type="presParOf" srcId="{AF9790C6-A011-4DCD-9D14-564503022FCB}" destId="{83E19A92-BB27-45D8-9B09-614111AADF87}" srcOrd="1" destOrd="0" presId="urn:microsoft.com/office/officeart/2009/3/layout/RandomtoResultProcess"/>
    <dgm:cxn modelId="{4D521D3E-D134-4F34-ADCC-7EFCCDFD39C1}" type="presParOf" srcId="{AF9790C6-A011-4DCD-9D14-564503022FCB}" destId="{0418B891-6F19-4394-BD8F-49B6570B9D4E}" srcOrd="2" destOrd="0" presId="urn:microsoft.com/office/officeart/2009/3/layout/RandomtoResultProcess"/>
    <dgm:cxn modelId="{28897167-61AA-4DE3-947E-57997EFBB40E}" type="presParOf" srcId="{AF9790C6-A011-4DCD-9D14-564503022FCB}" destId="{066745C8-91A6-49AF-B105-F758E2C99CC8}" srcOrd="3" destOrd="0" presId="urn:microsoft.com/office/officeart/2009/3/layout/RandomtoResultProcess"/>
    <dgm:cxn modelId="{D37B7DB1-C094-47B1-8355-7EC00A5C4A94}" type="presParOf" srcId="{AF9790C6-A011-4DCD-9D14-564503022FCB}" destId="{43D47DC5-DEFF-42CA-B93B-05F2E8FD07BC}" srcOrd="4" destOrd="0" presId="urn:microsoft.com/office/officeart/2009/3/layout/RandomtoResultProcess"/>
    <dgm:cxn modelId="{26E25C1C-4E50-4795-AD8F-30CAFD07F37F}" type="presParOf" srcId="{AF9790C6-A011-4DCD-9D14-564503022FCB}" destId="{43642704-F6DD-449E-A7BE-EA5B47B17C7D}" srcOrd="5" destOrd="0" presId="urn:microsoft.com/office/officeart/2009/3/layout/RandomtoResultProcess"/>
    <dgm:cxn modelId="{F0198D3E-BE44-4BDE-BE7A-6BD86B01C6E0}" type="presParOf" srcId="{AF9790C6-A011-4DCD-9D14-564503022FCB}" destId="{D2D7141C-8DC9-425E-829B-B8754E790F7B}" srcOrd="6" destOrd="0" presId="urn:microsoft.com/office/officeart/2009/3/layout/RandomtoResultProcess"/>
    <dgm:cxn modelId="{53C437FA-FA84-427D-AF1D-AC7BCF6AF746}" type="presParOf" srcId="{AF9790C6-A011-4DCD-9D14-564503022FCB}" destId="{169B8186-2A28-49A8-A95E-11AC85D0A812}" srcOrd="7" destOrd="0" presId="urn:microsoft.com/office/officeart/2009/3/layout/RandomtoResultProcess"/>
    <dgm:cxn modelId="{B7B0329F-8C8C-4D70-B0EA-355F2ED799FC}" type="presParOf" srcId="{AF9790C6-A011-4DCD-9D14-564503022FCB}" destId="{4EA9447A-D714-4B97-A33C-7D0C0BDD2C05}" srcOrd="8" destOrd="0" presId="urn:microsoft.com/office/officeart/2009/3/layout/RandomtoResultProcess"/>
    <dgm:cxn modelId="{E8FEFEB3-6979-45A8-BE22-8A21B860AD12}" type="presParOf" srcId="{AF9790C6-A011-4DCD-9D14-564503022FCB}" destId="{E21AED87-1895-44FC-8022-F042371D8F80}" srcOrd="9" destOrd="0" presId="urn:microsoft.com/office/officeart/2009/3/layout/RandomtoResultProcess"/>
    <dgm:cxn modelId="{E870B1E3-8D2C-48B7-97A1-10406E18D1B5}" type="presParOf" srcId="{AF9790C6-A011-4DCD-9D14-564503022FCB}" destId="{B62A8FD9-0D14-403E-B12B-52220297249E}" srcOrd="10" destOrd="0" presId="urn:microsoft.com/office/officeart/2009/3/layout/RandomtoResultProcess"/>
    <dgm:cxn modelId="{76486B23-7833-49F4-B065-4FF26D5DB035}" type="presParOf" srcId="{AF9790C6-A011-4DCD-9D14-564503022FCB}" destId="{FBD5B074-3A4A-470F-9493-8457CB75FE1F}" srcOrd="11" destOrd="0" presId="urn:microsoft.com/office/officeart/2009/3/layout/RandomtoResultProcess"/>
    <dgm:cxn modelId="{76DF6E72-AE32-43B5-AB4B-C35D28FDC66F}" type="presParOf" srcId="{AF9790C6-A011-4DCD-9D14-564503022FCB}" destId="{B8C0EB9C-4C63-4839-9C32-0583C97AF64B}" srcOrd="12" destOrd="0" presId="urn:microsoft.com/office/officeart/2009/3/layout/RandomtoResultProcess"/>
    <dgm:cxn modelId="{041AC247-348F-4B9F-9AD4-358FE5329882}" type="presParOf" srcId="{AF9790C6-A011-4DCD-9D14-564503022FCB}" destId="{CAFEA85A-4663-49E0-9854-D1F09E374883}" srcOrd="13" destOrd="0" presId="urn:microsoft.com/office/officeart/2009/3/layout/RandomtoResultProcess"/>
    <dgm:cxn modelId="{B264F82E-574F-4DEE-87A7-9569159D135B}" type="presParOf" srcId="{AF9790C6-A011-4DCD-9D14-564503022FCB}" destId="{E3CEB59B-F98E-4DE6-8230-CBAACC014A2E}" srcOrd="14" destOrd="0" presId="urn:microsoft.com/office/officeart/2009/3/layout/RandomtoResultProcess"/>
    <dgm:cxn modelId="{48E5AD88-AEE4-4975-8753-8D2FC7451EE6}" type="presParOf" srcId="{AF9790C6-A011-4DCD-9D14-564503022FCB}" destId="{9FA67D3D-96E8-40F5-818C-061F6FD46D7B}" srcOrd="15" destOrd="0" presId="urn:microsoft.com/office/officeart/2009/3/layout/RandomtoResultProcess"/>
    <dgm:cxn modelId="{BF0E4FB4-03CD-420D-839A-88BC4333DD95}" type="presParOf" srcId="{AF9790C6-A011-4DCD-9D14-564503022FCB}" destId="{F9C88819-70DC-4B8B-B33F-A1EB3C6B0CC9}" srcOrd="16" destOrd="0" presId="urn:microsoft.com/office/officeart/2009/3/layout/RandomtoResultProcess"/>
    <dgm:cxn modelId="{B725D872-FB3E-4758-94F8-C702395843C0}" type="presParOf" srcId="{AF9790C6-A011-4DCD-9D14-564503022FCB}" destId="{0E183BC3-501A-4F20-A617-1414A6441530}" srcOrd="17" destOrd="0" presId="urn:microsoft.com/office/officeart/2009/3/layout/RandomtoResultProcess"/>
    <dgm:cxn modelId="{FF1700EC-0C97-4302-80CA-CD39B94096D8}" type="presParOf" srcId="{AF9790C6-A011-4DCD-9D14-564503022FCB}" destId="{F13E1B4C-621E-44A7-B6CE-5F26A53B3427}" srcOrd="18" destOrd="0" presId="urn:microsoft.com/office/officeart/2009/3/layout/RandomtoResultProcess"/>
    <dgm:cxn modelId="{150099D0-B65D-4C7E-8AF9-48D1AF0F979D}" type="presParOf" srcId="{AF9790C6-A011-4DCD-9D14-564503022FCB}" destId="{BAED4C98-2F77-4E70-A163-50418BCA8E80}" srcOrd="19" destOrd="0" presId="urn:microsoft.com/office/officeart/2009/3/layout/RandomtoResultProcess"/>
    <dgm:cxn modelId="{F01807DA-CFF9-4059-9EF5-360B10162389}" type="presParOf" srcId="{3D2F2734-9152-40F4-986C-C76F2BDBEF8B}" destId="{84C10917-2032-49A3-A856-D5BE3E201568}" srcOrd="1" destOrd="0" presId="urn:microsoft.com/office/officeart/2009/3/layout/RandomtoResultProcess"/>
    <dgm:cxn modelId="{659B6B29-5F16-46E3-BBE8-C2D143D4E142}" type="presParOf" srcId="{84C10917-2032-49A3-A856-D5BE3E201568}" destId="{6BFDCF21-C987-44F6-AB9F-73FCECD791D5}" srcOrd="0" destOrd="0" presId="urn:microsoft.com/office/officeart/2009/3/layout/RandomtoResultProcess"/>
    <dgm:cxn modelId="{4031BA27-1B32-4CDF-B3E8-DBCDB2D8A2B1}" type="presParOf" srcId="{84C10917-2032-49A3-A856-D5BE3E201568}" destId="{C9521A2C-80E9-451F-8935-C049C0C0B006}" srcOrd="1" destOrd="0" presId="urn:microsoft.com/office/officeart/2009/3/layout/RandomtoResultProcess"/>
    <dgm:cxn modelId="{D3B3F469-FB1E-4584-AC0E-63B84773CF69}" type="presParOf" srcId="{3D2F2734-9152-40F4-986C-C76F2BDBEF8B}" destId="{EFC727C1-B15B-4341-8AE3-34B40E5301ED}" srcOrd="2" destOrd="0" presId="urn:microsoft.com/office/officeart/2009/3/layout/RandomtoResultProcess"/>
    <dgm:cxn modelId="{B888D071-3D1F-4A72-8B76-A4B55F0D99DA}" type="presParOf" srcId="{3D2F2734-9152-40F4-986C-C76F2BDBEF8B}" destId="{7DFC6002-672F-4E5A-B6D5-B31A962635AC}" srcOrd="3" destOrd="0" presId="urn:microsoft.com/office/officeart/2009/3/layout/RandomtoResultProcess"/>
    <dgm:cxn modelId="{9B186699-82C2-4A76-A1ED-85357DAFFCD9}" type="presParOf" srcId="{7DFC6002-672F-4E5A-B6D5-B31A962635AC}" destId="{5DF92D18-88BB-43A1-B47E-28D17EC377AD}" srcOrd="0" destOrd="0" presId="urn:microsoft.com/office/officeart/2009/3/layout/RandomtoResultProcess"/>
    <dgm:cxn modelId="{80046D78-08D6-4B8F-9240-2D7AC7487BC6}" type="presParOf" srcId="{7DFC6002-672F-4E5A-B6D5-B31A962635AC}" destId="{21F094FB-0553-4C07-9D5D-4727D9C8B43C}" srcOrd="1" destOrd="0" presId="urn:microsoft.com/office/officeart/2009/3/layout/RandomtoResultProcess"/>
    <dgm:cxn modelId="{68E621EF-D5A5-42FE-B6C4-0EEA6EBE6C20}" type="presParOf" srcId="{3D2F2734-9152-40F4-986C-C76F2BDBEF8B}" destId="{0949C58E-1D2D-4A43-83E7-7990D7E9CF18}" srcOrd="4" destOrd="0" presId="urn:microsoft.com/office/officeart/2009/3/layout/RandomtoResultProcess"/>
    <dgm:cxn modelId="{DCCD8CC9-C1DB-4E1F-9571-6420D771E1FD}" type="presParOf" srcId="{0949C58E-1D2D-4A43-83E7-7990D7E9CF18}" destId="{19C3C563-9599-4673-997C-1CB219B355B3}" srcOrd="0" destOrd="0" presId="urn:microsoft.com/office/officeart/2009/3/layout/RandomtoResultProcess"/>
    <dgm:cxn modelId="{C0429C14-0899-4065-85CD-A949B28EF247}" type="presParOf" srcId="{0949C58E-1D2D-4A43-83E7-7990D7E9CF18}" destId="{A56C2883-941F-4816-8E32-E317872A4173}" srcOrd="1" destOrd="0" presId="urn:microsoft.com/office/officeart/2009/3/layout/RandomtoResultProcess"/>
    <dgm:cxn modelId="{51C95347-6F49-490A-80C7-91AC95F0812F}" type="presParOf" srcId="{0949C58E-1D2D-4A43-83E7-7990D7E9CF18}" destId="{9DD5AD4B-7B3F-4CDB-8403-A69BB58AE10A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065911-A918-4857-94AC-2FD65CBED87D}" type="doc">
      <dgm:prSet loTypeId="urn:microsoft.com/office/officeart/2005/8/layout/vList2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B4FF54E-EECB-46E6-B423-26FD0C2DBA42}">
      <dgm:prSet phldrT="[Text]" custT="1"/>
      <dgm:spPr/>
      <dgm:t>
        <a:bodyPr/>
        <a:lstStyle/>
        <a:p>
          <a:r>
            <a:rPr lang="en-ZA" sz="2000" dirty="0"/>
            <a:t>Read the assignment carefully before you start</a:t>
          </a:r>
          <a:endParaRPr lang="en-US" sz="2000" dirty="0"/>
        </a:p>
      </dgm:t>
    </dgm:pt>
    <dgm:pt modelId="{2BFCD5F2-2EBC-4A7A-91DF-0F132E614CA9}" type="parTrans" cxnId="{4100EDEE-A17F-4AD5-8D30-82BC0B96D9A3}">
      <dgm:prSet/>
      <dgm:spPr/>
      <dgm:t>
        <a:bodyPr/>
        <a:lstStyle/>
        <a:p>
          <a:endParaRPr lang="en-US"/>
        </a:p>
      </dgm:t>
    </dgm:pt>
    <dgm:pt modelId="{E60D2790-BE9A-4C3F-B97C-1D5FEE4296F6}" type="sibTrans" cxnId="{4100EDEE-A17F-4AD5-8D30-82BC0B96D9A3}">
      <dgm:prSet/>
      <dgm:spPr/>
      <dgm:t>
        <a:bodyPr/>
        <a:lstStyle/>
        <a:p>
          <a:endParaRPr lang="en-US"/>
        </a:p>
      </dgm:t>
    </dgm:pt>
    <dgm:pt modelId="{85F70AFA-8F88-4A33-82D2-04D42B10965D}">
      <dgm:prSet phldrT="[Text]" custT="1"/>
      <dgm:spPr/>
      <dgm:t>
        <a:bodyPr/>
        <a:lstStyle/>
        <a:p>
          <a:r>
            <a:rPr lang="en-ZA" sz="2000" dirty="0"/>
            <a:t>Underline or highlight important information</a:t>
          </a:r>
          <a:endParaRPr lang="en-US" sz="2000" dirty="0"/>
        </a:p>
      </dgm:t>
    </dgm:pt>
    <dgm:pt modelId="{84DDAB91-D84A-4F3D-B387-2D5A85B65AA1}" type="parTrans" cxnId="{311E6228-D607-419E-88CA-B6BD4A118B38}">
      <dgm:prSet/>
      <dgm:spPr/>
      <dgm:t>
        <a:bodyPr/>
        <a:lstStyle/>
        <a:p>
          <a:endParaRPr lang="en-US"/>
        </a:p>
      </dgm:t>
    </dgm:pt>
    <dgm:pt modelId="{16D0CA60-D62B-45CF-8A7E-5DDC832ED65E}" type="sibTrans" cxnId="{311E6228-D607-419E-88CA-B6BD4A118B38}">
      <dgm:prSet/>
      <dgm:spPr/>
      <dgm:t>
        <a:bodyPr/>
        <a:lstStyle/>
        <a:p>
          <a:endParaRPr lang="en-US"/>
        </a:p>
      </dgm:t>
    </dgm:pt>
    <dgm:pt modelId="{ADC97797-9C15-4ECA-8875-492B587AB9E8}">
      <dgm:prSet phldrT="[Text]" custT="1"/>
      <dgm:spPr/>
      <dgm:t>
        <a:bodyPr/>
        <a:lstStyle/>
        <a:p>
          <a:pPr>
            <a:buNone/>
          </a:pPr>
          <a:endParaRPr lang="en-US" sz="1600" dirty="0"/>
        </a:p>
      </dgm:t>
    </dgm:pt>
    <dgm:pt modelId="{792B705D-48AA-4437-A16D-FCF6B4B3D20C}" type="parTrans" cxnId="{238538FB-B11D-4C75-B8A1-407234B1A4F8}">
      <dgm:prSet/>
      <dgm:spPr/>
      <dgm:t>
        <a:bodyPr/>
        <a:lstStyle/>
        <a:p>
          <a:endParaRPr lang="en-US"/>
        </a:p>
      </dgm:t>
    </dgm:pt>
    <dgm:pt modelId="{6B337E43-B187-4860-8EF9-12A5E9FEE12C}" type="sibTrans" cxnId="{238538FB-B11D-4C75-B8A1-407234B1A4F8}">
      <dgm:prSet/>
      <dgm:spPr/>
      <dgm:t>
        <a:bodyPr/>
        <a:lstStyle/>
        <a:p>
          <a:endParaRPr lang="en-US"/>
        </a:p>
      </dgm:t>
    </dgm:pt>
    <dgm:pt modelId="{9486DC81-4E65-4C22-8BEC-4A2B99EA57F3}">
      <dgm:prSet custT="1"/>
      <dgm:spPr/>
      <dgm:t>
        <a:bodyPr/>
        <a:lstStyle/>
        <a:p>
          <a:r>
            <a:rPr lang="en-US" sz="2000" dirty="0"/>
            <a:t>Ask questions</a:t>
          </a:r>
        </a:p>
      </dgm:t>
    </dgm:pt>
    <dgm:pt modelId="{84DA2B66-1F6E-4B17-A652-752A0C0AAA47}" type="parTrans" cxnId="{F40F9886-5E93-44B7-AFEE-24A4EE77D5A0}">
      <dgm:prSet/>
      <dgm:spPr/>
      <dgm:t>
        <a:bodyPr/>
        <a:lstStyle/>
        <a:p>
          <a:endParaRPr lang="en-US"/>
        </a:p>
      </dgm:t>
    </dgm:pt>
    <dgm:pt modelId="{36F42241-11CD-43E6-BB89-EC009071E9D6}" type="sibTrans" cxnId="{F40F9886-5E93-44B7-AFEE-24A4EE77D5A0}">
      <dgm:prSet/>
      <dgm:spPr/>
      <dgm:t>
        <a:bodyPr/>
        <a:lstStyle/>
        <a:p>
          <a:endParaRPr lang="en-US"/>
        </a:p>
      </dgm:t>
    </dgm:pt>
    <dgm:pt modelId="{C5754871-6231-4FC0-A634-31BDA80F60AE}">
      <dgm:prSet custT="1"/>
      <dgm:spPr/>
      <dgm:t>
        <a:bodyPr/>
        <a:lstStyle/>
        <a:p>
          <a:pPr>
            <a:buNone/>
          </a:pPr>
          <a:endParaRPr lang="en-US" sz="1600" dirty="0"/>
        </a:p>
      </dgm:t>
    </dgm:pt>
    <dgm:pt modelId="{82BE0666-3D0E-45F0-B53B-BC2B406B594D}" type="parTrans" cxnId="{D6113F04-6EA6-497B-8337-6D64E6DEEEEF}">
      <dgm:prSet/>
      <dgm:spPr/>
      <dgm:t>
        <a:bodyPr/>
        <a:lstStyle/>
        <a:p>
          <a:endParaRPr lang="en-US"/>
        </a:p>
      </dgm:t>
    </dgm:pt>
    <dgm:pt modelId="{863E57C2-72C7-417C-838B-53BEC3EDC621}" type="sibTrans" cxnId="{D6113F04-6EA6-497B-8337-6D64E6DEEEEF}">
      <dgm:prSet/>
      <dgm:spPr/>
      <dgm:t>
        <a:bodyPr/>
        <a:lstStyle/>
        <a:p>
          <a:endParaRPr lang="en-US"/>
        </a:p>
      </dgm:t>
    </dgm:pt>
    <dgm:pt modelId="{F248D083-5294-4514-9849-DF8ABB48C94C}">
      <dgm:prSet custT="1"/>
      <dgm:spPr/>
      <dgm:t>
        <a:bodyPr/>
        <a:lstStyle/>
        <a:p>
          <a:r>
            <a:rPr lang="en-US" sz="2000" dirty="0"/>
            <a:t>Describe problem in own words</a:t>
          </a:r>
        </a:p>
      </dgm:t>
    </dgm:pt>
    <dgm:pt modelId="{262B530F-D134-4BD4-A40C-FD6AACF424E4}" type="parTrans" cxnId="{6F951386-A5C9-432A-B25E-0562E49CA719}">
      <dgm:prSet/>
      <dgm:spPr/>
      <dgm:t>
        <a:bodyPr/>
        <a:lstStyle/>
        <a:p>
          <a:endParaRPr lang="en-US"/>
        </a:p>
      </dgm:t>
    </dgm:pt>
    <dgm:pt modelId="{DB077F52-18B5-4374-B660-835ADD401D2B}" type="sibTrans" cxnId="{6F951386-A5C9-432A-B25E-0562E49CA719}">
      <dgm:prSet/>
      <dgm:spPr/>
      <dgm:t>
        <a:bodyPr/>
        <a:lstStyle/>
        <a:p>
          <a:endParaRPr lang="en-US"/>
        </a:p>
      </dgm:t>
    </dgm:pt>
    <dgm:pt modelId="{1AED1527-9FCF-41F6-A12D-1C806B7912D3}">
      <dgm:prSet custT="1"/>
      <dgm:spPr/>
      <dgm:t>
        <a:bodyPr/>
        <a:lstStyle/>
        <a:p>
          <a:r>
            <a:rPr lang="en-US" sz="2000" dirty="0"/>
            <a:t>Questions in table</a:t>
          </a:r>
        </a:p>
      </dgm:t>
    </dgm:pt>
    <dgm:pt modelId="{8C41D93A-E962-4055-8B35-799B3B8D25B0}" type="parTrans" cxnId="{0D555DB6-4F10-4560-8A84-109ECD5E123D}">
      <dgm:prSet/>
      <dgm:spPr/>
      <dgm:t>
        <a:bodyPr/>
        <a:lstStyle/>
        <a:p>
          <a:endParaRPr lang="en-US"/>
        </a:p>
      </dgm:t>
    </dgm:pt>
    <dgm:pt modelId="{815AE31B-1689-4D55-BC0A-C1CB11DAFCC8}" type="sibTrans" cxnId="{0D555DB6-4F10-4560-8A84-109ECD5E123D}">
      <dgm:prSet/>
      <dgm:spPr/>
      <dgm:t>
        <a:bodyPr/>
        <a:lstStyle/>
        <a:p>
          <a:endParaRPr lang="en-US"/>
        </a:p>
      </dgm:t>
    </dgm:pt>
    <dgm:pt modelId="{F01CE67F-86D4-4005-B5FA-9604E7A1C1A2}">
      <dgm:prSet custT="1"/>
      <dgm:spPr/>
      <dgm:t>
        <a:bodyPr/>
        <a:lstStyle/>
        <a:p>
          <a:r>
            <a:rPr lang="en-US" sz="2000" dirty="0"/>
            <a:t>Save / keep all data, facts and info</a:t>
          </a:r>
        </a:p>
      </dgm:t>
    </dgm:pt>
    <dgm:pt modelId="{0769262C-74A1-4CBE-BB34-647044D0362F}" type="parTrans" cxnId="{93D6A6EB-CD61-4FDF-B2ED-D585B5A768B9}">
      <dgm:prSet/>
      <dgm:spPr/>
      <dgm:t>
        <a:bodyPr/>
        <a:lstStyle/>
        <a:p>
          <a:endParaRPr lang="en-US"/>
        </a:p>
      </dgm:t>
    </dgm:pt>
    <dgm:pt modelId="{568E9688-4013-40CD-9ACF-EDB424F3B7E4}" type="sibTrans" cxnId="{93D6A6EB-CD61-4FDF-B2ED-D585B5A768B9}">
      <dgm:prSet/>
      <dgm:spPr/>
      <dgm:t>
        <a:bodyPr/>
        <a:lstStyle/>
        <a:p>
          <a:endParaRPr lang="en-US"/>
        </a:p>
      </dgm:t>
    </dgm:pt>
    <dgm:pt modelId="{00B7EB10-A9BF-4DB6-A238-36213C4030CA}" type="pres">
      <dgm:prSet presAssocID="{13065911-A918-4857-94AC-2FD65CBED87D}" presName="linear" presStyleCnt="0">
        <dgm:presLayoutVars>
          <dgm:animLvl val="lvl"/>
          <dgm:resizeHandles val="exact"/>
        </dgm:presLayoutVars>
      </dgm:prSet>
      <dgm:spPr/>
    </dgm:pt>
    <dgm:pt modelId="{D74FCE40-8FCD-4899-B180-3C4265570681}" type="pres">
      <dgm:prSet presAssocID="{9B4FF54E-EECB-46E6-B423-26FD0C2DBA4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8C2359B-691C-4121-9F01-5BBCE1945226}" type="pres">
      <dgm:prSet presAssocID="{E60D2790-BE9A-4C3F-B97C-1D5FEE4296F6}" presName="spacer" presStyleCnt="0"/>
      <dgm:spPr/>
    </dgm:pt>
    <dgm:pt modelId="{5CFBAC3B-DCB2-4216-B05D-2C5B6F11CC80}" type="pres">
      <dgm:prSet presAssocID="{85F70AFA-8F88-4A33-82D2-04D42B10965D}" presName="parentText" presStyleLbl="node1" presStyleIdx="1" presStyleCnt="6" custLinFactNeighborX="292" custLinFactNeighborY="36895">
        <dgm:presLayoutVars>
          <dgm:chMax val="0"/>
          <dgm:bulletEnabled val="1"/>
        </dgm:presLayoutVars>
      </dgm:prSet>
      <dgm:spPr/>
    </dgm:pt>
    <dgm:pt modelId="{7CD800E0-23AB-4428-A0B6-A7A48FF7941F}" type="pres">
      <dgm:prSet presAssocID="{85F70AFA-8F88-4A33-82D2-04D42B10965D}" presName="childText" presStyleLbl="revTx" presStyleIdx="0" presStyleCnt="2">
        <dgm:presLayoutVars>
          <dgm:bulletEnabled val="1"/>
        </dgm:presLayoutVars>
      </dgm:prSet>
      <dgm:spPr/>
    </dgm:pt>
    <dgm:pt modelId="{802B4805-0114-4B77-B8AE-9FD4BD5328A4}" type="pres">
      <dgm:prSet presAssocID="{9486DC81-4E65-4C22-8BEC-4A2B99EA57F3}" presName="parentText" presStyleLbl="node1" presStyleIdx="2" presStyleCnt="6" custLinFactNeighborX="292" custLinFactNeighborY="-11261">
        <dgm:presLayoutVars>
          <dgm:chMax val="0"/>
          <dgm:bulletEnabled val="1"/>
        </dgm:presLayoutVars>
      </dgm:prSet>
      <dgm:spPr/>
    </dgm:pt>
    <dgm:pt modelId="{BCFD3459-4DEB-4099-A388-D68471235592}" type="pres">
      <dgm:prSet presAssocID="{9486DC81-4E65-4C22-8BEC-4A2B99EA57F3}" presName="childText" presStyleLbl="revTx" presStyleIdx="1" presStyleCnt="2">
        <dgm:presLayoutVars>
          <dgm:bulletEnabled val="1"/>
        </dgm:presLayoutVars>
      </dgm:prSet>
      <dgm:spPr/>
    </dgm:pt>
    <dgm:pt modelId="{FB01ADCF-3B5B-4987-B733-694C08B664AC}" type="pres">
      <dgm:prSet presAssocID="{F248D083-5294-4514-9849-DF8ABB48C94C}" presName="parentText" presStyleLbl="node1" presStyleIdx="3" presStyleCnt="6" custLinFactY="-42877" custLinFactNeighborX="292" custLinFactNeighborY="-100000">
        <dgm:presLayoutVars>
          <dgm:chMax val="0"/>
          <dgm:bulletEnabled val="1"/>
        </dgm:presLayoutVars>
      </dgm:prSet>
      <dgm:spPr/>
    </dgm:pt>
    <dgm:pt modelId="{B892FD84-F349-4E9F-8740-34875D58FA4F}" type="pres">
      <dgm:prSet presAssocID="{DB077F52-18B5-4374-B660-835ADD401D2B}" presName="spacer" presStyleCnt="0"/>
      <dgm:spPr/>
    </dgm:pt>
    <dgm:pt modelId="{BAA5D906-7971-4DC6-9589-DDE26BE6FCE6}" type="pres">
      <dgm:prSet presAssocID="{1AED1527-9FCF-41F6-A12D-1C806B7912D3}" presName="parentText" presStyleLbl="node1" presStyleIdx="4" presStyleCnt="6" custLinFactY="-14620" custLinFactNeighborX="292" custLinFactNeighborY="-100000">
        <dgm:presLayoutVars>
          <dgm:chMax val="0"/>
          <dgm:bulletEnabled val="1"/>
        </dgm:presLayoutVars>
      </dgm:prSet>
      <dgm:spPr/>
    </dgm:pt>
    <dgm:pt modelId="{9B959FF3-1C75-41D9-BF68-7EC6CF8788AD}" type="pres">
      <dgm:prSet presAssocID="{815AE31B-1689-4D55-BC0A-C1CB11DAFCC8}" presName="spacer" presStyleCnt="0"/>
      <dgm:spPr/>
    </dgm:pt>
    <dgm:pt modelId="{FAF3C82E-7504-48A0-8591-EB06300E447C}" type="pres">
      <dgm:prSet presAssocID="{F01CE67F-86D4-4005-B5FA-9604E7A1C1A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DF6B215-BD37-46AE-B495-5C4DAE318556}" type="presOf" srcId="{9486DC81-4E65-4C22-8BEC-4A2B99EA57F3}" destId="{802B4805-0114-4B77-B8AE-9FD4BD5328A4}" srcOrd="0" destOrd="0" presId="urn:microsoft.com/office/officeart/2005/8/layout/vList2"/>
    <dgm:cxn modelId="{311E6228-D607-419E-88CA-B6BD4A118B38}" srcId="{13065911-A918-4857-94AC-2FD65CBED87D}" destId="{85F70AFA-8F88-4A33-82D2-04D42B10965D}" srcOrd="1" destOrd="0" parTransId="{84DDAB91-D84A-4F3D-B387-2D5A85B65AA1}" sibTransId="{16D0CA60-D62B-45CF-8A7E-5DDC832ED65E}"/>
    <dgm:cxn modelId="{F40F9886-5E93-44B7-AFEE-24A4EE77D5A0}" srcId="{13065911-A918-4857-94AC-2FD65CBED87D}" destId="{9486DC81-4E65-4C22-8BEC-4A2B99EA57F3}" srcOrd="2" destOrd="0" parTransId="{84DA2B66-1F6E-4B17-A652-752A0C0AAA47}" sibTransId="{36F42241-11CD-43E6-BB89-EC009071E9D6}"/>
    <dgm:cxn modelId="{238538FB-B11D-4C75-B8A1-407234B1A4F8}" srcId="{85F70AFA-8F88-4A33-82D2-04D42B10965D}" destId="{ADC97797-9C15-4ECA-8875-492B587AB9E8}" srcOrd="0" destOrd="0" parTransId="{792B705D-48AA-4437-A16D-FCF6B4B3D20C}" sibTransId="{6B337E43-B187-4860-8EF9-12A5E9FEE12C}"/>
    <dgm:cxn modelId="{1CEF9124-ACA3-416E-B5AD-6EB7D8DE9648}" type="presOf" srcId="{C5754871-6231-4FC0-A634-31BDA80F60AE}" destId="{BCFD3459-4DEB-4099-A388-D68471235592}" srcOrd="0" destOrd="0" presId="urn:microsoft.com/office/officeart/2005/8/layout/vList2"/>
    <dgm:cxn modelId="{F355E483-AB3E-4360-896F-230C5C50671C}" type="presOf" srcId="{ADC97797-9C15-4ECA-8875-492B587AB9E8}" destId="{7CD800E0-23AB-4428-A0B6-A7A48FF7941F}" srcOrd="0" destOrd="0" presId="urn:microsoft.com/office/officeart/2005/8/layout/vList2"/>
    <dgm:cxn modelId="{93D6A6EB-CD61-4FDF-B2ED-D585B5A768B9}" srcId="{13065911-A918-4857-94AC-2FD65CBED87D}" destId="{F01CE67F-86D4-4005-B5FA-9604E7A1C1A2}" srcOrd="5" destOrd="0" parTransId="{0769262C-74A1-4CBE-BB34-647044D0362F}" sibTransId="{568E9688-4013-40CD-9ACF-EDB424F3B7E4}"/>
    <dgm:cxn modelId="{EE9EF3E2-7C45-479E-AA8B-D99833731B79}" type="presOf" srcId="{F01CE67F-86D4-4005-B5FA-9604E7A1C1A2}" destId="{FAF3C82E-7504-48A0-8591-EB06300E447C}" srcOrd="0" destOrd="0" presId="urn:microsoft.com/office/officeart/2005/8/layout/vList2"/>
    <dgm:cxn modelId="{0D555DB6-4F10-4560-8A84-109ECD5E123D}" srcId="{13065911-A918-4857-94AC-2FD65CBED87D}" destId="{1AED1527-9FCF-41F6-A12D-1C806B7912D3}" srcOrd="4" destOrd="0" parTransId="{8C41D93A-E962-4055-8B35-799B3B8D25B0}" sibTransId="{815AE31B-1689-4D55-BC0A-C1CB11DAFCC8}"/>
    <dgm:cxn modelId="{4100EDEE-A17F-4AD5-8D30-82BC0B96D9A3}" srcId="{13065911-A918-4857-94AC-2FD65CBED87D}" destId="{9B4FF54E-EECB-46E6-B423-26FD0C2DBA42}" srcOrd="0" destOrd="0" parTransId="{2BFCD5F2-2EBC-4A7A-91DF-0F132E614CA9}" sibTransId="{E60D2790-BE9A-4C3F-B97C-1D5FEE4296F6}"/>
    <dgm:cxn modelId="{6F951386-A5C9-432A-B25E-0562E49CA719}" srcId="{13065911-A918-4857-94AC-2FD65CBED87D}" destId="{F248D083-5294-4514-9849-DF8ABB48C94C}" srcOrd="3" destOrd="0" parTransId="{262B530F-D134-4BD4-A40C-FD6AACF424E4}" sibTransId="{DB077F52-18B5-4374-B660-835ADD401D2B}"/>
    <dgm:cxn modelId="{D9B437D1-32E9-4A4C-8965-8E47965BA1B8}" type="presOf" srcId="{85F70AFA-8F88-4A33-82D2-04D42B10965D}" destId="{5CFBAC3B-DCB2-4216-B05D-2C5B6F11CC80}" srcOrd="0" destOrd="0" presId="urn:microsoft.com/office/officeart/2005/8/layout/vList2"/>
    <dgm:cxn modelId="{BF4A2DC0-8E52-4816-813D-1D78C6ACDADE}" type="presOf" srcId="{9B4FF54E-EECB-46E6-B423-26FD0C2DBA42}" destId="{D74FCE40-8FCD-4899-B180-3C4265570681}" srcOrd="0" destOrd="0" presId="urn:microsoft.com/office/officeart/2005/8/layout/vList2"/>
    <dgm:cxn modelId="{25E74C4D-A098-40EF-B2C3-9A8FDD61B873}" type="presOf" srcId="{13065911-A918-4857-94AC-2FD65CBED87D}" destId="{00B7EB10-A9BF-4DB6-A238-36213C4030CA}" srcOrd="0" destOrd="0" presId="urn:microsoft.com/office/officeart/2005/8/layout/vList2"/>
    <dgm:cxn modelId="{D6113F04-6EA6-497B-8337-6D64E6DEEEEF}" srcId="{9486DC81-4E65-4C22-8BEC-4A2B99EA57F3}" destId="{C5754871-6231-4FC0-A634-31BDA80F60AE}" srcOrd="0" destOrd="0" parTransId="{82BE0666-3D0E-45F0-B53B-BC2B406B594D}" sibTransId="{863E57C2-72C7-417C-838B-53BEC3EDC621}"/>
    <dgm:cxn modelId="{AE3FF959-ADEB-4123-930A-4C69F1665801}" type="presOf" srcId="{F248D083-5294-4514-9849-DF8ABB48C94C}" destId="{FB01ADCF-3B5B-4987-B733-694C08B664AC}" srcOrd="0" destOrd="0" presId="urn:microsoft.com/office/officeart/2005/8/layout/vList2"/>
    <dgm:cxn modelId="{6786E83F-730A-4B8C-A1C1-E07317B89826}" type="presOf" srcId="{1AED1527-9FCF-41F6-A12D-1C806B7912D3}" destId="{BAA5D906-7971-4DC6-9589-DDE26BE6FCE6}" srcOrd="0" destOrd="0" presId="urn:microsoft.com/office/officeart/2005/8/layout/vList2"/>
    <dgm:cxn modelId="{8D136F3B-D982-47EA-B353-58E06CF9D77C}" type="presParOf" srcId="{00B7EB10-A9BF-4DB6-A238-36213C4030CA}" destId="{D74FCE40-8FCD-4899-B180-3C4265570681}" srcOrd="0" destOrd="0" presId="urn:microsoft.com/office/officeart/2005/8/layout/vList2"/>
    <dgm:cxn modelId="{ECE67EE0-1138-4834-977A-1609AC42647D}" type="presParOf" srcId="{00B7EB10-A9BF-4DB6-A238-36213C4030CA}" destId="{78C2359B-691C-4121-9F01-5BBCE1945226}" srcOrd="1" destOrd="0" presId="urn:microsoft.com/office/officeart/2005/8/layout/vList2"/>
    <dgm:cxn modelId="{1BEFD78A-2F5C-4E2A-945F-A9AC31F9E333}" type="presParOf" srcId="{00B7EB10-A9BF-4DB6-A238-36213C4030CA}" destId="{5CFBAC3B-DCB2-4216-B05D-2C5B6F11CC80}" srcOrd="2" destOrd="0" presId="urn:microsoft.com/office/officeart/2005/8/layout/vList2"/>
    <dgm:cxn modelId="{30671AF7-F662-4AB0-836E-DE72778861E0}" type="presParOf" srcId="{00B7EB10-A9BF-4DB6-A238-36213C4030CA}" destId="{7CD800E0-23AB-4428-A0B6-A7A48FF7941F}" srcOrd="3" destOrd="0" presId="urn:microsoft.com/office/officeart/2005/8/layout/vList2"/>
    <dgm:cxn modelId="{1143E7E4-9203-47BC-B769-11E64922E054}" type="presParOf" srcId="{00B7EB10-A9BF-4DB6-A238-36213C4030CA}" destId="{802B4805-0114-4B77-B8AE-9FD4BD5328A4}" srcOrd="4" destOrd="0" presId="urn:microsoft.com/office/officeart/2005/8/layout/vList2"/>
    <dgm:cxn modelId="{E94C0392-4484-4E34-B684-CD2D32665C92}" type="presParOf" srcId="{00B7EB10-A9BF-4DB6-A238-36213C4030CA}" destId="{BCFD3459-4DEB-4099-A388-D68471235592}" srcOrd="5" destOrd="0" presId="urn:microsoft.com/office/officeart/2005/8/layout/vList2"/>
    <dgm:cxn modelId="{33DE83A7-9326-4C70-8D26-945563122E72}" type="presParOf" srcId="{00B7EB10-A9BF-4DB6-A238-36213C4030CA}" destId="{FB01ADCF-3B5B-4987-B733-694C08B664AC}" srcOrd="6" destOrd="0" presId="urn:microsoft.com/office/officeart/2005/8/layout/vList2"/>
    <dgm:cxn modelId="{25B46FD0-4B99-4019-89D4-F7C6AD4D8EC2}" type="presParOf" srcId="{00B7EB10-A9BF-4DB6-A238-36213C4030CA}" destId="{B892FD84-F349-4E9F-8740-34875D58FA4F}" srcOrd="7" destOrd="0" presId="urn:microsoft.com/office/officeart/2005/8/layout/vList2"/>
    <dgm:cxn modelId="{3FCA82D7-BA10-40DB-A860-4B04A4949737}" type="presParOf" srcId="{00B7EB10-A9BF-4DB6-A238-36213C4030CA}" destId="{BAA5D906-7971-4DC6-9589-DDE26BE6FCE6}" srcOrd="8" destOrd="0" presId="urn:microsoft.com/office/officeart/2005/8/layout/vList2"/>
    <dgm:cxn modelId="{3828B199-E904-4F2A-9FBF-266D763DFE3C}" type="presParOf" srcId="{00B7EB10-A9BF-4DB6-A238-36213C4030CA}" destId="{9B959FF3-1C75-41D9-BF68-7EC6CF8788AD}" srcOrd="9" destOrd="0" presId="urn:microsoft.com/office/officeart/2005/8/layout/vList2"/>
    <dgm:cxn modelId="{F8A82522-BEFE-4A81-B677-56F19F55AC0D}" type="presParOf" srcId="{00B7EB10-A9BF-4DB6-A238-36213C4030CA}" destId="{FAF3C82E-7504-48A0-8591-EB06300E447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E15A8C-59BF-4602-AFCB-EDA89DC1157B}">
      <dsp:nvSpPr>
        <dsp:cNvPr id="0" name=""/>
        <dsp:cNvSpPr/>
      </dsp:nvSpPr>
      <dsp:spPr>
        <a:xfrm>
          <a:off x="132488" y="971094"/>
          <a:ext cx="2908048" cy="1279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noProof="0" dirty="0"/>
            <a:t>The CAT class wants to start</a:t>
          </a:r>
          <a:br>
            <a:rPr lang="en-ZA" sz="1800" b="1" kern="1200" noProof="0" dirty="0"/>
          </a:br>
          <a:r>
            <a:rPr lang="en-ZA" sz="1800" b="1" kern="1200" noProof="0" dirty="0"/>
            <a:t>a WhatsApp group, but</a:t>
          </a:r>
          <a:br>
            <a:rPr lang="en-ZA" sz="1800" b="1" kern="1200" noProof="0" dirty="0"/>
          </a:br>
          <a:r>
            <a:rPr lang="en-ZA" sz="1800" b="1" kern="1200" noProof="0" dirty="0"/>
            <a:t>some parents are</a:t>
          </a:r>
          <a:br>
            <a:rPr lang="en-ZA" sz="1800" b="1" kern="1200" noProof="0" dirty="0"/>
          </a:br>
          <a:r>
            <a:rPr lang="en-ZA" sz="1800" b="1" kern="1200" noProof="0" dirty="0"/>
            <a:t>unhappy about it</a:t>
          </a:r>
        </a:p>
      </dsp:txBody>
      <dsp:txXfrm>
        <a:off x="132488" y="971094"/>
        <a:ext cx="2908048" cy="1279979"/>
      </dsp:txXfrm>
    </dsp:sp>
    <dsp:sp modelId="{83E19A92-BB27-45D8-9B09-614111AADF87}">
      <dsp:nvSpPr>
        <dsp:cNvPr id="0" name=""/>
        <dsp:cNvSpPr/>
      </dsp:nvSpPr>
      <dsp:spPr>
        <a:xfrm>
          <a:off x="396975" y="3156036"/>
          <a:ext cx="2536051" cy="362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noProof="0" dirty="0">
              <a:solidFill>
                <a:srgbClr val="FF0000"/>
              </a:solidFill>
            </a:rPr>
            <a:t>Given</a:t>
          </a:r>
          <a:r>
            <a:rPr lang="en-ZA" sz="2400" b="1" kern="1200" noProof="0" dirty="0"/>
            <a:t> </a:t>
          </a:r>
        </a:p>
      </dsp:txBody>
      <dsp:txXfrm>
        <a:off x="396975" y="3156036"/>
        <a:ext cx="2536051" cy="362322"/>
      </dsp:txXfrm>
    </dsp:sp>
    <dsp:sp modelId="{0418B891-6F19-4394-BD8F-49B6570B9D4E}">
      <dsp:nvSpPr>
        <dsp:cNvPr id="0" name=""/>
        <dsp:cNvSpPr/>
      </dsp:nvSpPr>
      <dsp:spPr>
        <a:xfrm>
          <a:off x="195632" y="753587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66745C8-91A6-49AF-B105-F758E2C99CC8}">
      <dsp:nvSpPr>
        <dsp:cNvPr id="0" name=""/>
        <dsp:cNvSpPr/>
      </dsp:nvSpPr>
      <dsp:spPr>
        <a:xfrm>
          <a:off x="357558" y="429736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70639"/>
                <a:satOff val="-359"/>
                <a:lumOff val="-207"/>
                <a:alphaOff val="0"/>
                <a:tint val="50000"/>
                <a:satMod val="300000"/>
              </a:schemeClr>
            </a:gs>
            <a:gs pos="35000">
              <a:schemeClr val="accent2">
                <a:hueOff val="-70639"/>
                <a:satOff val="-359"/>
                <a:lumOff val="-207"/>
                <a:alphaOff val="0"/>
                <a:tint val="37000"/>
                <a:satMod val="300000"/>
              </a:schemeClr>
            </a:gs>
            <a:gs pos="100000">
              <a:schemeClr val="accent2">
                <a:hueOff val="-70639"/>
                <a:satOff val="-359"/>
                <a:lumOff val="-20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3D47DC5-DEFF-42CA-B93B-05F2E8FD07BC}">
      <dsp:nvSpPr>
        <dsp:cNvPr id="0" name=""/>
        <dsp:cNvSpPr/>
      </dsp:nvSpPr>
      <dsp:spPr>
        <a:xfrm>
          <a:off x="746179" y="494507"/>
          <a:ext cx="363506" cy="363506"/>
        </a:xfrm>
        <a:prstGeom prst="ellipse">
          <a:avLst/>
        </a:prstGeom>
        <a:gradFill rotWithShape="0">
          <a:gsLst>
            <a:gs pos="0">
              <a:schemeClr val="accent2">
                <a:hueOff val="-141277"/>
                <a:satOff val="-718"/>
                <a:lumOff val="-414"/>
                <a:alphaOff val="0"/>
                <a:tint val="50000"/>
                <a:satMod val="300000"/>
              </a:schemeClr>
            </a:gs>
            <a:gs pos="35000">
              <a:schemeClr val="accent2">
                <a:hueOff val="-141277"/>
                <a:satOff val="-718"/>
                <a:lumOff val="-414"/>
                <a:alphaOff val="0"/>
                <a:tint val="37000"/>
                <a:satMod val="300000"/>
              </a:schemeClr>
            </a:gs>
            <a:gs pos="100000">
              <a:schemeClr val="accent2">
                <a:hueOff val="-141277"/>
                <a:satOff val="-718"/>
                <a:lumOff val="-41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3642704-F6DD-449E-A7BE-EA5B47B17C7D}">
      <dsp:nvSpPr>
        <dsp:cNvPr id="0" name=""/>
        <dsp:cNvSpPr/>
      </dsp:nvSpPr>
      <dsp:spPr>
        <a:xfrm>
          <a:off x="1070030" y="138271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211916"/>
                <a:satOff val="-1077"/>
                <a:lumOff val="-621"/>
                <a:alphaOff val="0"/>
                <a:tint val="50000"/>
                <a:satMod val="300000"/>
              </a:schemeClr>
            </a:gs>
            <a:gs pos="35000">
              <a:schemeClr val="accent2">
                <a:hueOff val="-211916"/>
                <a:satOff val="-1077"/>
                <a:lumOff val="-621"/>
                <a:alphaOff val="0"/>
                <a:tint val="37000"/>
                <a:satMod val="300000"/>
              </a:schemeClr>
            </a:gs>
            <a:gs pos="100000">
              <a:schemeClr val="accent2">
                <a:hueOff val="-211916"/>
                <a:satOff val="-1077"/>
                <a:lumOff val="-62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2D7141C-8DC9-425E-829B-B8754E790F7B}">
      <dsp:nvSpPr>
        <dsp:cNvPr id="0" name=""/>
        <dsp:cNvSpPr/>
      </dsp:nvSpPr>
      <dsp:spPr>
        <a:xfrm>
          <a:off x="1491036" y="8730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282555"/>
                <a:satOff val="-1436"/>
                <a:lumOff val="-828"/>
                <a:alphaOff val="0"/>
                <a:tint val="50000"/>
                <a:satMod val="300000"/>
              </a:schemeClr>
            </a:gs>
            <a:gs pos="35000">
              <a:schemeClr val="accent2">
                <a:hueOff val="-282555"/>
                <a:satOff val="-1436"/>
                <a:lumOff val="-828"/>
                <a:alphaOff val="0"/>
                <a:tint val="37000"/>
                <a:satMod val="300000"/>
              </a:schemeClr>
            </a:gs>
            <a:gs pos="100000">
              <a:schemeClr val="accent2">
                <a:hueOff val="-282555"/>
                <a:satOff val="-1436"/>
                <a:lumOff val="-8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69B8186-2A28-49A8-A95E-11AC85D0A812}">
      <dsp:nvSpPr>
        <dsp:cNvPr id="0" name=""/>
        <dsp:cNvSpPr/>
      </dsp:nvSpPr>
      <dsp:spPr>
        <a:xfrm>
          <a:off x="2009197" y="235426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353193"/>
                <a:satOff val="-1795"/>
                <a:lumOff val="-1035"/>
                <a:alphaOff val="0"/>
                <a:tint val="50000"/>
                <a:satMod val="300000"/>
              </a:schemeClr>
            </a:gs>
            <a:gs pos="35000">
              <a:schemeClr val="accent2">
                <a:hueOff val="-353193"/>
                <a:satOff val="-1795"/>
                <a:lumOff val="-1035"/>
                <a:alphaOff val="0"/>
                <a:tint val="37000"/>
                <a:satMod val="300000"/>
              </a:schemeClr>
            </a:gs>
            <a:gs pos="100000">
              <a:schemeClr val="accent2">
                <a:hueOff val="-353193"/>
                <a:satOff val="-1795"/>
                <a:lumOff val="-103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EA9447A-D714-4B97-A33C-7D0C0BDD2C05}">
      <dsp:nvSpPr>
        <dsp:cNvPr id="0" name=""/>
        <dsp:cNvSpPr/>
      </dsp:nvSpPr>
      <dsp:spPr>
        <a:xfrm>
          <a:off x="2333048" y="397351"/>
          <a:ext cx="363506" cy="363506"/>
        </a:xfrm>
        <a:prstGeom prst="ellipse">
          <a:avLst/>
        </a:prstGeom>
        <a:gradFill rotWithShape="0">
          <a:gsLst>
            <a:gs pos="0">
              <a:schemeClr val="accent2">
                <a:hueOff val="-423832"/>
                <a:satOff val="-2154"/>
                <a:lumOff val="-1242"/>
                <a:alphaOff val="0"/>
                <a:tint val="50000"/>
                <a:satMod val="300000"/>
              </a:schemeClr>
            </a:gs>
            <a:gs pos="35000">
              <a:schemeClr val="accent2">
                <a:hueOff val="-423832"/>
                <a:satOff val="-2154"/>
                <a:lumOff val="-1242"/>
                <a:alphaOff val="0"/>
                <a:tint val="37000"/>
                <a:satMod val="300000"/>
              </a:schemeClr>
            </a:gs>
            <a:gs pos="100000">
              <a:schemeClr val="accent2">
                <a:hueOff val="-423832"/>
                <a:satOff val="-2154"/>
                <a:lumOff val="-124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21AED87-1895-44FC-8022-F042371D8F80}">
      <dsp:nvSpPr>
        <dsp:cNvPr id="0" name=""/>
        <dsp:cNvSpPr/>
      </dsp:nvSpPr>
      <dsp:spPr>
        <a:xfrm>
          <a:off x="2786439" y="753587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494471"/>
                <a:satOff val="-2513"/>
                <a:lumOff val="-1449"/>
                <a:alphaOff val="0"/>
                <a:tint val="50000"/>
                <a:satMod val="300000"/>
              </a:schemeClr>
            </a:gs>
            <a:gs pos="35000">
              <a:schemeClr val="accent2">
                <a:hueOff val="-494471"/>
                <a:satOff val="-2513"/>
                <a:lumOff val="-1449"/>
                <a:alphaOff val="0"/>
                <a:tint val="37000"/>
                <a:satMod val="300000"/>
              </a:schemeClr>
            </a:gs>
            <a:gs pos="100000">
              <a:schemeClr val="accent2">
                <a:hueOff val="-494471"/>
                <a:satOff val="-2513"/>
                <a:lumOff val="-144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62A8FD9-0D14-403E-B12B-52220297249E}">
      <dsp:nvSpPr>
        <dsp:cNvPr id="0" name=""/>
        <dsp:cNvSpPr/>
      </dsp:nvSpPr>
      <dsp:spPr>
        <a:xfrm>
          <a:off x="2980750" y="1109823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565109"/>
                <a:satOff val="-2872"/>
                <a:lumOff val="-1656"/>
                <a:alphaOff val="0"/>
                <a:tint val="50000"/>
                <a:satMod val="300000"/>
              </a:schemeClr>
            </a:gs>
            <a:gs pos="35000">
              <a:schemeClr val="accent2">
                <a:hueOff val="-565109"/>
                <a:satOff val="-2872"/>
                <a:lumOff val="-1656"/>
                <a:alphaOff val="0"/>
                <a:tint val="37000"/>
                <a:satMod val="300000"/>
              </a:schemeClr>
            </a:gs>
            <a:gs pos="100000">
              <a:schemeClr val="accent2">
                <a:hueOff val="-565109"/>
                <a:satOff val="-2872"/>
                <a:lumOff val="-16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BD5B074-3A4A-470F-9493-8457CB75FE1F}">
      <dsp:nvSpPr>
        <dsp:cNvPr id="0" name=""/>
        <dsp:cNvSpPr/>
      </dsp:nvSpPr>
      <dsp:spPr>
        <a:xfrm>
          <a:off x="1296725" y="429736"/>
          <a:ext cx="594828" cy="594828"/>
        </a:xfrm>
        <a:prstGeom prst="ellipse">
          <a:avLst/>
        </a:prstGeom>
        <a:gradFill rotWithShape="0">
          <a:gsLst>
            <a:gs pos="0">
              <a:schemeClr val="accent2">
                <a:hueOff val="-635748"/>
                <a:satOff val="-3231"/>
                <a:lumOff val="-1862"/>
                <a:alphaOff val="0"/>
                <a:tint val="50000"/>
                <a:satMod val="300000"/>
              </a:schemeClr>
            </a:gs>
            <a:gs pos="35000">
              <a:schemeClr val="accent2">
                <a:hueOff val="-635748"/>
                <a:satOff val="-3231"/>
                <a:lumOff val="-1862"/>
                <a:alphaOff val="0"/>
                <a:tint val="37000"/>
                <a:satMod val="300000"/>
              </a:schemeClr>
            </a:gs>
            <a:gs pos="100000">
              <a:schemeClr val="accent2">
                <a:hueOff val="-635748"/>
                <a:satOff val="-3231"/>
                <a:lumOff val="-186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8C0EB9C-4C63-4839-9C32-0583C97AF64B}">
      <dsp:nvSpPr>
        <dsp:cNvPr id="0" name=""/>
        <dsp:cNvSpPr/>
      </dsp:nvSpPr>
      <dsp:spPr>
        <a:xfrm>
          <a:off x="33707" y="1660370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706387"/>
                <a:satOff val="-3591"/>
                <a:lumOff val="-2069"/>
                <a:alphaOff val="0"/>
                <a:tint val="50000"/>
                <a:satMod val="300000"/>
              </a:schemeClr>
            </a:gs>
            <a:gs pos="35000">
              <a:schemeClr val="accent2">
                <a:hueOff val="-706387"/>
                <a:satOff val="-3591"/>
                <a:lumOff val="-2069"/>
                <a:alphaOff val="0"/>
                <a:tint val="37000"/>
                <a:satMod val="300000"/>
              </a:schemeClr>
            </a:gs>
            <a:gs pos="100000">
              <a:schemeClr val="accent2">
                <a:hueOff val="-706387"/>
                <a:satOff val="-3591"/>
                <a:lumOff val="-206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AFEA85A-4663-49E0-9854-D1F09E374883}">
      <dsp:nvSpPr>
        <dsp:cNvPr id="0" name=""/>
        <dsp:cNvSpPr/>
      </dsp:nvSpPr>
      <dsp:spPr>
        <a:xfrm>
          <a:off x="228017" y="1951836"/>
          <a:ext cx="363506" cy="363506"/>
        </a:xfrm>
        <a:prstGeom prst="ellipse">
          <a:avLst/>
        </a:prstGeom>
        <a:gradFill rotWithShape="0">
          <a:gsLst>
            <a:gs pos="0">
              <a:schemeClr val="accent2">
                <a:hueOff val="-777025"/>
                <a:satOff val="-3950"/>
                <a:lumOff val="-2276"/>
                <a:alphaOff val="0"/>
                <a:tint val="50000"/>
                <a:satMod val="300000"/>
              </a:schemeClr>
            </a:gs>
            <a:gs pos="35000">
              <a:schemeClr val="accent2">
                <a:hueOff val="-777025"/>
                <a:satOff val="-3950"/>
                <a:lumOff val="-2276"/>
                <a:alphaOff val="0"/>
                <a:tint val="37000"/>
                <a:satMod val="300000"/>
              </a:schemeClr>
            </a:gs>
            <a:gs pos="100000">
              <a:schemeClr val="accent2">
                <a:hueOff val="-777025"/>
                <a:satOff val="-3950"/>
                <a:lumOff val="-227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3CEB59B-F98E-4DE6-8230-CBAACC014A2E}">
      <dsp:nvSpPr>
        <dsp:cNvPr id="0" name=""/>
        <dsp:cNvSpPr/>
      </dsp:nvSpPr>
      <dsp:spPr>
        <a:xfrm>
          <a:off x="713794" y="2210916"/>
          <a:ext cx="528736" cy="528736"/>
        </a:xfrm>
        <a:prstGeom prst="ellipse">
          <a:avLst/>
        </a:prstGeom>
        <a:gradFill rotWithShape="0">
          <a:gsLst>
            <a:gs pos="0">
              <a:schemeClr val="accent2">
                <a:hueOff val="-847664"/>
                <a:satOff val="-4309"/>
                <a:lumOff val="-2483"/>
                <a:alphaOff val="0"/>
                <a:tint val="50000"/>
                <a:satMod val="300000"/>
              </a:schemeClr>
            </a:gs>
            <a:gs pos="35000">
              <a:schemeClr val="accent2">
                <a:hueOff val="-847664"/>
                <a:satOff val="-4309"/>
                <a:lumOff val="-2483"/>
                <a:alphaOff val="0"/>
                <a:tint val="37000"/>
                <a:satMod val="300000"/>
              </a:schemeClr>
            </a:gs>
            <a:gs pos="100000">
              <a:schemeClr val="accent2">
                <a:hueOff val="-847664"/>
                <a:satOff val="-4309"/>
                <a:lumOff val="-248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FA67D3D-96E8-40F5-818C-061F6FD46D7B}">
      <dsp:nvSpPr>
        <dsp:cNvPr id="0" name=""/>
        <dsp:cNvSpPr/>
      </dsp:nvSpPr>
      <dsp:spPr>
        <a:xfrm>
          <a:off x="1393880" y="2631922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918303"/>
                <a:satOff val="-4668"/>
                <a:lumOff val="-2690"/>
                <a:alphaOff val="0"/>
                <a:tint val="50000"/>
                <a:satMod val="300000"/>
              </a:schemeClr>
            </a:gs>
            <a:gs pos="35000">
              <a:schemeClr val="accent2">
                <a:hueOff val="-918303"/>
                <a:satOff val="-4668"/>
                <a:lumOff val="-2690"/>
                <a:alphaOff val="0"/>
                <a:tint val="37000"/>
                <a:satMod val="300000"/>
              </a:schemeClr>
            </a:gs>
            <a:gs pos="100000">
              <a:schemeClr val="accent2">
                <a:hueOff val="-918303"/>
                <a:satOff val="-4668"/>
                <a:lumOff val="-269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9C88819-70DC-4B8B-B33F-A1EB3C6B0CC9}">
      <dsp:nvSpPr>
        <dsp:cNvPr id="0" name=""/>
        <dsp:cNvSpPr/>
      </dsp:nvSpPr>
      <dsp:spPr>
        <a:xfrm>
          <a:off x="1523421" y="2210916"/>
          <a:ext cx="363506" cy="363506"/>
        </a:xfrm>
        <a:prstGeom prst="ellipse">
          <a:avLst/>
        </a:prstGeom>
        <a:gradFill rotWithShape="0">
          <a:gsLst>
            <a:gs pos="0">
              <a:schemeClr val="accent2">
                <a:hueOff val="-988941"/>
                <a:satOff val="-5027"/>
                <a:lumOff val="-2897"/>
                <a:alphaOff val="0"/>
                <a:tint val="50000"/>
                <a:satMod val="300000"/>
              </a:schemeClr>
            </a:gs>
            <a:gs pos="35000">
              <a:schemeClr val="accent2">
                <a:hueOff val="-988941"/>
                <a:satOff val="-5027"/>
                <a:lumOff val="-2897"/>
                <a:alphaOff val="0"/>
                <a:tint val="37000"/>
                <a:satMod val="300000"/>
              </a:schemeClr>
            </a:gs>
            <a:gs pos="100000">
              <a:schemeClr val="accent2">
                <a:hueOff val="-988941"/>
                <a:satOff val="-5027"/>
                <a:lumOff val="-289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E183BC3-501A-4F20-A617-1414A6441530}">
      <dsp:nvSpPr>
        <dsp:cNvPr id="0" name=""/>
        <dsp:cNvSpPr/>
      </dsp:nvSpPr>
      <dsp:spPr>
        <a:xfrm>
          <a:off x="1847272" y="2664308"/>
          <a:ext cx="231322" cy="231322"/>
        </a:xfrm>
        <a:prstGeom prst="ellipse">
          <a:avLst/>
        </a:prstGeom>
        <a:gradFill rotWithShape="0">
          <a:gsLst>
            <a:gs pos="0">
              <a:schemeClr val="accent2">
                <a:hueOff val="-1059580"/>
                <a:satOff val="-5386"/>
                <a:lumOff val="-3104"/>
                <a:alphaOff val="0"/>
                <a:tint val="50000"/>
                <a:satMod val="300000"/>
              </a:schemeClr>
            </a:gs>
            <a:gs pos="35000">
              <a:schemeClr val="accent2">
                <a:hueOff val="-1059580"/>
                <a:satOff val="-5386"/>
                <a:lumOff val="-3104"/>
                <a:alphaOff val="0"/>
                <a:tint val="37000"/>
                <a:satMod val="300000"/>
              </a:schemeClr>
            </a:gs>
            <a:gs pos="100000">
              <a:schemeClr val="accent2">
                <a:hueOff val="-1059580"/>
                <a:satOff val="-5386"/>
                <a:lumOff val="-3104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13E1B4C-621E-44A7-B6CE-5F26A53B3427}">
      <dsp:nvSpPr>
        <dsp:cNvPr id="0" name=""/>
        <dsp:cNvSpPr/>
      </dsp:nvSpPr>
      <dsp:spPr>
        <a:xfrm>
          <a:off x="2138737" y="2146146"/>
          <a:ext cx="528736" cy="528736"/>
        </a:xfrm>
        <a:prstGeom prst="ellipse">
          <a:avLst/>
        </a:prstGeom>
        <a:gradFill rotWithShape="0">
          <a:gsLst>
            <a:gs pos="0">
              <a:schemeClr val="accent2">
                <a:hueOff val="-1130219"/>
                <a:satOff val="-5745"/>
                <a:lumOff val="-3311"/>
                <a:alphaOff val="0"/>
                <a:tint val="50000"/>
                <a:satMod val="300000"/>
              </a:schemeClr>
            </a:gs>
            <a:gs pos="35000">
              <a:schemeClr val="accent2">
                <a:hueOff val="-1130219"/>
                <a:satOff val="-5745"/>
                <a:lumOff val="-3311"/>
                <a:alphaOff val="0"/>
                <a:tint val="37000"/>
                <a:satMod val="300000"/>
              </a:schemeClr>
            </a:gs>
            <a:gs pos="100000">
              <a:schemeClr val="accent2">
                <a:hueOff val="-1130219"/>
                <a:satOff val="-5745"/>
                <a:lumOff val="-331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AED4C98-2F77-4E70-A163-50418BCA8E80}">
      <dsp:nvSpPr>
        <dsp:cNvPr id="0" name=""/>
        <dsp:cNvSpPr/>
      </dsp:nvSpPr>
      <dsp:spPr>
        <a:xfrm>
          <a:off x="2851209" y="2016606"/>
          <a:ext cx="363506" cy="363506"/>
        </a:xfrm>
        <a:prstGeom prst="ellipse">
          <a:avLst/>
        </a:prstGeom>
        <a:gradFill rotWithShape="0">
          <a:gsLst>
            <a:gs pos="0">
              <a:schemeClr val="accent2">
                <a:hueOff val="-1200857"/>
                <a:satOff val="-6104"/>
                <a:lumOff val="-3518"/>
                <a:alphaOff val="0"/>
                <a:tint val="50000"/>
                <a:satMod val="300000"/>
              </a:schemeClr>
            </a:gs>
            <a:gs pos="35000">
              <a:schemeClr val="accent2">
                <a:hueOff val="-1200857"/>
                <a:satOff val="-6104"/>
                <a:lumOff val="-3518"/>
                <a:alphaOff val="0"/>
                <a:tint val="37000"/>
                <a:satMod val="300000"/>
              </a:schemeClr>
            </a:gs>
            <a:gs pos="100000">
              <a:schemeClr val="accent2">
                <a:hueOff val="-1200857"/>
                <a:satOff val="-6104"/>
                <a:lumOff val="-351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BFDCF21-C987-44F6-AB9F-73FCECD791D5}">
      <dsp:nvSpPr>
        <dsp:cNvPr id="0" name=""/>
        <dsp:cNvSpPr/>
      </dsp:nvSpPr>
      <dsp:spPr>
        <a:xfrm>
          <a:off x="3214715" y="493968"/>
          <a:ext cx="1067565" cy="2038099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DF92D18-88BB-43A1-B47E-28D17EC377AD}">
      <dsp:nvSpPr>
        <dsp:cNvPr id="0" name=""/>
        <dsp:cNvSpPr/>
      </dsp:nvSpPr>
      <dsp:spPr>
        <a:xfrm>
          <a:off x="4088178" y="493968"/>
          <a:ext cx="1067565" cy="2038099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2">
                <a:hueOff val="-1271496"/>
                <a:satOff val="-6463"/>
                <a:lumOff val="-3725"/>
                <a:alphaOff val="0"/>
                <a:tint val="50000"/>
                <a:satMod val="300000"/>
              </a:schemeClr>
            </a:gs>
            <a:gs pos="35000">
              <a:schemeClr val="accent2">
                <a:hueOff val="-1271496"/>
                <a:satOff val="-6463"/>
                <a:lumOff val="-3725"/>
                <a:alphaOff val="0"/>
                <a:tint val="37000"/>
                <a:satMod val="300000"/>
              </a:schemeClr>
            </a:gs>
            <a:gs pos="100000">
              <a:schemeClr val="accent2">
                <a:hueOff val="-1271496"/>
                <a:satOff val="-6463"/>
                <a:lumOff val="-372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9C3C563-9599-4673-997C-1CB219B355B3}">
      <dsp:nvSpPr>
        <dsp:cNvPr id="0" name=""/>
        <dsp:cNvSpPr/>
      </dsp:nvSpPr>
      <dsp:spPr>
        <a:xfrm>
          <a:off x="5286415" y="234475"/>
          <a:ext cx="2650200" cy="2704622"/>
        </a:xfrm>
        <a:prstGeom prst="ellipse">
          <a:avLst/>
        </a:prstGeom>
        <a:gradFill rotWithShape="0">
          <a:gsLst>
            <a:gs pos="0">
              <a:schemeClr val="accent2">
                <a:hueOff val="-1271496"/>
                <a:satOff val="-6463"/>
                <a:lumOff val="-3725"/>
                <a:alphaOff val="0"/>
                <a:tint val="50000"/>
                <a:satMod val="300000"/>
              </a:schemeClr>
            </a:gs>
            <a:gs pos="35000">
              <a:schemeClr val="accent2">
                <a:hueOff val="-1271496"/>
                <a:satOff val="-6463"/>
                <a:lumOff val="-3725"/>
                <a:alphaOff val="0"/>
                <a:tint val="37000"/>
                <a:satMod val="300000"/>
              </a:schemeClr>
            </a:gs>
            <a:gs pos="100000">
              <a:schemeClr val="accent2">
                <a:hueOff val="-1271496"/>
                <a:satOff val="-6463"/>
                <a:lumOff val="-3725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noProof="0" dirty="0"/>
            <a:t>Create an info brochure to inform parents about WhatsApp, and to put them at ease</a:t>
          </a:r>
        </a:p>
      </dsp:txBody>
      <dsp:txXfrm>
        <a:off x="5674528" y="630558"/>
        <a:ext cx="1873974" cy="1912456"/>
      </dsp:txXfrm>
    </dsp:sp>
    <dsp:sp modelId="{A56C2883-941F-4816-8E32-E317872A4173}">
      <dsp:nvSpPr>
        <dsp:cNvPr id="0" name=""/>
        <dsp:cNvSpPr/>
      </dsp:nvSpPr>
      <dsp:spPr>
        <a:xfrm>
          <a:off x="5167798" y="3066047"/>
          <a:ext cx="2911542" cy="4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noProof="0" dirty="0">
              <a:solidFill>
                <a:srgbClr val="FF0000"/>
              </a:solidFill>
            </a:rPr>
            <a:t>Needed</a:t>
          </a:r>
          <a:r>
            <a:rPr lang="en-ZA" sz="2400" b="1" kern="1200" noProof="0" dirty="0"/>
            <a:t> </a:t>
          </a:r>
        </a:p>
      </dsp:txBody>
      <dsp:txXfrm>
        <a:off x="5167798" y="3066047"/>
        <a:ext cx="2911542" cy="4917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4FCE40-8FCD-4899-B180-3C4265570681}">
      <dsp:nvSpPr>
        <dsp:cNvPr id="0" name=""/>
        <dsp:cNvSpPr/>
      </dsp:nvSpPr>
      <dsp:spPr>
        <a:xfrm>
          <a:off x="0" y="49188"/>
          <a:ext cx="6258478" cy="486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Read the assignment carefully before you start</a:t>
          </a:r>
          <a:endParaRPr lang="en-US" sz="2000" kern="1200" dirty="0"/>
        </a:p>
      </dsp:txBody>
      <dsp:txXfrm>
        <a:off x="23760" y="72948"/>
        <a:ext cx="6210958" cy="439200"/>
      </dsp:txXfrm>
    </dsp:sp>
    <dsp:sp modelId="{5CFBAC3B-DCB2-4216-B05D-2C5B6F11CC80}">
      <dsp:nvSpPr>
        <dsp:cNvPr id="0" name=""/>
        <dsp:cNvSpPr/>
      </dsp:nvSpPr>
      <dsp:spPr>
        <a:xfrm>
          <a:off x="0" y="769643"/>
          <a:ext cx="6258478" cy="4867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Underline or highlight important information</a:t>
          </a:r>
          <a:endParaRPr lang="en-US" sz="2000" kern="1200" dirty="0"/>
        </a:p>
      </dsp:txBody>
      <dsp:txXfrm>
        <a:off x="23760" y="793403"/>
        <a:ext cx="6210958" cy="439200"/>
      </dsp:txXfrm>
    </dsp:sp>
    <dsp:sp modelId="{7CD800E0-23AB-4428-A0B6-A7A48FF7941F}">
      <dsp:nvSpPr>
        <dsp:cNvPr id="0" name=""/>
        <dsp:cNvSpPr/>
      </dsp:nvSpPr>
      <dsp:spPr>
        <a:xfrm>
          <a:off x="0" y="1097508"/>
          <a:ext cx="6258478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0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US" sz="1600" kern="1200" dirty="0"/>
        </a:p>
      </dsp:txBody>
      <dsp:txXfrm>
        <a:off x="0" y="1097508"/>
        <a:ext cx="6258478" cy="430560"/>
      </dsp:txXfrm>
    </dsp:sp>
    <dsp:sp modelId="{802B4805-0114-4B77-B8AE-9FD4BD5328A4}">
      <dsp:nvSpPr>
        <dsp:cNvPr id="0" name=""/>
        <dsp:cNvSpPr/>
      </dsp:nvSpPr>
      <dsp:spPr>
        <a:xfrm>
          <a:off x="0" y="1479582"/>
          <a:ext cx="6258478" cy="4867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Ask questions</a:t>
          </a:r>
        </a:p>
      </dsp:txBody>
      <dsp:txXfrm>
        <a:off x="23760" y="1503342"/>
        <a:ext cx="6210958" cy="439200"/>
      </dsp:txXfrm>
    </dsp:sp>
    <dsp:sp modelId="{BCFD3459-4DEB-4099-A388-D68471235592}">
      <dsp:nvSpPr>
        <dsp:cNvPr id="0" name=""/>
        <dsp:cNvSpPr/>
      </dsp:nvSpPr>
      <dsp:spPr>
        <a:xfrm>
          <a:off x="0" y="2014788"/>
          <a:ext cx="6258478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0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en-US" sz="1600" kern="1200" dirty="0"/>
        </a:p>
      </dsp:txBody>
      <dsp:txXfrm>
        <a:off x="0" y="2014788"/>
        <a:ext cx="6258478" cy="430560"/>
      </dsp:txXfrm>
    </dsp:sp>
    <dsp:sp modelId="{FB01ADCF-3B5B-4987-B733-694C08B664AC}">
      <dsp:nvSpPr>
        <dsp:cNvPr id="0" name=""/>
        <dsp:cNvSpPr/>
      </dsp:nvSpPr>
      <dsp:spPr>
        <a:xfrm>
          <a:off x="0" y="2161777"/>
          <a:ext cx="6258478" cy="4867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Describe problem in own words</a:t>
          </a:r>
        </a:p>
      </dsp:txBody>
      <dsp:txXfrm>
        <a:off x="23760" y="2185537"/>
        <a:ext cx="6210958" cy="439200"/>
      </dsp:txXfrm>
    </dsp:sp>
    <dsp:sp modelId="{BAA5D906-7971-4DC6-9589-DDE26BE6FCE6}">
      <dsp:nvSpPr>
        <dsp:cNvPr id="0" name=""/>
        <dsp:cNvSpPr/>
      </dsp:nvSpPr>
      <dsp:spPr>
        <a:xfrm>
          <a:off x="0" y="2860909"/>
          <a:ext cx="6258478" cy="48672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Questions in table</a:t>
          </a:r>
        </a:p>
      </dsp:txBody>
      <dsp:txXfrm>
        <a:off x="23760" y="2884669"/>
        <a:ext cx="6210958" cy="439200"/>
      </dsp:txXfrm>
    </dsp:sp>
    <dsp:sp modelId="{FAF3C82E-7504-48A0-8591-EB06300E447C}">
      <dsp:nvSpPr>
        <dsp:cNvPr id="0" name=""/>
        <dsp:cNvSpPr/>
      </dsp:nvSpPr>
      <dsp:spPr>
        <a:xfrm>
          <a:off x="0" y="3568547"/>
          <a:ext cx="6258478" cy="486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Save / keep all data, facts and info</a:t>
          </a:r>
        </a:p>
      </dsp:txBody>
      <dsp:txXfrm>
        <a:off x="23760" y="3592307"/>
        <a:ext cx="6210958" cy="439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2017/01/21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64223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18782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buFont typeface="Arial" pitchFamily="34" charset="0"/>
              <a:buNone/>
            </a:pPr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78122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US" sz="1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068960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76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88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6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423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12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820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534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55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278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90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387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652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80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0433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452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399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87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5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4.xml"/><Relationship Id="rId7" Type="http://schemas.openxmlformats.org/officeDocument/2006/relationships/slide" Target="slide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5.xml"/><Relationship Id="rId5" Type="http://schemas.openxmlformats.org/officeDocument/2006/relationships/slide" Target="slide6.xml"/><Relationship Id="rId10" Type="http://schemas.openxmlformats.org/officeDocument/2006/relationships/slide" Target="slide14.xml"/><Relationship Id="rId4" Type="http://schemas.openxmlformats.org/officeDocument/2006/relationships/slide" Target="slide5.xml"/><Relationship Id="rId9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2204864"/>
            <a:ext cx="5308866" cy="864096"/>
          </a:xfrm>
        </p:spPr>
        <p:txBody>
          <a:bodyPr>
            <a:noAutofit/>
          </a:bodyPr>
          <a:lstStyle/>
          <a:p>
            <a:r>
              <a:rPr lang="en-US" sz="5400" dirty="0"/>
              <a:t>Module 6.2</a:t>
            </a:r>
            <a:endParaRPr lang="en-ZA" sz="5400" dirty="0"/>
          </a:p>
        </p:txBody>
      </p:sp>
      <p:sp>
        <p:nvSpPr>
          <p:cNvPr id="3" name="TextBox 2"/>
          <p:cNvSpPr txBox="1"/>
          <p:nvPr/>
        </p:nvSpPr>
        <p:spPr>
          <a:xfrm>
            <a:off x="2200103" y="3068960"/>
            <a:ext cx="47525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Finding information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5540">
            <a:off x="6996298" y="2573553"/>
            <a:ext cx="1604854" cy="2289892"/>
          </a:xfrm>
          <a:prstGeom prst="rect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88424" y="6453336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10511" y="1351309"/>
            <a:ext cx="6825952" cy="4525963"/>
          </a:xfrm>
        </p:spPr>
        <p:txBody>
          <a:bodyPr anchor="ctr">
            <a:normAutofit fontScale="70000" lnSpcReduction="20000"/>
          </a:bodyPr>
          <a:lstStyle/>
          <a:p>
            <a:pPr indent="-457200"/>
            <a:r>
              <a:rPr lang="en-US" sz="3300" dirty="0">
                <a:hlinkClick r:id="rId2" action="ppaction://hlinksldjump"/>
              </a:rPr>
              <a:t>Introduction</a:t>
            </a:r>
            <a:endParaRPr lang="en-US" sz="3300" dirty="0"/>
          </a:p>
          <a:p>
            <a:pPr indent="-457200"/>
            <a:r>
              <a:rPr lang="en-ZA" sz="3300" dirty="0">
                <a:hlinkClick r:id="rId3" action="ppaction://hlinksldjump"/>
              </a:rPr>
              <a:t>Determine what information you need</a:t>
            </a:r>
            <a:endParaRPr lang="en-ZA" sz="3300" dirty="0"/>
          </a:p>
          <a:p>
            <a:pPr marL="382950" lvl="1" indent="-457200">
              <a:buNone/>
            </a:pPr>
            <a:r>
              <a:rPr lang="en-ZA" sz="2800" dirty="0"/>
              <a:t>			</a:t>
            </a:r>
            <a:r>
              <a:rPr lang="en-ZA" sz="2800" dirty="0">
                <a:hlinkClick r:id="rId4" action="ppaction://hlinksldjump"/>
              </a:rPr>
              <a:t>Step 1: Investigate what is given </a:t>
            </a:r>
            <a:endParaRPr lang="en-ZA" sz="2800" dirty="0"/>
          </a:p>
          <a:p>
            <a:pPr marL="382950" lvl="1" indent="-457200">
              <a:buNone/>
            </a:pPr>
            <a:r>
              <a:rPr lang="en-ZA" sz="2800" dirty="0"/>
              <a:t>			</a:t>
            </a:r>
            <a:r>
              <a:rPr lang="en-ZA" sz="2800" dirty="0">
                <a:hlinkClick r:id="rId5" action="ppaction://hlinksldjump"/>
              </a:rPr>
              <a:t>Step 2: Describe the task</a:t>
            </a:r>
            <a:endParaRPr lang="en-ZA" sz="2800" dirty="0"/>
          </a:p>
          <a:p>
            <a:pPr marL="382950" lvl="1" indent="-457200">
              <a:buNone/>
            </a:pPr>
            <a:r>
              <a:rPr lang="en-ZA" sz="2800" dirty="0"/>
              <a:t>			</a:t>
            </a:r>
            <a:r>
              <a:rPr lang="en-ZA" sz="2800" dirty="0">
                <a:hlinkClick r:id="rId6" action="ppaction://hlinksldjump"/>
              </a:rPr>
              <a:t>Step 3: Identify the information you have to </a:t>
            </a:r>
            <a:r>
              <a:rPr lang="en-ZA" sz="2900" dirty="0">
                <a:hlinkClick r:id="rId6" action="ppaction://hlinksldjump"/>
              </a:rPr>
              <a:t>find</a:t>
            </a:r>
            <a:endParaRPr lang="en-ZA" sz="2900" dirty="0"/>
          </a:p>
          <a:p>
            <a:pPr indent="-457200"/>
            <a:r>
              <a:rPr lang="en-ZA" sz="3300" dirty="0">
                <a:hlinkClick r:id="rId7" action="ppaction://hlinksldjump"/>
              </a:rPr>
              <a:t>Activity 1</a:t>
            </a:r>
            <a:endParaRPr lang="en-ZA" sz="3300" dirty="0"/>
          </a:p>
          <a:p>
            <a:pPr indent="-457200"/>
            <a:r>
              <a:rPr lang="en-ZA" sz="3300" dirty="0">
                <a:hlinkClick r:id="rId8" action="ppaction://hlinksldjump"/>
              </a:rPr>
              <a:t>Find the information and save it</a:t>
            </a:r>
            <a:endParaRPr lang="en-ZA" sz="3300" dirty="0"/>
          </a:p>
          <a:p>
            <a:pPr marL="382950" lvl="1" indent="-457200">
              <a:buNone/>
            </a:pPr>
            <a:r>
              <a:rPr lang="en-ZA" sz="2800" dirty="0"/>
              <a:t>			</a:t>
            </a:r>
            <a:r>
              <a:rPr lang="en-ZA" sz="2800" dirty="0">
                <a:hlinkClick r:id="rId8" action="ppaction://hlinksldjump"/>
              </a:rPr>
              <a:t>Decide about resources</a:t>
            </a:r>
            <a:endParaRPr lang="en-ZA" sz="2800" dirty="0"/>
          </a:p>
          <a:p>
            <a:pPr marL="382950" lvl="1" indent="-457200">
              <a:buNone/>
            </a:pPr>
            <a:r>
              <a:rPr lang="en-ZA" sz="2800" dirty="0"/>
              <a:t>			</a:t>
            </a:r>
            <a:r>
              <a:rPr lang="en-ZA" sz="2800" dirty="0">
                <a:hlinkClick r:id="rId9" action="ppaction://hlinksldjump"/>
              </a:rPr>
              <a:t>Save the data, facts and information that you find</a:t>
            </a:r>
            <a:endParaRPr lang="en-ZA" sz="2800" dirty="0"/>
          </a:p>
          <a:p>
            <a:pPr indent="-457200"/>
            <a:r>
              <a:rPr lang="en-US" sz="3300" dirty="0">
                <a:hlinkClick r:id="rId10" action="ppaction://hlinksldjump"/>
              </a:rPr>
              <a:t>Activity 2</a:t>
            </a:r>
            <a:endParaRPr lang="en-US" sz="3300" dirty="0"/>
          </a:p>
          <a:p>
            <a:pPr indent="-457200"/>
            <a:r>
              <a:rPr lang="en-ZA" sz="3300" dirty="0">
                <a:hlinkClick r:id="rId11" action="ppaction://hlinksldjump"/>
              </a:rPr>
              <a:t>Test </a:t>
            </a:r>
            <a:r>
              <a:rPr lang="en-ZA" sz="3300">
                <a:hlinkClick r:id="rId11" action="ppaction://hlinksldjump"/>
              </a:rPr>
              <a:t>and improve</a:t>
            </a:r>
            <a:endParaRPr lang="en-ZA" sz="3300" dirty="0"/>
          </a:p>
        </p:txBody>
      </p:sp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2843808" y="677345"/>
            <a:ext cx="3275856" cy="648047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Contents</a:t>
            </a:r>
            <a:endParaRPr lang="en-ZA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7784" y="638337"/>
            <a:ext cx="4070422" cy="648072"/>
          </a:xfrm>
        </p:spPr>
        <p:txBody>
          <a:bodyPr>
            <a:noAutofit/>
          </a:bodyPr>
          <a:lstStyle/>
          <a:p>
            <a:r>
              <a:rPr lang="en-ZA" b="1" dirty="0"/>
              <a:t>Introduction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88424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Arrow: Striped Right 3"/>
          <p:cNvSpPr/>
          <p:nvPr/>
        </p:nvSpPr>
        <p:spPr>
          <a:xfrm>
            <a:off x="1475656" y="1571942"/>
            <a:ext cx="4680520" cy="1296144"/>
          </a:xfrm>
          <a:prstGeom prst="strip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Finding information (6.2)</a:t>
            </a:r>
          </a:p>
        </p:txBody>
      </p:sp>
      <p:sp>
        <p:nvSpPr>
          <p:cNvPr id="7" name="Arrow: Striped Right 6"/>
          <p:cNvSpPr/>
          <p:nvPr/>
        </p:nvSpPr>
        <p:spPr>
          <a:xfrm>
            <a:off x="1475656" y="2979953"/>
            <a:ext cx="5399533" cy="1296144"/>
          </a:xfrm>
          <a:prstGeom prst="strip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000" b="1" dirty="0">
                <a:solidFill>
                  <a:schemeClr val="tx1"/>
                </a:solidFill>
                <a:cs typeface="Arial" pitchFamily="34" charset="0"/>
              </a:rPr>
              <a:t>Using and processing information (6.3)</a:t>
            </a:r>
            <a:endParaRPr lang="en-ZA" sz="2000" b="1" dirty="0"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8" name="Arrow: Striped Right 7"/>
          <p:cNvSpPr/>
          <p:nvPr/>
        </p:nvSpPr>
        <p:spPr>
          <a:xfrm>
            <a:off x="1475656" y="4365104"/>
            <a:ext cx="6104435" cy="1296144"/>
          </a:xfrm>
          <a:prstGeom prst="strip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>
                <a:solidFill>
                  <a:schemeClr val="tx1"/>
                </a:solidFill>
                <a:cs typeface="Arial" pitchFamily="34" charset="0"/>
              </a:rPr>
              <a:t>Presenting </a:t>
            </a:r>
            <a:r>
              <a:rPr lang="en-US" sz="2000" b="1" dirty="0">
                <a:solidFill>
                  <a:schemeClr val="tx1"/>
                </a:solidFill>
                <a:cs typeface="Arial" pitchFamily="34" charset="0"/>
              </a:rPr>
              <a:t>solutions and information </a:t>
            </a:r>
            <a:r>
              <a:rPr lang="en-US" sz="2000" b="1">
                <a:solidFill>
                  <a:schemeClr val="tx1"/>
                </a:solidFill>
                <a:cs typeface="Arial" pitchFamily="34" charset="0"/>
              </a:rPr>
              <a:t>(6.3)</a:t>
            </a:r>
            <a:endParaRPr lang="en-ZA" sz="2000" b="1" dirty="0">
              <a:solidFill>
                <a:schemeClr val="tx1"/>
              </a:solidFill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Right 14"/>
          <p:cNvSpPr/>
          <p:nvPr/>
        </p:nvSpPr>
        <p:spPr>
          <a:xfrm>
            <a:off x="683576" y="1710940"/>
            <a:ext cx="7943772" cy="1198489"/>
          </a:xfrm>
          <a:prstGeom prst="rightArrow">
            <a:avLst>
              <a:gd name="adj1" fmla="val 50000"/>
              <a:gd name="adj2" fmla="val 47139"/>
            </a:avLst>
          </a:prstGeom>
          <a:solidFill>
            <a:schemeClr val="accent3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889000"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cs typeface="Arial" pitchFamily="34" charset="0"/>
              </a:rPr>
              <a:t>Investigate what is given</a:t>
            </a:r>
          </a:p>
        </p:txBody>
      </p:sp>
      <p:sp>
        <p:nvSpPr>
          <p:cNvPr id="8" name="Freeform 7"/>
          <p:cNvSpPr/>
          <p:nvPr/>
        </p:nvSpPr>
        <p:spPr>
          <a:xfrm>
            <a:off x="683576" y="2619741"/>
            <a:ext cx="2637354" cy="3401547"/>
          </a:xfrm>
          <a:custGeom>
            <a:avLst/>
            <a:gdLst>
              <a:gd name="connsiteX0" fmla="*/ 0 w 2637354"/>
              <a:gd name="connsiteY0" fmla="*/ 0 h 3721662"/>
              <a:gd name="connsiteX1" fmla="*/ 2637354 w 2637354"/>
              <a:gd name="connsiteY1" fmla="*/ 0 h 3721662"/>
              <a:gd name="connsiteX2" fmla="*/ 2637354 w 2637354"/>
              <a:gd name="connsiteY2" fmla="*/ 3721662 h 3721662"/>
              <a:gd name="connsiteX3" fmla="*/ 0 w 2637354"/>
              <a:gd name="connsiteY3" fmla="*/ 3721662 h 3721662"/>
              <a:gd name="connsiteX4" fmla="*/ 0 w 2637354"/>
              <a:gd name="connsiteY4" fmla="*/ 0 h 3721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37354" h="3721662">
                <a:moveTo>
                  <a:pt x="0" y="0"/>
                </a:moveTo>
                <a:lnTo>
                  <a:pt x="2637354" y="0"/>
                </a:lnTo>
                <a:lnTo>
                  <a:pt x="2637354" y="3721662"/>
                </a:lnTo>
                <a:lnTo>
                  <a:pt x="0" y="372166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t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latin typeface="+mn-lt"/>
                <a:cs typeface="Arial" pitchFamily="34" charset="0"/>
              </a:rPr>
              <a:t>Read through problem</a:t>
            </a: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latin typeface="+mn-lt"/>
                <a:cs typeface="Arial" pitchFamily="34" charset="0"/>
              </a:rPr>
              <a:t>Highlight important facts</a:t>
            </a: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latin typeface="+mn-lt"/>
                <a:cs typeface="Arial" pitchFamily="34" charset="0"/>
              </a:rPr>
              <a:t>Identify all the parts</a:t>
            </a: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kern="1200" dirty="0">
                <a:latin typeface="+mn-lt"/>
                <a:cs typeface="Arial" pitchFamily="34" charset="0"/>
              </a:rPr>
              <a:t>Ask questions:</a:t>
            </a:r>
            <a:br>
              <a:rPr lang="en-US" kern="1200" dirty="0">
                <a:latin typeface="+mn-lt"/>
                <a:cs typeface="Arial" pitchFamily="34" charset="0"/>
              </a:rPr>
            </a:br>
            <a:r>
              <a:rPr lang="en-US" kern="1200" dirty="0">
                <a:latin typeface="+mn-lt"/>
                <a:cs typeface="Arial" pitchFamily="34" charset="0"/>
              </a:rPr>
              <a:t>What? Where? When? How? Why?</a:t>
            </a: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>
                <a:latin typeface="+mn-lt"/>
                <a:cs typeface="Arial" pitchFamily="34" charset="0"/>
              </a:rPr>
              <a:t>Determine what is given</a:t>
            </a: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>
                <a:latin typeface="+mn-lt"/>
                <a:cs typeface="Arial" pitchFamily="34" charset="0"/>
              </a:rPr>
              <a:t>Determine </a:t>
            </a:r>
            <a:r>
              <a:rPr lang="en-US" kern="1200" dirty="0">
                <a:latin typeface="+mn-lt"/>
                <a:cs typeface="Arial" pitchFamily="34" charset="0"/>
              </a:rPr>
              <a:t>what must be done</a:t>
            </a: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latin typeface="+mn-lt"/>
                <a:cs typeface="Arial" pitchFamily="34" charset="0"/>
              </a:rPr>
              <a:t>Determine what the result should be</a:t>
            </a:r>
            <a:endParaRPr lang="en-US" sz="2000" kern="1200" dirty="0">
              <a:latin typeface="+mn-lt"/>
              <a:cs typeface="Arial" pitchFamily="34" charset="0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3320826" y="3048360"/>
            <a:ext cx="2475199" cy="2972928"/>
          </a:xfrm>
          <a:custGeom>
            <a:avLst/>
            <a:gdLst>
              <a:gd name="connsiteX0" fmla="*/ 0 w 2521124"/>
              <a:gd name="connsiteY0" fmla="*/ 0 h 1739790"/>
              <a:gd name="connsiteX1" fmla="*/ 2521124 w 2521124"/>
              <a:gd name="connsiteY1" fmla="*/ 0 h 1739790"/>
              <a:gd name="connsiteX2" fmla="*/ 2521124 w 2521124"/>
              <a:gd name="connsiteY2" fmla="*/ 1739790 h 1739790"/>
              <a:gd name="connsiteX3" fmla="*/ 0 w 2521124"/>
              <a:gd name="connsiteY3" fmla="*/ 1739790 h 1739790"/>
              <a:gd name="connsiteX4" fmla="*/ 0 w 2521124"/>
              <a:gd name="connsiteY4" fmla="*/ 0 h 173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1124" h="1739790">
                <a:moveTo>
                  <a:pt x="0" y="0"/>
                </a:moveTo>
                <a:lnTo>
                  <a:pt x="2521124" y="0"/>
                </a:lnTo>
                <a:lnTo>
                  <a:pt x="2521124" y="1739790"/>
                </a:lnTo>
                <a:lnTo>
                  <a:pt x="0" y="173979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3">
              <a:hueOff val="-226432"/>
              <a:satOff val="24195"/>
              <a:lumOff val="6274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t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br>
              <a:rPr lang="en-US" b="1" kern="1200" dirty="0">
                <a:latin typeface="+mn-lt"/>
                <a:cs typeface="Arial" pitchFamily="34" charset="0"/>
              </a:rPr>
            </a:br>
            <a:r>
              <a:rPr lang="en-US" b="1" kern="1200" dirty="0">
                <a:latin typeface="+mn-lt"/>
                <a:cs typeface="Arial" pitchFamily="34" charset="0"/>
              </a:rPr>
              <a:t>Format</a:t>
            </a:r>
            <a:r>
              <a:rPr lang="en-US" kern="1200" dirty="0">
                <a:latin typeface="+mn-lt"/>
                <a:cs typeface="Arial" pitchFamily="34" charset="0"/>
              </a:rPr>
              <a:t>:</a:t>
            </a:r>
            <a:br>
              <a:rPr lang="en-US" kern="1200" dirty="0">
                <a:latin typeface="+mn-lt"/>
                <a:cs typeface="Arial" pitchFamily="34" charset="0"/>
              </a:rPr>
            </a:br>
            <a:r>
              <a:rPr lang="en-US" kern="1200" dirty="0">
                <a:latin typeface="+mn-lt"/>
                <a:cs typeface="Arial" pitchFamily="34" charset="0"/>
              </a:rPr>
              <a:t>Write down what the task should look like</a:t>
            </a: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kern="1200" dirty="0">
                <a:latin typeface="+mn-lt"/>
                <a:cs typeface="Arial" pitchFamily="34" charset="0"/>
              </a:rPr>
              <a:t>Content:</a:t>
            </a:r>
            <a:br>
              <a:rPr lang="en-US" kern="1200" dirty="0">
                <a:latin typeface="+mn-lt"/>
                <a:cs typeface="Arial" pitchFamily="34" charset="0"/>
              </a:rPr>
            </a:br>
            <a:r>
              <a:rPr lang="en-US" kern="1200" dirty="0">
                <a:latin typeface="+mn-lt"/>
                <a:cs typeface="Arial" pitchFamily="34" charset="0"/>
              </a:rPr>
              <a:t>Write down what you have to investigate – the focus question</a:t>
            </a:r>
          </a:p>
        </p:txBody>
      </p:sp>
      <p:sp>
        <p:nvSpPr>
          <p:cNvPr id="12" name="Freeform 11"/>
          <p:cNvSpPr/>
          <p:nvPr/>
        </p:nvSpPr>
        <p:spPr>
          <a:xfrm>
            <a:off x="5796129" y="3717032"/>
            <a:ext cx="2179472" cy="2304256"/>
          </a:xfrm>
          <a:custGeom>
            <a:avLst/>
            <a:gdLst>
              <a:gd name="connsiteX0" fmla="*/ 0 w 2603632"/>
              <a:gd name="connsiteY0" fmla="*/ 0 h 1473244"/>
              <a:gd name="connsiteX1" fmla="*/ 2603632 w 2603632"/>
              <a:gd name="connsiteY1" fmla="*/ 0 h 1473244"/>
              <a:gd name="connsiteX2" fmla="*/ 2603632 w 2603632"/>
              <a:gd name="connsiteY2" fmla="*/ 1473244 h 1473244"/>
              <a:gd name="connsiteX3" fmla="*/ 0 w 2603632"/>
              <a:gd name="connsiteY3" fmla="*/ 1473244 h 1473244"/>
              <a:gd name="connsiteX4" fmla="*/ 0 w 2603632"/>
              <a:gd name="connsiteY4" fmla="*/ 0 h 1473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3632" h="1473244">
                <a:moveTo>
                  <a:pt x="0" y="0"/>
                </a:moveTo>
                <a:lnTo>
                  <a:pt x="2603632" y="0"/>
                </a:lnTo>
                <a:lnTo>
                  <a:pt x="2603632" y="1473244"/>
                </a:lnTo>
                <a:lnTo>
                  <a:pt x="0" y="147324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3">
              <a:hueOff val="-452864"/>
              <a:satOff val="48390"/>
              <a:lumOff val="12548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76200" rIns="76200" bIns="76200" numCol="1" spcCol="1270" anchor="t" anchorCtr="0">
            <a:noAutofit/>
          </a:bodyPr>
          <a:lstStyle/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br>
              <a:rPr lang="en-US" kern="1200" dirty="0">
                <a:latin typeface="+mn-lt"/>
                <a:cs typeface="Arial" pitchFamily="34" charset="0"/>
              </a:rPr>
            </a:br>
            <a:r>
              <a:rPr lang="en-US" kern="1200" dirty="0">
                <a:latin typeface="+mn-lt"/>
                <a:cs typeface="Arial" pitchFamily="34" charset="0"/>
              </a:rPr>
              <a:t>Ask more questions</a:t>
            </a: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latin typeface="+mn-lt"/>
                <a:cs typeface="Arial" pitchFamily="34" charset="0"/>
              </a:rPr>
              <a:t>Sort the questions</a:t>
            </a:r>
          </a:p>
          <a:p>
            <a:pPr lvl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latin typeface="+mn-lt"/>
                <a:cs typeface="Arial" pitchFamily="34" charset="0"/>
              </a:rPr>
              <a:t>Adjust questions where necessary</a:t>
            </a:r>
            <a:endParaRPr lang="en-US" sz="20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18163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43785" y="818918"/>
            <a:ext cx="8183563" cy="79035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ZA" dirty="0">
                <a:effectLst/>
              </a:rPr>
              <a:t>Determine what information you need</a:t>
            </a:r>
            <a:endParaRPr lang="en-ZA" dirty="0"/>
          </a:p>
        </p:txBody>
      </p:sp>
      <p:sp>
        <p:nvSpPr>
          <p:cNvPr id="14" name="Arrow: Right 13"/>
          <p:cNvSpPr/>
          <p:nvPr/>
        </p:nvSpPr>
        <p:spPr>
          <a:xfrm>
            <a:off x="3330571" y="2336598"/>
            <a:ext cx="5308208" cy="1092402"/>
          </a:xfrm>
          <a:prstGeom prst="rightArrow">
            <a:avLst>
              <a:gd name="adj1" fmla="val 50000"/>
              <a:gd name="adj2" fmla="val 47139"/>
            </a:avLst>
          </a:prstGeom>
          <a:solidFill>
            <a:srgbClr val="C0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889000"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cs typeface="Arial" pitchFamily="34" charset="0"/>
              </a:rPr>
              <a:t>Describe the task</a:t>
            </a:r>
          </a:p>
        </p:txBody>
      </p:sp>
      <p:sp>
        <p:nvSpPr>
          <p:cNvPr id="4" name="Arrow: Right 3"/>
          <p:cNvSpPr/>
          <p:nvPr/>
        </p:nvSpPr>
        <p:spPr>
          <a:xfrm>
            <a:off x="5803890" y="2875139"/>
            <a:ext cx="2812028" cy="1145229"/>
          </a:xfrm>
          <a:prstGeom prst="rightArrow">
            <a:avLst>
              <a:gd name="adj1" fmla="val 50000"/>
              <a:gd name="adj2" fmla="val 47139"/>
            </a:avLst>
          </a:prstGeom>
          <a:solidFill>
            <a:schemeClr val="accent3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cs typeface="Arial" pitchFamily="34" charset="0"/>
              </a:rPr>
              <a:t>Identify the information you have to find</a:t>
            </a:r>
            <a:endParaRPr lang="en-US" dirty="0"/>
          </a:p>
        </p:txBody>
      </p:sp>
      <p:sp>
        <p:nvSpPr>
          <p:cNvPr id="16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796032" y="1574348"/>
            <a:ext cx="5672387" cy="5232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solidFill>
                  <a:srgbClr val="FF0000"/>
                </a:solidFill>
              </a:rPr>
              <a:t>Step 1:</a:t>
            </a:r>
            <a:r>
              <a:rPr lang="en-US" sz="2800" b="0" dirty="0"/>
              <a:t> Investigate what is given</a:t>
            </a: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4174310907"/>
              </p:ext>
            </p:extLst>
          </p:nvPr>
        </p:nvGraphicFramePr>
        <p:xfrm>
          <a:off x="581728" y="2451166"/>
          <a:ext cx="8100994" cy="4218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55325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idx="4294967295"/>
          </p:nvPr>
        </p:nvSpPr>
        <p:spPr>
          <a:xfrm>
            <a:off x="443785" y="818918"/>
            <a:ext cx="8183563" cy="79035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ZA" dirty="0">
                <a:effectLst/>
              </a:rPr>
              <a:t>Determine what information you need</a:t>
            </a:r>
            <a:endParaRPr lang="en-ZA" dirty="0"/>
          </a:p>
        </p:txBody>
      </p:sp>
      <p:sp>
        <p:nvSpPr>
          <p:cNvPr id="11" name="Action Button: Home 27">
            <a:hlinkClick r:id="rId8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673706" y="2313838"/>
            <a:ext cx="7792446" cy="1612207"/>
          </a:xfrm>
          <a:custGeom>
            <a:avLst/>
            <a:gdLst>
              <a:gd name="connsiteX0" fmla="*/ 0 w 8072494"/>
              <a:gd name="connsiteY0" fmla="*/ 196564 h 1179360"/>
              <a:gd name="connsiteX1" fmla="*/ 196564 w 8072494"/>
              <a:gd name="connsiteY1" fmla="*/ 0 h 1179360"/>
              <a:gd name="connsiteX2" fmla="*/ 7875930 w 8072494"/>
              <a:gd name="connsiteY2" fmla="*/ 0 h 1179360"/>
              <a:gd name="connsiteX3" fmla="*/ 8072494 w 8072494"/>
              <a:gd name="connsiteY3" fmla="*/ 196564 h 1179360"/>
              <a:gd name="connsiteX4" fmla="*/ 8072494 w 8072494"/>
              <a:gd name="connsiteY4" fmla="*/ 982796 h 1179360"/>
              <a:gd name="connsiteX5" fmla="*/ 7875930 w 8072494"/>
              <a:gd name="connsiteY5" fmla="*/ 1179360 h 1179360"/>
              <a:gd name="connsiteX6" fmla="*/ 196564 w 8072494"/>
              <a:gd name="connsiteY6" fmla="*/ 1179360 h 1179360"/>
              <a:gd name="connsiteX7" fmla="*/ 0 w 8072494"/>
              <a:gd name="connsiteY7" fmla="*/ 982796 h 1179360"/>
              <a:gd name="connsiteX8" fmla="*/ 0 w 8072494"/>
              <a:gd name="connsiteY8" fmla="*/ 196564 h 117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72494" h="1179360">
                <a:moveTo>
                  <a:pt x="0" y="196564"/>
                </a:moveTo>
                <a:cubicBezTo>
                  <a:pt x="0" y="88005"/>
                  <a:pt x="88005" y="0"/>
                  <a:pt x="196564" y="0"/>
                </a:cubicBezTo>
                <a:lnTo>
                  <a:pt x="7875930" y="0"/>
                </a:lnTo>
                <a:cubicBezTo>
                  <a:pt x="7984489" y="0"/>
                  <a:pt x="8072494" y="88005"/>
                  <a:pt x="8072494" y="196564"/>
                </a:cubicBezTo>
                <a:lnTo>
                  <a:pt x="8072494" y="982796"/>
                </a:lnTo>
                <a:cubicBezTo>
                  <a:pt x="8072494" y="1091355"/>
                  <a:pt x="7984489" y="1179360"/>
                  <a:pt x="7875930" y="1179360"/>
                </a:cubicBezTo>
                <a:lnTo>
                  <a:pt x="196564" y="1179360"/>
                </a:lnTo>
                <a:cubicBezTo>
                  <a:pt x="88005" y="1179360"/>
                  <a:pt x="0" y="1091355"/>
                  <a:pt x="0" y="982796"/>
                </a:cubicBezTo>
                <a:lnTo>
                  <a:pt x="0" y="196564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2">
              <a:hueOff val="0"/>
              <a:satOff val="0"/>
              <a:lumOff val="0"/>
              <a:alphaOff val="0"/>
            </a:schemeClr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164252" tIns="164252" rIns="164252" bIns="164252" numCol="1" spcCol="1270" anchor="ctr" anchorCtr="0">
            <a:no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ZA" sz="2600" b="1" kern="1200" dirty="0"/>
              <a:t>Format</a:t>
            </a:r>
          </a:p>
          <a:p>
            <a:pPr marL="228600" lvl="1" indent="-228600" defTabSz="8890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har char="••"/>
            </a:pPr>
            <a:r>
              <a:rPr lang="en-ZA" sz="2000" b="1" dirty="0"/>
              <a:t>HOW</a:t>
            </a:r>
            <a:r>
              <a:rPr lang="en-ZA" sz="2000" dirty="0"/>
              <a:t> it is to be presented (e.g. report, brochure, poster, presentation)</a:t>
            </a:r>
          </a:p>
          <a:p>
            <a:pPr marL="228600" lvl="1" indent="-228600" defTabSz="8890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har char="••"/>
            </a:pPr>
            <a:r>
              <a:rPr lang="en-ZA" sz="2000" b="1" dirty="0"/>
              <a:t>WHO</a:t>
            </a:r>
            <a:r>
              <a:rPr lang="en-ZA" sz="2000" dirty="0"/>
              <a:t> it is intended for (the target audience)</a:t>
            </a:r>
            <a:endParaRPr lang="en-ZA" sz="2000" kern="1200" dirty="0"/>
          </a:p>
        </p:txBody>
      </p:sp>
      <p:sp>
        <p:nvSpPr>
          <p:cNvPr id="9" name="Freeform 8"/>
          <p:cNvSpPr/>
          <p:nvPr/>
        </p:nvSpPr>
        <p:spPr>
          <a:xfrm>
            <a:off x="673706" y="4230797"/>
            <a:ext cx="7790184" cy="1561675"/>
          </a:xfrm>
          <a:custGeom>
            <a:avLst/>
            <a:gdLst>
              <a:gd name="connsiteX0" fmla="*/ 0 w 8072494"/>
              <a:gd name="connsiteY0" fmla="*/ 196564 h 1179360"/>
              <a:gd name="connsiteX1" fmla="*/ 196564 w 8072494"/>
              <a:gd name="connsiteY1" fmla="*/ 0 h 1179360"/>
              <a:gd name="connsiteX2" fmla="*/ 7875930 w 8072494"/>
              <a:gd name="connsiteY2" fmla="*/ 0 h 1179360"/>
              <a:gd name="connsiteX3" fmla="*/ 8072494 w 8072494"/>
              <a:gd name="connsiteY3" fmla="*/ 196564 h 1179360"/>
              <a:gd name="connsiteX4" fmla="*/ 8072494 w 8072494"/>
              <a:gd name="connsiteY4" fmla="*/ 982796 h 1179360"/>
              <a:gd name="connsiteX5" fmla="*/ 7875930 w 8072494"/>
              <a:gd name="connsiteY5" fmla="*/ 1179360 h 1179360"/>
              <a:gd name="connsiteX6" fmla="*/ 196564 w 8072494"/>
              <a:gd name="connsiteY6" fmla="*/ 1179360 h 1179360"/>
              <a:gd name="connsiteX7" fmla="*/ 0 w 8072494"/>
              <a:gd name="connsiteY7" fmla="*/ 982796 h 1179360"/>
              <a:gd name="connsiteX8" fmla="*/ 0 w 8072494"/>
              <a:gd name="connsiteY8" fmla="*/ 196564 h 117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72494" h="1179360">
                <a:moveTo>
                  <a:pt x="0" y="196564"/>
                </a:moveTo>
                <a:cubicBezTo>
                  <a:pt x="0" y="88005"/>
                  <a:pt x="88005" y="0"/>
                  <a:pt x="196564" y="0"/>
                </a:cubicBezTo>
                <a:lnTo>
                  <a:pt x="7875930" y="0"/>
                </a:lnTo>
                <a:cubicBezTo>
                  <a:pt x="7984489" y="0"/>
                  <a:pt x="8072494" y="88005"/>
                  <a:pt x="8072494" y="196564"/>
                </a:cubicBezTo>
                <a:lnTo>
                  <a:pt x="8072494" y="982796"/>
                </a:lnTo>
                <a:cubicBezTo>
                  <a:pt x="8072494" y="1091355"/>
                  <a:pt x="7984489" y="1179360"/>
                  <a:pt x="7875930" y="1179360"/>
                </a:cubicBezTo>
                <a:lnTo>
                  <a:pt x="196564" y="1179360"/>
                </a:lnTo>
                <a:cubicBezTo>
                  <a:pt x="88005" y="1179360"/>
                  <a:pt x="0" y="1091355"/>
                  <a:pt x="0" y="982796"/>
                </a:cubicBezTo>
                <a:lnTo>
                  <a:pt x="0" y="196564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 spcFirstLastPara="0" vert="horz" wrap="square" lIns="164252" tIns="164252" rIns="164252" bIns="164252" numCol="1" spcCol="1270" anchor="ctr" anchorCtr="0">
            <a:no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</a:pPr>
            <a:r>
              <a:rPr lang="en-ZA" sz="2600" b="1" kern="1200" dirty="0"/>
              <a:t>Content</a:t>
            </a:r>
          </a:p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/>
              <a:t>The </a:t>
            </a:r>
            <a:r>
              <a:rPr lang="en-US" sz="2000" b="1" dirty="0"/>
              <a:t>PROBLEM</a:t>
            </a:r>
            <a:r>
              <a:rPr lang="en-US" sz="2000" dirty="0"/>
              <a:t> you have to solve or the </a:t>
            </a:r>
            <a:r>
              <a:rPr lang="en-US" sz="2000" b="1" dirty="0"/>
              <a:t>TASK</a:t>
            </a:r>
            <a:r>
              <a:rPr lang="en-US" sz="2000" dirty="0"/>
              <a:t> you have to complete</a:t>
            </a:r>
            <a:endParaRPr lang="en-ZA" sz="2000" kern="1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266135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idx="4294967295"/>
          </p:nvPr>
        </p:nvSpPr>
        <p:spPr>
          <a:xfrm>
            <a:off x="443785" y="818918"/>
            <a:ext cx="8183563" cy="79035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ZA" dirty="0">
                <a:effectLst/>
              </a:rPr>
              <a:t>Determine what information you need</a:t>
            </a:r>
            <a:endParaRPr lang="en-ZA" dirty="0"/>
          </a:p>
        </p:txBody>
      </p:sp>
      <p:sp>
        <p:nvSpPr>
          <p:cNvPr id="13" name="TextBox 12"/>
          <p:cNvSpPr txBox="1"/>
          <p:nvPr/>
        </p:nvSpPr>
        <p:spPr>
          <a:xfrm>
            <a:off x="1796032" y="1574348"/>
            <a:ext cx="5672387" cy="5232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solidFill>
                  <a:srgbClr val="FF0000"/>
                </a:solidFill>
              </a:rPr>
              <a:t>Step 2:</a:t>
            </a:r>
            <a:r>
              <a:rPr lang="en-US" sz="2800" b="0" dirty="0"/>
              <a:t> Describe the task</a:t>
            </a:r>
          </a:p>
        </p:txBody>
      </p:sp>
      <p:sp>
        <p:nvSpPr>
          <p:cNvPr id="14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091238" y="2863582"/>
            <a:ext cx="1384050" cy="3154710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99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+mn-lt"/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420" y="2163570"/>
            <a:ext cx="78488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dirty="0">
                <a:latin typeface="+mn-lt"/>
              </a:rPr>
              <a:t>Write down all the questions you can think of and place them in the right category in your table</a:t>
            </a:r>
            <a:endParaRPr lang="en-ZA" sz="2400" b="0" dirty="0">
              <a:latin typeface="+mn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7977" y="3193381"/>
            <a:ext cx="6336704" cy="267799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/>
          <p:cNvSpPr/>
          <p:nvPr/>
        </p:nvSpPr>
        <p:spPr>
          <a:xfrm>
            <a:off x="1748143" y="3386959"/>
            <a:ext cx="42455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+mn-lt"/>
              </a:rPr>
              <a:t>Look at your questions carefully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312" y="3931500"/>
            <a:ext cx="599403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Some questions are unnecessary – erase them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Some answers are obvious – write them down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Some answers you do not have yet.</a:t>
            </a:r>
            <a:br>
              <a:rPr lang="en-US" sz="2200" b="0" dirty="0">
                <a:latin typeface="+mn-lt"/>
              </a:rPr>
            </a:br>
            <a:r>
              <a:rPr lang="en-US" sz="2200" b="0" dirty="0">
                <a:latin typeface="+mn-lt"/>
              </a:rPr>
              <a:t>Work with this group now to find the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72537" y="6468991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 idx="4294967295"/>
          </p:nvPr>
        </p:nvSpPr>
        <p:spPr>
          <a:xfrm>
            <a:off x="443785" y="818918"/>
            <a:ext cx="8183563" cy="790357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ZA" dirty="0">
                <a:effectLst/>
              </a:rPr>
              <a:t>Determine what information you need</a:t>
            </a:r>
            <a:endParaRPr lang="en-ZA" dirty="0"/>
          </a:p>
        </p:txBody>
      </p:sp>
      <p:sp>
        <p:nvSpPr>
          <p:cNvPr id="14" name="TextBox 13"/>
          <p:cNvSpPr txBox="1"/>
          <p:nvPr/>
        </p:nvSpPr>
        <p:spPr>
          <a:xfrm>
            <a:off x="946458" y="1579640"/>
            <a:ext cx="7292033" cy="5232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solidFill>
                  <a:srgbClr val="FF0000"/>
                </a:solidFill>
              </a:rPr>
              <a:t>Step 3:</a:t>
            </a:r>
            <a:r>
              <a:rPr lang="en-US" sz="2800" b="0" dirty="0"/>
              <a:t> Identify the information you have to find</a:t>
            </a:r>
          </a:p>
        </p:txBody>
      </p:sp>
      <p:sp>
        <p:nvSpPr>
          <p:cNvPr id="15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248" y="476672"/>
            <a:ext cx="8183880" cy="1051560"/>
          </a:xfrm>
        </p:spPr>
        <p:txBody>
          <a:bodyPr>
            <a:normAutofit/>
          </a:bodyPr>
          <a:lstStyle/>
          <a:p>
            <a:r>
              <a:rPr lang="en-ZA" dirty="0">
                <a:effectLst/>
              </a:rPr>
              <a:t>Determine what information you need</a:t>
            </a:r>
            <a:endParaRPr lang="en-ZA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7525534"/>
              </p:ext>
            </p:extLst>
          </p:nvPr>
        </p:nvGraphicFramePr>
        <p:xfrm>
          <a:off x="467544" y="1283618"/>
          <a:ext cx="8205584" cy="51225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5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0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762">
                <a:tc>
                  <a:txBody>
                    <a:bodyPr/>
                    <a:lstStyle/>
                    <a:p>
                      <a:pPr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ZA" sz="1800" dirty="0">
                          <a:solidFill>
                            <a:schemeClr val="tx1"/>
                          </a:solidFill>
                          <a:effectLst/>
                        </a:rPr>
                        <a:t>Possible paragraph headings</a:t>
                      </a:r>
                      <a:endParaRPr lang="en-ZA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800" dirty="0">
                          <a:solidFill>
                            <a:schemeClr val="tx1"/>
                          </a:solidFill>
                          <a:effectLst/>
                        </a:rPr>
                        <a:t>Questions</a:t>
                      </a:r>
                      <a:endParaRPr lang="en-ZA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800" dirty="0">
                          <a:solidFill>
                            <a:schemeClr val="tx1"/>
                          </a:solidFill>
                          <a:effectLst/>
                        </a:rPr>
                        <a:t>Sources</a:t>
                      </a:r>
                      <a:endParaRPr lang="en-ZA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762">
                <a:tc rowSpan="5">
                  <a:txBody>
                    <a:bodyPr/>
                    <a:lstStyle/>
                    <a:p>
                      <a:r>
                        <a:rPr lang="en-ZA" sz="1600" dirty="0">
                          <a:solidFill>
                            <a:schemeClr val="tx1"/>
                          </a:solidFill>
                          <a:effectLst/>
                        </a:rPr>
                        <a:t>Introduction</a:t>
                      </a:r>
                      <a:endParaRPr lang="en-ZA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solidFill>
                            <a:schemeClr val="tx1"/>
                          </a:solidFill>
                          <a:effectLst/>
                        </a:rPr>
                        <a:t>Why do learners use WhatsApp?</a:t>
                      </a:r>
                      <a:endParaRPr lang="en-ZA" sz="17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ZA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24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How many learners already use WhatsApp?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 dirty="0">
                          <a:effectLst/>
                        </a:rPr>
                        <a:t> </a:t>
                      </a:r>
                      <a:endParaRPr lang="en-ZA" sz="16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How many learners use WhatsApp for school work?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67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What are the WhatsApp groups used for?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 dirty="0">
                          <a:effectLst/>
                        </a:rPr>
                        <a:t> </a:t>
                      </a:r>
                      <a:endParaRPr lang="en-ZA" sz="16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Why are parents suspicious of WhatsApp?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762">
                <a:tc rowSpan="4">
                  <a:txBody>
                    <a:bodyPr/>
                    <a:lstStyle/>
                    <a:p>
                      <a:r>
                        <a:rPr lang="en-ZA" sz="1600" dirty="0">
                          <a:solidFill>
                            <a:schemeClr val="tx1"/>
                          </a:solidFill>
                          <a:effectLst/>
                        </a:rPr>
                        <a:t>Basic information</a:t>
                      </a:r>
                      <a:endParaRPr lang="en-ZA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What is WhatsApp?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7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What does one need? 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7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Can anyone use WhatsApp?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7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What is the purpose of WhatsApp?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762">
                <a:tc rowSpan="4">
                  <a:txBody>
                    <a:bodyPr/>
                    <a:lstStyle/>
                    <a:p>
                      <a:r>
                        <a:rPr lang="en-ZA" sz="1600" dirty="0">
                          <a:solidFill>
                            <a:schemeClr val="tx1"/>
                          </a:solidFill>
                          <a:effectLst/>
                        </a:rPr>
                        <a:t>Advantages of </a:t>
                      </a:r>
                      <a:br>
                        <a:rPr lang="en-ZA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ZA" sz="1600" dirty="0">
                          <a:solidFill>
                            <a:schemeClr val="tx1"/>
                          </a:solidFill>
                          <a:effectLst/>
                        </a:rPr>
                        <a:t>WhatsApp</a:t>
                      </a:r>
                      <a:endParaRPr lang="en-ZA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Why is WhatsApp so popular?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762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What are the advantages?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7197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How can WhatsApp help me as a CAT learner?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9523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What if teachers and learners all use WhatsApp?  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664">
                <a:tc>
                  <a:txBody>
                    <a:bodyPr/>
                    <a:lstStyle/>
                    <a:p>
                      <a:r>
                        <a:rPr lang="en-ZA" sz="1600" dirty="0">
                          <a:solidFill>
                            <a:schemeClr val="tx1"/>
                          </a:solidFill>
                          <a:effectLst/>
                        </a:rPr>
                        <a:t>Dangers of WhatsApp </a:t>
                      </a:r>
                      <a:endParaRPr lang="en-ZA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What are the risks of using WhatsApp?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76581">
                <a:tc>
                  <a:txBody>
                    <a:bodyPr/>
                    <a:lstStyle/>
                    <a:p>
                      <a:r>
                        <a:rPr lang="en-ZA" sz="1600" dirty="0">
                          <a:solidFill>
                            <a:schemeClr val="tx1"/>
                          </a:solidFill>
                          <a:effectLst/>
                        </a:rPr>
                        <a:t>How to use</a:t>
                      </a:r>
                      <a:br>
                        <a:rPr lang="en-ZA" sz="16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ZA" sz="1600" dirty="0">
                          <a:solidFill>
                            <a:schemeClr val="tx1"/>
                          </a:solidFill>
                          <a:effectLst/>
                        </a:rPr>
                        <a:t>WhatsApp safely</a:t>
                      </a:r>
                      <a:endParaRPr lang="en-ZA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700" dirty="0">
                          <a:effectLst/>
                        </a:rPr>
                        <a:t>What advice to WhatsApp users for their protection?</a:t>
                      </a:r>
                      <a:endParaRPr lang="en-ZA" sz="17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/>
                </a:tc>
                <a:tc>
                  <a:txBody>
                    <a:bodyPr/>
                    <a:lstStyle/>
                    <a:p>
                      <a:r>
                        <a:rPr lang="en-ZA" sz="1600">
                          <a:effectLst/>
                        </a:rPr>
                        <a:t> </a:t>
                      </a:r>
                      <a:endParaRPr lang="en-ZA" sz="160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9762">
                <a:tc>
                  <a:txBody>
                    <a:bodyPr/>
                    <a:lstStyle/>
                    <a:p>
                      <a:r>
                        <a:rPr lang="en-ZA" sz="1600" dirty="0">
                          <a:solidFill>
                            <a:schemeClr val="tx1"/>
                          </a:solidFill>
                          <a:effectLst/>
                        </a:rPr>
                        <a:t>Conclusion</a:t>
                      </a:r>
                      <a:endParaRPr lang="en-ZA" sz="16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600" dirty="0">
                          <a:effectLst/>
                        </a:rPr>
                        <a:t> </a:t>
                      </a:r>
                      <a:endParaRPr lang="en-ZA" sz="16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tc>
                  <a:txBody>
                    <a:bodyPr/>
                    <a:lstStyle/>
                    <a:p>
                      <a:r>
                        <a:rPr lang="en-ZA" sz="1600" dirty="0">
                          <a:effectLst/>
                        </a:rPr>
                        <a:t> </a:t>
                      </a:r>
                      <a:endParaRPr lang="en-ZA" sz="1600" dirty="0">
                        <a:effectLst/>
                        <a:latin typeface="Calibri"/>
                        <a:ea typeface="Times New Roman"/>
                      </a:endParaRPr>
                    </a:p>
                  </a:txBody>
                  <a:tcPr marL="65435" marR="65435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06693" y="6492359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Action Button: Home 27">
            <a:hlinkClick r:id="rId2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840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87430" y="2420888"/>
            <a:ext cx="6595534" cy="1822514"/>
          </a:xfrm>
        </p:spPr>
        <p:txBody>
          <a:bodyPr/>
          <a:lstStyle/>
          <a:p>
            <a:r>
              <a:rPr lang="en-ZA" dirty="0"/>
              <a:t>Activity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281667" y="6468534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155125"/>
            <a:ext cx="3691398" cy="278700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8" name="Action Button: Home 27">
            <a:hlinkClick r:id="rId4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643237"/>
            <a:ext cx="6798734" cy="1303867"/>
          </a:xfrm>
        </p:spPr>
        <p:txBody>
          <a:bodyPr>
            <a:normAutofit fontScale="90000"/>
          </a:bodyPr>
          <a:lstStyle/>
          <a:p>
            <a:r>
              <a:rPr lang="en-ZA" dirty="0">
                <a:effectLst/>
              </a:rPr>
              <a:t>Find the information and save it</a:t>
            </a:r>
            <a:br>
              <a:rPr lang="en-ZA" dirty="0">
                <a:effectLst/>
              </a:rPr>
            </a:b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64242" y="6518578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526121" y="1393612"/>
            <a:ext cx="4100223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ZA" sz="2800" dirty="0"/>
              <a:t>Decide about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4259" y="2119899"/>
            <a:ext cx="4104456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Electronic media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Printed media – books, magazines and newspapers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I</a:t>
            </a:r>
            <a:r>
              <a:rPr lang="en-ZA" sz="2400" b="0" dirty="0"/>
              <a:t>nterviews / questionnaires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07871">
            <a:off x="2843856" y="4288669"/>
            <a:ext cx="2521597" cy="18814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9" name="Group 8"/>
          <p:cNvGrpSpPr/>
          <p:nvPr/>
        </p:nvGrpSpPr>
        <p:grpSpPr>
          <a:xfrm rot="560739">
            <a:off x="5271733" y="2164053"/>
            <a:ext cx="2962589" cy="3555844"/>
            <a:chOff x="0" y="0"/>
            <a:chExt cx="5977695" cy="650069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185" y="0"/>
              <a:ext cx="5731510" cy="6289675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885" y="114300"/>
              <a:ext cx="5731510" cy="6289675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11015"/>
              <a:ext cx="5731510" cy="6289675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</p:pic>
      </p:grpSp>
      <p:sp>
        <p:nvSpPr>
          <p:cNvPr id="13" name="Action Button: Home 27">
            <a:hlinkClick r:id="rId5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755576" y="2626272"/>
            <a:ext cx="4752528" cy="2508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If asked how many hours learners spend on Facebook, the answers can be varied. </a:t>
            </a:r>
            <a:r>
              <a:rPr lang="en-US" sz="2200" b="1" dirty="0">
                <a:solidFill>
                  <a:srgbClr val="FF0000"/>
                </a:solidFill>
                <a:latin typeface="+mn-lt"/>
              </a:rPr>
              <a:t>Give specific categories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200" b="0" dirty="0">
                <a:latin typeface="+mn-lt"/>
              </a:rPr>
              <a:t>How does parents feel about </a:t>
            </a:r>
            <a:r>
              <a:rPr lang="en-ZA" sz="2200" b="0" dirty="0">
                <a:latin typeface="+mn-lt"/>
              </a:rPr>
              <a:t>Facebook</a:t>
            </a:r>
            <a:r>
              <a:rPr lang="en-US" sz="2200" b="0" dirty="0">
                <a:latin typeface="+mn-lt"/>
              </a:rPr>
              <a:t>? Give them a </a:t>
            </a:r>
            <a:br>
              <a:rPr lang="en-US" sz="2200" b="0" dirty="0">
                <a:latin typeface="+mn-lt"/>
              </a:rPr>
            </a:br>
            <a:r>
              <a:rPr lang="en-US" sz="2200" b="1" dirty="0">
                <a:solidFill>
                  <a:srgbClr val="FF0000"/>
                </a:solidFill>
                <a:latin typeface="+mn-lt"/>
              </a:rPr>
              <a:t>scale from 1–5</a:t>
            </a:r>
            <a:r>
              <a:rPr lang="en-US" sz="2200" b="1" dirty="0">
                <a:solidFill>
                  <a:schemeClr val="accent6"/>
                </a:solidFill>
                <a:latin typeface="+mn-lt"/>
              </a:rPr>
              <a:t> </a:t>
            </a:r>
            <a:r>
              <a:rPr lang="en-US" sz="2200" b="0" dirty="0">
                <a:latin typeface="+mn-lt"/>
              </a:rPr>
              <a:t>to rate their feelings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0112" y="2692480"/>
            <a:ext cx="2808312" cy="10772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lphaLcParenR"/>
            </a:pPr>
            <a:r>
              <a:rPr lang="en-ZA" dirty="0">
                <a:latin typeface="+mn-lt"/>
              </a:rPr>
              <a:t>0-2 hrs per day</a:t>
            </a:r>
          </a:p>
          <a:p>
            <a:pPr marL="342900" indent="-342900">
              <a:spcAft>
                <a:spcPts val="600"/>
              </a:spcAft>
              <a:buFont typeface="+mj-lt"/>
              <a:buAutoNum type="alphaLcParenR"/>
            </a:pPr>
            <a:r>
              <a:rPr lang="en-ZA" dirty="0">
                <a:latin typeface="+mn-lt"/>
              </a:rPr>
              <a:t>2-4 hrs per day</a:t>
            </a:r>
          </a:p>
          <a:p>
            <a:pPr marL="342900" indent="-342900">
              <a:buFont typeface="+mj-lt"/>
              <a:buAutoNum type="alphaLcParenR"/>
            </a:pPr>
            <a:r>
              <a:rPr lang="en-ZA" dirty="0">
                <a:latin typeface="+mn-lt"/>
              </a:rPr>
              <a:t>More than 4 hrs per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0112" y="4098442"/>
            <a:ext cx="2808312" cy="14773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ZA" dirty="0">
                <a:latin typeface="+mn-lt"/>
              </a:rPr>
              <a:t>Definitely do not like it</a:t>
            </a:r>
          </a:p>
          <a:p>
            <a:pPr marL="342900" indent="-342900">
              <a:buFont typeface="+mj-lt"/>
              <a:buAutoNum type="arabicPeriod"/>
            </a:pPr>
            <a:r>
              <a:rPr lang="en-ZA" dirty="0"/>
              <a:t>Mostly do not like it</a:t>
            </a:r>
          </a:p>
          <a:p>
            <a:pPr marL="342900" indent="-342900">
              <a:buFont typeface="+mj-lt"/>
              <a:buAutoNum type="arabicPeriod"/>
            </a:pPr>
            <a:r>
              <a:rPr lang="en-ZA" dirty="0">
                <a:latin typeface="+mn-lt"/>
              </a:rPr>
              <a:t>Neutral</a:t>
            </a:r>
          </a:p>
          <a:p>
            <a:pPr marL="342900" indent="-342900">
              <a:buFont typeface="+mj-lt"/>
              <a:buAutoNum type="arabicPeriod"/>
            </a:pPr>
            <a:r>
              <a:rPr lang="en-ZA" dirty="0">
                <a:latin typeface="+mn-lt"/>
              </a:rPr>
              <a:t>Mostly like it</a:t>
            </a:r>
          </a:p>
          <a:p>
            <a:pPr marL="342900" indent="-342900">
              <a:buFont typeface="+mj-lt"/>
              <a:buAutoNum type="arabicPeriod"/>
            </a:pPr>
            <a:r>
              <a:rPr lang="en-ZA" dirty="0"/>
              <a:t>Definitely like it</a:t>
            </a:r>
            <a:endParaRPr lang="en-ZA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88424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1176866" y="6432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ZA" dirty="0"/>
              <a:t>Tips for setting good questionnaires</a:t>
            </a:r>
            <a:br>
              <a:rPr lang="en-ZA" dirty="0"/>
            </a:br>
            <a:endParaRPr lang="en-ZA" dirty="0"/>
          </a:p>
        </p:txBody>
      </p:sp>
      <p:sp>
        <p:nvSpPr>
          <p:cNvPr id="6" name="TextBox 5"/>
          <p:cNvSpPr txBox="1"/>
          <p:nvPr/>
        </p:nvSpPr>
        <p:spPr>
          <a:xfrm>
            <a:off x="1438506" y="1321610"/>
            <a:ext cx="627545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Make sure your questions can have</a:t>
            </a:r>
            <a:br>
              <a:rPr lang="en-US" sz="2800" dirty="0"/>
            </a:br>
            <a:r>
              <a:rPr lang="en-US" sz="2800" b="1" dirty="0">
                <a:solidFill>
                  <a:srgbClr val="FF0000"/>
                </a:solidFill>
              </a:rPr>
              <a:t>only one answer</a:t>
            </a:r>
            <a:endParaRPr lang="en-US" sz="2800" dirty="0"/>
          </a:p>
          <a:p>
            <a:endParaRPr lang="en-US" dirty="0"/>
          </a:p>
        </p:txBody>
      </p:sp>
      <p:sp>
        <p:nvSpPr>
          <p:cNvPr id="13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183977" y="1961839"/>
            <a:ext cx="37658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rgbClr val="FF0000"/>
                </a:solidFill>
                <a:latin typeface="+mn-lt"/>
              </a:rPr>
              <a:t>Strategies you can use: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3095" y="2584063"/>
            <a:ext cx="7153047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Type </a:t>
            </a:r>
            <a:r>
              <a:rPr lang="en-ZA" sz="2400" b="0" dirty="0"/>
              <a:t>researched information in a </a:t>
            </a:r>
            <a:r>
              <a:rPr lang="en-ZA" sz="2400" b="0" i="1" dirty="0"/>
              <a:t>Word</a:t>
            </a:r>
            <a:r>
              <a:rPr lang="en-ZA" sz="2400" b="0" dirty="0"/>
              <a:t> document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Save copies of web pages in a folder structure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Make notes of interviews / record interviews with your smartphone or video camera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Place copies and clippings in a file</a:t>
            </a:r>
          </a:p>
          <a:p>
            <a:pPr marL="285750" lvl="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Create a summary table to help you to keep track of the information</a:t>
            </a:r>
            <a:endParaRPr lang="en-ZA" sz="2400" b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369" y="683171"/>
            <a:ext cx="6798734" cy="1303867"/>
          </a:xfrm>
        </p:spPr>
        <p:txBody>
          <a:bodyPr>
            <a:normAutofit fontScale="90000"/>
          </a:bodyPr>
          <a:lstStyle/>
          <a:p>
            <a:r>
              <a:rPr lang="en-US" dirty="0"/>
              <a:t>Save the data, facts and information that you find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388424" y="6474297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202293" y="2564904"/>
            <a:ext cx="6648991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Question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Title of book / webpage / opinion poll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Author / group used for opinion poll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URL (if web page used) / Author (if book used)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Date updated / published / created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ZA" sz="2400" dirty="0"/>
              <a:t>Short summary of the information, or a link to place where it is saved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Reliable </a:t>
            </a:r>
            <a:r>
              <a:rPr lang="en-ZA" sz="2400"/>
              <a:t>(yes / no</a:t>
            </a:r>
            <a:r>
              <a:rPr lang="en-ZA" sz="2400" dirty="0"/>
              <a:t>) – give reason</a:t>
            </a:r>
            <a:endParaRPr lang="en-ZA" sz="240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369" y="683171"/>
            <a:ext cx="6798734" cy="1303867"/>
          </a:xfrm>
        </p:spPr>
        <p:txBody>
          <a:bodyPr>
            <a:normAutofit fontScale="90000"/>
          </a:bodyPr>
          <a:lstStyle/>
          <a:p>
            <a:r>
              <a:rPr lang="en-US" dirty="0"/>
              <a:t>Save the data, facts and information that you find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8424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83977" y="1961839"/>
            <a:ext cx="67667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rgbClr val="FF0000"/>
                </a:solidFill>
                <a:latin typeface="+mn-lt"/>
              </a:rPr>
              <a:t>Summary table should have these headings:</a:t>
            </a:r>
          </a:p>
        </p:txBody>
      </p:sp>
      <p:sp>
        <p:nvSpPr>
          <p:cNvPr id="8" name="Action Button: Home 27">
            <a:hlinkClick r:id="rId3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0909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87430" y="2420888"/>
            <a:ext cx="6595534" cy="1822514"/>
          </a:xfrm>
        </p:spPr>
        <p:txBody>
          <a:bodyPr/>
          <a:lstStyle/>
          <a:p>
            <a:r>
              <a:rPr lang="en-ZA" dirty="0"/>
              <a:t>Activity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388424" y="6468534"/>
            <a:ext cx="395510" cy="279400"/>
          </a:xfrm>
        </p:spPr>
        <p:txBody>
          <a:bodyPr/>
          <a:lstStyle/>
          <a:p>
            <a:fld id="{59DA856B-5D0F-40E0-906E-B87E535B8E9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155125"/>
            <a:ext cx="3691398" cy="278700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9" name="Action Button: Home 27">
            <a:hlinkClick r:id="rId4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4277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707030"/>
            <a:ext cx="6798734" cy="1303867"/>
          </a:xfrm>
        </p:spPr>
        <p:txBody>
          <a:bodyPr>
            <a:normAutofit fontScale="90000"/>
          </a:bodyPr>
          <a:lstStyle/>
          <a:p>
            <a:r>
              <a:rPr lang="en-US" dirty="0"/>
              <a:t>Test and improve your knowledge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16416" y="6468534"/>
            <a:ext cx="395510" cy="279400"/>
          </a:xfrm>
        </p:spPr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252917847"/>
              </p:ext>
            </p:extLst>
          </p:nvPr>
        </p:nvGraphicFramePr>
        <p:xfrm>
          <a:off x="1501082" y="1805400"/>
          <a:ext cx="6258478" cy="4104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Action Button: Home 27">
            <a:hlinkClick r:id="rId8" action="ppaction://hlinksldjump" highlightClick="1"/>
          </p:cNvPr>
          <p:cNvSpPr/>
          <p:nvPr/>
        </p:nvSpPr>
        <p:spPr bwMode="auto">
          <a:xfrm>
            <a:off x="11430" y="6369898"/>
            <a:ext cx="491490" cy="476672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10679</TotalTime>
  <Words>643</Words>
  <Application>Microsoft Office PowerPoint</Application>
  <PresentationFormat>On-screen Show (4:3)</PresentationFormat>
  <Paragraphs>166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Organic</vt:lpstr>
      <vt:lpstr>Module 6.2</vt:lpstr>
      <vt:lpstr>Contents</vt:lpstr>
      <vt:lpstr>Introduction</vt:lpstr>
      <vt:lpstr>Determine what information you need</vt:lpstr>
      <vt:lpstr>Determine what information you need</vt:lpstr>
      <vt:lpstr>Determine what information you need</vt:lpstr>
      <vt:lpstr>Determine what information you need</vt:lpstr>
      <vt:lpstr>Determine what information you need</vt:lpstr>
      <vt:lpstr>Activity 1</vt:lpstr>
      <vt:lpstr>Find the information and save it </vt:lpstr>
      <vt:lpstr>PowerPoint Presentation</vt:lpstr>
      <vt:lpstr>Save the data, facts and information that you find</vt:lpstr>
      <vt:lpstr>Save the data, facts and information that you find</vt:lpstr>
      <vt:lpstr>Activity 2</vt:lpstr>
      <vt:lpstr>Test and improve your knowledge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2006-08-13T21:23:21Z</dcterms:created>
  <dcterms:modified xsi:type="dcterms:W3CDTF">2017-01-21T11:46:46Z</dcterms:modified>
</cp:coreProperties>
</file>