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8"/>
  </p:notesMasterIdLst>
  <p:sldIdLst>
    <p:sldId id="257" r:id="rId2"/>
    <p:sldId id="296" r:id="rId3"/>
    <p:sldId id="288" r:id="rId4"/>
    <p:sldId id="408" r:id="rId5"/>
    <p:sldId id="453" r:id="rId6"/>
    <p:sldId id="444" r:id="rId7"/>
    <p:sldId id="445" r:id="rId8"/>
    <p:sldId id="454" r:id="rId9"/>
    <p:sldId id="455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07" r:id="rId26"/>
    <p:sldId id="47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00"/>
    <a:srgbClr val="FD1B03"/>
    <a:srgbClr val="FF33CC"/>
    <a:srgbClr val="993300"/>
    <a:srgbClr val="008000"/>
    <a:srgbClr val="FF3399"/>
    <a:srgbClr val="00FF00"/>
    <a:srgbClr val="33CC33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3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0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CCE29-F118-4174-9D63-344927020AE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6A42694-F16C-4760-B1E1-388450804400}">
      <dgm:prSet phldrT="[Text]"/>
      <dgm:spPr/>
      <dgm:t>
        <a:bodyPr/>
        <a:lstStyle/>
        <a:p>
          <a:r>
            <a:rPr lang="en-US" dirty="0"/>
            <a:t>Use email software to type in recipient’s address</a:t>
          </a:r>
        </a:p>
      </dgm:t>
    </dgm:pt>
    <dgm:pt modelId="{3594CAB2-9BD8-4A24-804D-6E2ECF860285}" type="parTrans" cxnId="{2A4E73A6-6C8B-485A-843A-61D6DEB9C9A1}">
      <dgm:prSet/>
      <dgm:spPr/>
      <dgm:t>
        <a:bodyPr/>
        <a:lstStyle/>
        <a:p>
          <a:endParaRPr lang="en-US"/>
        </a:p>
      </dgm:t>
    </dgm:pt>
    <dgm:pt modelId="{9725E32D-EB96-41EF-90D9-46E4D75CFA39}" type="sibTrans" cxnId="{2A4E73A6-6C8B-485A-843A-61D6DEB9C9A1}">
      <dgm:prSet/>
      <dgm:spPr/>
      <dgm:t>
        <a:bodyPr/>
        <a:lstStyle/>
        <a:p>
          <a:endParaRPr lang="en-US"/>
        </a:p>
      </dgm:t>
    </dgm:pt>
    <dgm:pt modelId="{4D626163-4564-446F-AFFB-992D6CABB502}">
      <dgm:prSet phldrT="[Text]"/>
      <dgm:spPr/>
      <dgm:t>
        <a:bodyPr/>
        <a:lstStyle/>
        <a:p>
          <a:r>
            <a:rPr lang="en-US" dirty="0"/>
            <a:t>Message first goes to email server at own ISP</a:t>
          </a:r>
        </a:p>
      </dgm:t>
    </dgm:pt>
    <dgm:pt modelId="{F209E363-3D24-41EC-BF69-4BFDCEFF9564}" type="parTrans" cxnId="{2E210241-1C93-47BC-832B-CE70D3A9B99A}">
      <dgm:prSet/>
      <dgm:spPr/>
      <dgm:t>
        <a:bodyPr/>
        <a:lstStyle/>
        <a:p>
          <a:endParaRPr lang="en-US"/>
        </a:p>
      </dgm:t>
    </dgm:pt>
    <dgm:pt modelId="{C8B215B3-11AD-4E47-846D-B277156024C4}" type="sibTrans" cxnId="{2E210241-1C93-47BC-832B-CE70D3A9B99A}">
      <dgm:prSet/>
      <dgm:spPr/>
      <dgm:t>
        <a:bodyPr/>
        <a:lstStyle/>
        <a:p>
          <a:endParaRPr lang="en-US"/>
        </a:p>
      </dgm:t>
    </dgm:pt>
    <dgm:pt modelId="{F582E685-ADB9-4C5C-A1E3-007DC49CA514}">
      <dgm:prSet phldrT="[Text]"/>
      <dgm:spPr/>
      <dgm:t>
        <a:bodyPr/>
        <a:lstStyle/>
        <a:p>
          <a:r>
            <a:rPr lang="en-US" dirty="0"/>
            <a:t>Message then goes to email server at other person’s ISP</a:t>
          </a:r>
        </a:p>
      </dgm:t>
    </dgm:pt>
    <dgm:pt modelId="{371E8227-014F-4DD0-ADCC-007B77E8A2E1}" type="parTrans" cxnId="{0DCAAEBA-59FD-4236-B24B-0B407A09DDD6}">
      <dgm:prSet/>
      <dgm:spPr/>
      <dgm:t>
        <a:bodyPr/>
        <a:lstStyle/>
        <a:p>
          <a:endParaRPr lang="en-US"/>
        </a:p>
      </dgm:t>
    </dgm:pt>
    <dgm:pt modelId="{21D69B61-E605-47FA-9CB5-B03FB5D5B6B0}" type="sibTrans" cxnId="{0DCAAEBA-59FD-4236-B24B-0B407A09DDD6}">
      <dgm:prSet/>
      <dgm:spPr/>
      <dgm:t>
        <a:bodyPr/>
        <a:lstStyle/>
        <a:p>
          <a:endParaRPr lang="en-US"/>
        </a:p>
      </dgm:t>
    </dgm:pt>
    <dgm:pt modelId="{BFB85BD7-D7E5-4D6A-A599-A4AE33D893DF}">
      <dgm:prSet/>
      <dgm:spPr/>
      <dgm:t>
        <a:bodyPr/>
        <a:lstStyle/>
        <a:p>
          <a:r>
            <a:rPr lang="en-US" dirty="0"/>
            <a:t>Message is held there until recipient downloads it</a:t>
          </a:r>
        </a:p>
      </dgm:t>
    </dgm:pt>
    <dgm:pt modelId="{93628F0F-6D80-4C98-A6E6-F4493FA16D86}" type="parTrans" cxnId="{66AAE3BC-E533-4A2C-8F7B-8DAACD541818}">
      <dgm:prSet/>
      <dgm:spPr/>
      <dgm:t>
        <a:bodyPr/>
        <a:lstStyle/>
        <a:p>
          <a:endParaRPr lang="en-US"/>
        </a:p>
      </dgm:t>
    </dgm:pt>
    <dgm:pt modelId="{A1F1D638-8F22-4164-9F54-BBA7018AE684}" type="sibTrans" cxnId="{66AAE3BC-E533-4A2C-8F7B-8DAACD541818}">
      <dgm:prSet/>
      <dgm:spPr/>
      <dgm:t>
        <a:bodyPr/>
        <a:lstStyle/>
        <a:p>
          <a:endParaRPr lang="en-US"/>
        </a:p>
      </dgm:t>
    </dgm:pt>
    <dgm:pt modelId="{EC0DD9E0-888A-4E30-ABF9-70FB3DAB22C5}" type="pres">
      <dgm:prSet presAssocID="{8D4CCE29-F118-4174-9D63-344927020AEF}" presName="outerComposite" presStyleCnt="0">
        <dgm:presLayoutVars>
          <dgm:chMax val="5"/>
          <dgm:dir/>
          <dgm:resizeHandles val="exact"/>
        </dgm:presLayoutVars>
      </dgm:prSet>
      <dgm:spPr/>
    </dgm:pt>
    <dgm:pt modelId="{3B90DB87-85A8-4E67-8CCB-99FD6B0DF84A}" type="pres">
      <dgm:prSet presAssocID="{8D4CCE29-F118-4174-9D63-344927020AEF}" presName="dummyMaxCanvas" presStyleCnt="0">
        <dgm:presLayoutVars/>
      </dgm:prSet>
      <dgm:spPr/>
    </dgm:pt>
    <dgm:pt modelId="{8F39F706-D52A-41EE-A25C-B09DFDDB9E45}" type="pres">
      <dgm:prSet presAssocID="{8D4CCE29-F118-4174-9D63-344927020AEF}" presName="FourNodes_1" presStyleLbl="node1" presStyleIdx="0" presStyleCnt="4" custLinFactNeighborY="-2613">
        <dgm:presLayoutVars>
          <dgm:bulletEnabled val="1"/>
        </dgm:presLayoutVars>
      </dgm:prSet>
      <dgm:spPr/>
    </dgm:pt>
    <dgm:pt modelId="{96E70337-F829-4AA6-8B44-9473585C1294}" type="pres">
      <dgm:prSet presAssocID="{8D4CCE29-F118-4174-9D63-344927020AEF}" presName="FourNodes_2" presStyleLbl="node1" presStyleIdx="1" presStyleCnt="4">
        <dgm:presLayoutVars>
          <dgm:bulletEnabled val="1"/>
        </dgm:presLayoutVars>
      </dgm:prSet>
      <dgm:spPr/>
    </dgm:pt>
    <dgm:pt modelId="{254DBC5E-F7A8-49F7-8F3E-DE44ADFBC939}" type="pres">
      <dgm:prSet presAssocID="{8D4CCE29-F118-4174-9D63-344927020AEF}" presName="FourNodes_3" presStyleLbl="node1" presStyleIdx="2" presStyleCnt="4">
        <dgm:presLayoutVars>
          <dgm:bulletEnabled val="1"/>
        </dgm:presLayoutVars>
      </dgm:prSet>
      <dgm:spPr/>
    </dgm:pt>
    <dgm:pt modelId="{551E0CE2-A2FE-4CF2-BC6F-6B7490E473DF}" type="pres">
      <dgm:prSet presAssocID="{8D4CCE29-F118-4174-9D63-344927020AEF}" presName="FourNodes_4" presStyleLbl="node1" presStyleIdx="3" presStyleCnt="4">
        <dgm:presLayoutVars>
          <dgm:bulletEnabled val="1"/>
        </dgm:presLayoutVars>
      </dgm:prSet>
      <dgm:spPr/>
    </dgm:pt>
    <dgm:pt modelId="{EB941CBE-579A-476E-A96C-CD665774B8AE}" type="pres">
      <dgm:prSet presAssocID="{8D4CCE29-F118-4174-9D63-344927020AEF}" presName="FourConn_1-2" presStyleLbl="fgAccFollowNode1" presStyleIdx="0" presStyleCnt="3">
        <dgm:presLayoutVars>
          <dgm:bulletEnabled val="1"/>
        </dgm:presLayoutVars>
      </dgm:prSet>
      <dgm:spPr/>
    </dgm:pt>
    <dgm:pt modelId="{146303AC-F2FF-4449-89E6-C9C5CE8527E5}" type="pres">
      <dgm:prSet presAssocID="{8D4CCE29-F118-4174-9D63-344927020AEF}" presName="FourConn_2-3" presStyleLbl="fgAccFollowNode1" presStyleIdx="1" presStyleCnt="3">
        <dgm:presLayoutVars>
          <dgm:bulletEnabled val="1"/>
        </dgm:presLayoutVars>
      </dgm:prSet>
      <dgm:spPr/>
    </dgm:pt>
    <dgm:pt modelId="{63BDEEAD-EA99-4BFD-9A1A-45D0F5104AA6}" type="pres">
      <dgm:prSet presAssocID="{8D4CCE29-F118-4174-9D63-344927020AEF}" presName="FourConn_3-4" presStyleLbl="fgAccFollowNode1" presStyleIdx="2" presStyleCnt="3">
        <dgm:presLayoutVars>
          <dgm:bulletEnabled val="1"/>
        </dgm:presLayoutVars>
      </dgm:prSet>
      <dgm:spPr/>
    </dgm:pt>
    <dgm:pt modelId="{59D8D934-9B11-46D4-B468-9A2315E6FA30}" type="pres">
      <dgm:prSet presAssocID="{8D4CCE29-F118-4174-9D63-344927020AEF}" presName="FourNodes_1_text" presStyleLbl="node1" presStyleIdx="3" presStyleCnt="4">
        <dgm:presLayoutVars>
          <dgm:bulletEnabled val="1"/>
        </dgm:presLayoutVars>
      </dgm:prSet>
      <dgm:spPr/>
    </dgm:pt>
    <dgm:pt modelId="{89D58F2C-3BC6-4C62-A4A4-859CBD923164}" type="pres">
      <dgm:prSet presAssocID="{8D4CCE29-F118-4174-9D63-344927020AEF}" presName="FourNodes_2_text" presStyleLbl="node1" presStyleIdx="3" presStyleCnt="4">
        <dgm:presLayoutVars>
          <dgm:bulletEnabled val="1"/>
        </dgm:presLayoutVars>
      </dgm:prSet>
      <dgm:spPr/>
    </dgm:pt>
    <dgm:pt modelId="{47E37020-273A-4F4C-9BEF-7D358ED7C838}" type="pres">
      <dgm:prSet presAssocID="{8D4CCE29-F118-4174-9D63-344927020AEF}" presName="FourNodes_3_text" presStyleLbl="node1" presStyleIdx="3" presStyleCnt="4">
        <dgm:presLayoutVars>
          <dgm:bulletEnabled val="1"/>
        </dgm:presLayoutVars>
      </dgm:prSet>
      <dgm:spPr/>
    </dgm:pt>
    <dgm:pt modelId="{DD4FD015-A4A2-4763-9FE4-6EA4EFB02E24}" type="pres">
      <dgm:prSet presAssocID="{8D4CCE29-F118-4174-9D63-344927020A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5B55BB4-383F-44EB-9BF9-3C8F8A4F41A6}" type="presOf" srcId="{66A42694-F16C-4760-B1E1-388450804400}" destId="{59D8D934-9B11-46D4-B468-9A2315E6FA30}" srcOrd="1" destOrd="0" presId="urn:microsoft.com/office/officeart/2005/8/layout/vProcess5"/>
    <dgm:cxn modelId="{DD871CAF-7ED8-4D5C-94A3-D14B7EF1F4A5}" type="presOf" srcId="{BFB85BD7-D7E5-4D6A-A599-A4AE33D893DF}" destId="{551E0CE2-A2FE-4CF2-BC6F-6B7490E473DF}" srcOrd="0" destOrd="0" presId="urn:microsoft.com/office/officeart/2005/8/layout/vProcess5"/>
    <dgm:cxn modelId="{1E3E904B-5776-4EBB-AB17-594D477B6649}" type="presOf" srcId="{C8B215B3-11AD-4E47-846D-B277156024C4}" destId="{146303AC-F2FF-4449-89E6-C9C5CE8527E5}" srcOrd="0" destOrd="0" presId="urn:microsoft.com/office/officeart/2005/8/layout/vProcess5"/>
    <dgm:cxn modelId="{DE9D6779-D291-4EF2-897C-79FEB7E2C468}" type="presOf" srcId="{4D626163-4564-446F-AFFB-992D6CABB502}" destId="{96E70337-F829-4AA6-8B44-9473585C1294}" srcOrd="0" destOrd="0" presId="urn:microsoft.com/office/officeart/2005/8/layout/vProcess5"/>
    <dgm:cxn modelId="{543E5406-C8AF-4712-922F-B48A01573999}" type="presOf" srcId="{F582E685-ADB9-4C5C-A1E3-007DC49CA514}" destId="{254DBC5E-F7A8-49F7-8F3E-DE44ADFBC939}" srcOrd="0" destOrd="0" presId="urn:microsoft.com/office/officeart/2005/8/layout/vProcess5"/>
    <dgm:cxn modelId="{09BF3374-27B9-47AF-8808-228E9E6B1861}" type="presOf" srcId="{66A42694-F16C-4760-B1E1-388450804400}" destId="{8F39F706-D52A-41EE-A25C-B09DFDDB9E45}" srcOrd="0" destOrd="0" presId="urn:microsoft.com/office/officeart/2005/8/layout/vProcess5"/>
    <dgm:cxn modelId="{DE4167C6-7D70-422E-B6E2-3C50AA2B229B}" type="presOf" srcId="{21D69B61-E605-47FA-9CB5-B03FB5D5B6B0}" destId="{63BDEEAD-EA99-4BFD-9A1A-45D0F5104AA6}" srcOrd="0" destOrd="0" presId="urn:microsoft.com/office/officeart/2005/8/layout/vProcess5"/>
    <dgm:cxn modelId="{0DCAAEBA-59FD-4236-B24B-0B407A09DDD6}" srcId="{8D4CCE29-F118-4174-9D63-344927020AEF}" destId="{F582E685-ADB9-4C5C-A1E3-007DC49CA514}" srcOrd="2" destOrd="0" parTransId="{371E8227-014F-4DD0-ADCC-007B77E8A2E1}" sibTransId="{21D69B61-E605-47FA-9CB5-B03FB5D5B6B0}"/>
    <dgm:cxn modelId="{66AAE3BC-E533-4A2C-8F7B-8DAACD541818}" srcId="{8D4CCE29-F118-4174-9D63-344927020AEF}" destId="{BFB85BD7-D7E5-4D6A-A599-A4AE33D893DF}" srcOrd="3" destOrd="0" parTransId="{93628F0F-6D80-4C98-A6E6-F4493FA16D86}" sibTransId="{A1F1D638-8F22-4164-9F54-BBA7018AE684}"/>
    <dgm:cxn modelId="{A763100D-FD8B-4330-9A45-742BB0E1DC15}" type="presOf" srcId="{9725E32D-EB96-41EF-90D9-46E4D75CFA39}" destId="{EB941CBE-579A-476E-A96C-CD665774B8AE}" srcOrd="0" destOrd="0" presId="urn:microsoft.com/office/officeart/2005/8/layout/vProcess5"/>
    <dgm:cxn modelId="{509EAD28-2EC7-42F1-B0E0-D43378267E75}" type="presOf" srcId="{BFB85BD7-D7E5-4D6A-A599-A4AE33D893DF}" destId="{DD4FD015-A4A2-4763-9FE4-6EA4EFB02E24}" srcOrd="1" destOrd="0" presId="urn:microsoft.com/office/officeart/2005/8/layout/vProcess5"/>
    <dgm:cxn modelId="{44B0C180-D28E-460B-9FB8-4721FE0A731B}" type="presOf" srcId="{F582E685-ADB9-4C5C-A1E3-007DC49CA514}" destId="{47E37020-273A-4F4C-9BEF-7D358ED7C838}" srcOrd="1" destOrd="0" presId="urn:microsoft.com/office/officeart/2005/8/layout/vProcess5"/>
    <dgm:cxn modelId="{4210F451-B6BB-4C91-B4B5-CEE855C817C0}" type="presOf" srcId="{8D4CCE29-F118-4174-9D63-344927020AEF}" destId="{EC0DD9E0-888A-4E30-ABF9-70FB3DAB22C5}" srcOrd="0" destOrd="0" presId="urn:microsoft.com/office/officeart/2005/8/layout/vProcess5"/>
    <dgm:cxn modelId="{ADEC8EA0-31D8-4258-A623-CC198B24792E}" type="presOf" srcId="{4D626163-4564-446F-AFFB-992D6CABB502}" destId="{89D58F2C-3BC6-4C62-A4A4-859CBD923164}" srcOrd="1" destOrd="0" presId="urn:microsoft.com/office/officeart/2005/8/layout/vProcess5"/>
    <dgm:cxn modelId="{2E210241-1C93-47BC-832B-CE70D3A9B99A}" srcId="{8D4CCE29-F118-4174-9D63-344927020AEF}" destId="{4D626163-4564-446F-AFFB-992D6CABB502}" srcOrd="1" destOrd="0" parTransId="{F209E363-3D24-41EC-BF69-4BFDCEFF9564}" sibTransId="{C8B215B3-11AD-4E47-846D-B277156024C4}"/>
    <dgm:cxn modelId="{2A4E73A6-6C8B-485A-843A-61D6DEB9C9A1}" srcId="{8D4CCE29-F118-4174-9D63-344927020AEF}" destId="{66A42694-F16C-4760-B1E1-388450804400}" srcOrd="0" destOrd="0" parTransId="{3594CAB2-9BD8-4A24-804D-6E2ECF860285}" sibTransId="{9725E32D-EB96-41EF-90D9-46E4D75CFA39}"/>
    <dgm:cxn modelId="{3C85E353-774D-49A2-B1DC-E19621B3FE6A}" type="presParOf" srcId="{EC0DD9E0-888A-4E30-ABF9-70FB3DAB22C5}" destId="{3B90DB87-85A8-4E67-8CCB-99FD6B0DF84A}" srcOrd="0" destOrd="0" presId="urn:microsoft.com/office/officeart/2005/8/layout/vProcess5"/>
    <dgm:cxn modelId="{446B05A6-DB3E-460C-A659-1D828B36F507}" type="presParOf" srcId="{EC0DD9E0-888A-4E30-ABF9-70FB3DAB22C5}" destId="{8F39F706-D52A-41EE-A25C-B09DFDDB9E45}" srcOrd="1" destOrd="0" presId="urn:microsoft.com/office/officeart/2005/8/layout/vProcess5"/>
    <dgm:cxn modelId="{BA9686B3-6CD9-485F-8DAD-E4C13C6F12C1}" type="presParOf" srcId="{EC0DD9E0-888A-4E30-ABF9-70FB3DAB22C5}" destId="{96E70337-F829-4AA6-8B44-9473585C1294}" srcOrd="2" destOrd="0" presId="urn:microsoft.com/office/officeart/2005/8/layout/vProcess5"/>
    <dgm:cxn modelId="{2C05F87B-2885-44CC-85B8-3443F9C7FEC8}" type="presParOf" srcId="{EC0DD9E0-888A-4E30-ABF9-70FB3DAB22C5}" destId="{254DBC5E-F7A8-49F7-8F3E-DE44ADFBC939}" srcOrd="3" destOrd="0" presId="urn:microsoft.com/office/officeart/2005/8/layout/vProcess5"/>
    <dgm:cxn modelId="{6069DB63-3301-46BF-86F8-66153A54305D}" type="presParOf" srcId="{EC0DD9E0-888A-4E30-ABF9-70FB3DAB22C5}" destId="{551E0CE2-A2FE-4CF2-BC6F-6B7490E473DF}" srcOrd="4" destOrd="0" presId="urn:microsoft.com/office/officeart/2005/8/layout/vProcess5"/>
    <dgm:cxn modelId="{9803AC0B-E788-4388-A2A9-673B40B453E7}" type="presParOf" srcId="{EC0DD9E0-888A-4E30-ABF9-70FB3DAB22C5}" destId="{EB941CBE-579A-476E-A96C-CD665774B8AE}" srcOrd="5" destOrd="0" presId="urn:microsoft.com/office/officeart/2005/8/layout/vProcess5"/>
    <dgm:cxn modelId="{820EB4BF-1F6B-488E-82D4-175242DB1D26}" type="presParOf" srcId="{EC0DD9E0-888A-4E30-ABF9-70FB3DAB22C5}" destId="{146303AC-F2FF-4449-89E6-C9C5CE8527E5}" srcOrd="6" destOrd="0" presId="urn:microsoft.com/office/officeart/2005/8/layout/vProcess5"/>
    <dgm:cxn modelId="{49FE7365-804B-4980-A527-0F1575639997}" type="presParOf" srcId="{EC0DD9E0-888A-4E30-ABF9-70FB3DAB22C5}" destId="{63BDEEAD-EA99-4BFD-9A1A-45D0F5104AA6}" srcOrd="7" destOrd="0" presId="urn:microsoft.com/office/officeart/2005/8/layout/vProcess5"/>
    <dgm:cxn modelId="{E63C7DE8-2BB8-4636-9877-B618968E0D66}" type="presParOf" srcId="{EC0DD9E0-888A-4E30-ABF9-70FB3DAB22C5}" destId="{59D8D934-9B11-46D4-B468-9A2315E6FA30}" srcOrd="8" destOrd="0" presId="urn:microsoft.com/office/officeart/2005/8/layout/vProcess5"/>
    <dgm:cxn modelId="{7E0F9306-2391-4327-8DFB-9B754F49B435}" type="presParOf" srcId="{EC0DD9E0-888A-4E30-ABF9-70FB3DAB22C5}" destId="{89D58F2C-3BC6-4C62-A4A4-859CBD923164}" srcOrd="9" destOrd="0" presId="urn:microsoft.com/office/officeart/2005/8/layout/vProcess5"/>
    <dgm:cxn modelId="{DAA77599-D3BD-4839-B417-A2E2A3FB492D}" type="presParOf" srcId="{EC0DD9E0-888A-4E30-ABF9-70FB3DAB22C5}" destId="{47E37020-273A-4F4C-9BEF-7D358ED7C838}" srcOrd="10" destOrd="0" presId="urn:microsoft.com/office/officeart/2005/8/layout/vProcess5"/>
    <dgm:cxn modelId="{2116F5B8-1D90-4FE6-AB11-E115D7C14A68}" type="presParOf" srcId="{EC0DD9E0-888A-4E30-ABF9-70FB3DAB22C5}" destId="{DD4FD015-A4A2-4763-9FE4-6EA4EFB02E2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BFA042-A137-4849-A049-C0091617E053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355854B-D8D0-4EA3-AB2C-6D713575E05B}">
      <dgm:prSet phldrT="[Text]"/>
      <dgm:spPr/>
      <dgm:t>
        <a:bodyPr/>
        <a:lstStyle/>
        <a:p>
          <a:r>
            <a:rPr lang="en-ZA" b="1" dirty="0"/>
            <a:t>Web-based email</a:t>
          </a:r>
          <a:endParaRPr lang="en-US" dirty="0"/>
        </a:p>
      </dgm:t>
    </dgm:pt>
    <dgm:pt modelId="{28F5A925-0460-45AD-97FD-933068A4C957}" type="parTrans" cxnId="{5D6C7FB5-CE9D-45E1-9C70-94C0EC82B94B}">
      <dgm:prSet/>
      <dgm:spPr/>
      <dgm:t>
        <a:bodyPr/>
        <a:lstStyle/>
        <a:p>
          <a:endParaRPr lang="en-US"/>
        </a:p>
      </dgm:t>
    </dgm:pt>
    <dgm:pt modelId="{C9E971A2-D105-49D7-A2CF-FD39E8E88365}" type="sibTrans" cxnId="{5D6C7FB5-CE9D-45E1-9C70-94C0EC82B94B}">
      <dgm:prSet/>
      <dgm:spPr/>
      <dgm:t>
        <a:bodyPr/>
        <a:lstStyle/>
        <a:p>
          <a:endParaRPr lang="en-US"/>
        </a:p>
      </dgm:t>
    </dgm:pt>
    <dgm:pt modelId="{3B7DA9C2-50A0-4046-88AA-0E5405FDA2D3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Accessed using a web browser anywhere where internet access </a:t>
          </a:r>
        </a:p>
      </dgm:t>
    </dgm:pt>
    <dgm:pt modelId="{54F10A4E-338C-4EB2-B19D-D33DF5B72C63}" type="parTrans" cxnId="{F1678405-296F-4239-A9AB-5D8B9A4D4B37}">
      <dgm:prSet/>
      <dgm:spPr/>
      <dgm:t>
        <a:bodyPr/>
        <a:lstStyle/>
        <a:p>
          <a:endParaRPr lang="en-US"/>
        </a:p>
      </dgm:t>
    </dgm:pt>
    <dgm:pt modelId="{35F79E0D-BB07-41B5-B56F-1A45AC0A977C}" type="sibTrans" cxnId="{F1678405-296F-4239-A9AB-5D8B9A4D4B37}">
      <dgm:prSet/>
      <dgm:spPr/>
      <dgm:t>
        <a:bodyPr/>
        <a:lstStyle/>
        <a:p>
          <a:endParaRPr lang="en-US"/>
        </a:p>
      </dgm:t>
    </dgm:pt>
    <dgm:pt modelId="{C4F0A576-6FEF-4495-A13B-205DF8B31D4E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Must be online to access account</a:t>
          </a:r>
        </a:p>
      </dgm:t>
    </dgm:pt>
    <dgm:pt modelId="{076B7327-7117-4CFE-8071-DADDA129B59B}" type="parTrans" cxnId="{12644320-E93D-4457-A12C-272F5D6D29CB}">
      <dgm:prSet/>
      <dgm:spPr/>
      <dgm:t>
        <a:bodyPr/>
        <a:lstStyle/>
        <a:p>
          <a:endParaRPr lang="en-US"/>
        </a:p>
      </dgm:t>
    </dgm:pt>
    <dgm:pt modelId="{68454787-A0A7-44DC-B309-A76C6E97EC32}" type="sibTrans" cxnId="{12644320-E93D-4457-A12C-272F5D6D29CB}">
      <dgm:prSet/>
      <dgm:spPr/>
      <dgm:t>
        <a:bodyPr/>
        <a:lstStyle/>
        <a:p>
          <a:endParaRPr lang="en-US"/>
        </a:p>
      </dgm:t>
    </dgm:pt>
    <dgm:pt modelId="{8C1565AC-03D4-4217-8C4E-4BB8F728E5C4}">
      <dgm:prSet phldrT="[Text]"/>
      <dgm:spPr/>
      <dgm:t>
        <a:bodyPr/>
        <a:lstStyle/>
        <a:p>
          <a:r>
            <a:rPr lang="en-ZA" b="1" dirty="0"/>
            <a:t>ISP-based email</a:t>
          </a:r>
          <a:endParaRPr lang="en-US" dirty="0"/>
        </a:p>
      </dgm:t>
    </dgm:pt>
    <dgm:pt modelId="{B509B21C-A10C-40B2-A7F3-6CF71B635C30}" type="parTrans" cxnId="{4F58AB69-8270-4D1D-83C2-F63B550D2777}">
      <dgm:prSet/>
      <dgm:spPr/>
      <dgm:t>
        <a:bodyPr/>
        <a:lstStyle/>
        <a:p>
          <a:endParaRPr lang="en-US"/>
        </a:p>
      </dgm:t>
    </dgm:pt>
    <dgm:pt modelId="{3982B326-34A5-47FC-B45B-4368A3740EA3}" type="sibTrans" cxnId="{4F58AB69-8270-4D1D-83C2-F63B550D2777}">
      <dgm:prSet/>
      <dgm:spPr/>
      <dgm:t>
        <a:bodyPr/>
        <a:lstStyle/>
        <a:p>
          <a:endParaRPr lang="en-US"/>
        </a:p>
      </dgm:t>
    </dgm:pt>
    <dgm:pt modelId="{FD3C8A26-87D5-4393-8A0A-A025355D96A0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Set up on local computer or device using appropriate software</a:t>
          </a:r>
        </a:p>
      </dgm:t>
    </dgm:pt>
    <dgm:pt modelId="{289FF36B-569D-4CC2-B9E6-6948BA02AAB9}" type="parTrans" cxnId="{ADE76193-B678-4284-8921-7177C0358A99}">
      <dgm:prSet/>
      <dgm:spPr/>
      <dgm:t>
        <a:bodyPr/>
        <a:lstStyle/>
        <a:p>
          <a:endParaRPr lang="en-US"/>
        </a:p>
      </dgm:t>
    </dgm:pt>
    <dgm:pt modelId="{64A76C25-3B2C-4F8A-B38C-25E4F2FE11C3}" type="sibTrans" cxnId="{ADE76193-B678-4284-8921-7177C0358A99}">
      <dgm:prSet/>
      <dgm:spPr/>
      <dgm:t>
        <a:bodyPr/>
        <a:lstStyle/>
        <a:p>
          <a:endParaRPr lang="en-US"/>
        </a:p>
      </dgm:t>
    </dgm:pt>
    <dgm:pt modelId="{FC502A0A-409B-4721-A011-7DFCAC420C92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Free of charge (might pay for internet access)</a:t>
          </a:r>
        </a:p>
      </dgm:t>
    </dgm:pt>
    <dgm:pt modelId="{ADDF37CB-7E77-441F-9765-6ADC8923DCD2}" type="parTrans" cxnId="{241BB222-81CE-4CD8-87ED-B66F47872519}">
      <dgm:prSet/>
      <dgm:spPr/>
      <dgm:t>
        <a:bodyPr/>
        <a:lstStyle/>
        <a:p>
          <a:endParaRPr lang="en-US"/>
        </a:p>
      </dgm:t>
    </dgm:pt>
    <dgm:pt modelId="{3CFD91A4-FF69-461B-9F1B-BD59FFE34DE8}" type="sibTrans" cxnId="{241BB222-81CE-4CD8-87ED-B66F47872519}">
      <dgm:prSet/>
      <dgm:spPr/>
      <dgm:t>
        <a:bodyPr/>
        <a:lstStyle/>
        <a:p>
          <a:endParaRPr lang="en-US"/>
        </a:p>
      </dgm:t>
    </dgm:pt>
    <dgm:pt modelId="{649586F7-06C1-462D-A2CC-775F4EF1D4C1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Monthly ISP charge plus internet access cost</a:t>
          </a:r>
        </a:p>
      </dgm:t>
    </dgm:pt>
    <dgm:pt modelId="{0F12102D-1222-4EEC-ADF4-A5DDC38DC271}" type="parTrans" cxnId="{2D891DFE-8BD5-4750-AC7C-814A2B6BBC0E}">
      <dgm:prSet/>
      <dgm:spPr/>
      <dgm:t>
        <a:bodyPr/>
        <a:lstStyle/>
        <a:p>
          <a:endParaRPr lang="en-US"/>
        </a:p>
      </dgm:t>
    </dgm:pt>
    <dgm:pt modelId="{2C7BA29F-73AE-48A9-8B7F-6BC4CCF3997D}" type="sibTrans" cxnId="{2D891DFE-8BD5-4750-AC7C-814A2B6BBC0E}">
      <dgm:prSet/>
      <dgm:spPr/>
      <dgm:t>
        <a:bodyPr/>
        <a:lstStyle/>
        <a:p>
          <a:endParaRPr lang="en-US"/>
        </a:p>
      </dgm:t>
    </dgm:pt>
    <dgm:pt modelId="{D1842FDB-A5CA-46A8-A0A5-292FCDD0240C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Can be accessed without being online</a:t>
          </a:r>
        </a:p>
      </dgm:t>
    </dgm:pt>
    <dgm:pt modelId="{F0844C0A-C4CB-4F50-B3BB-E7A22D389297}" type="parTrans" cxnId="{A2C7B87B-6DCC-42ED-970E-A03DD19EFD91}">
      <dgm:prSet/>
      <dgm:spPr/>
      <dgm:t>
        <a:bodyPr/>
        <a:lstStyle/>
        <a:p>
          <a:endParaRPr lang="en-US"/>
        </a:p>
      </dgm:t>
    </dgm:pt>
    <dgm:pt modelId="{509D7892-AADC-4A7F-A766-DB8766C2D1F5}" type="sibTrans" cxnId="{A2C7B87B-6DCC-42ED-970E-A03DD19EFD91}">
      <dgm:prSet/>
      <dgm:spPr/>
      <dgm:t>
        <a:bodyPr/>
        <a:lstStyle/>
        <a:p>
          <a:endParaRPr lang="en-US"/>
        </a:p>
      </dgm:t>
    </dgm:pt>
    <dgm:pt modelId="{3F6F01DB-A043-4CB2-B3C0-CF121A23DA34}" type="pres">
      <dgm:prSet presAssocID="{81BFA042-A137-4849-A049-C0091617E053}" presName="Name0" presStyleCnt="0">
        <dgm:presLayoutVars>
          <dgm:dir/>
          <dgm:animLvl val="lvl"/>
          <dgm:resizeHandles val="exact"/>
        </dgm:presLayoutVars>
      </dgm:prSet>
      <dgm:spPr/>
    </dgm:pt>
    <dgm:pt modelId="{8803775D-6BC4-4748-8B8A-E2E69ECE537F}" type="pres">
      <dgm:prSet presAssocID="{0355854B-D8D0-4EA3-AB2C-6D713575E05B}" presName="composite" presStyleCnt="0"/>
      <dgm:spPr/>
    </dgm:pt>
    <dgm:pt modelId="{35EC33A3-A81D-4316-A541-5CFC3D11107E}" type="pres">
      <dgm:prSet presAssocID="{0355854B-D8D0-4EA3-AB2C-6D713575E05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CF20D91-9BA4-4BC6-8EF8-A535F90D47AC}" type="pres">
      <dgm:prSet presAssocID="{0355854B-D8D0-4EA3-AB2C-6D713575E05B}" presName="desTx" presStyleLbl="alignAccFollowNode1" presStyleIdx="0" presStyleCnt="2">
        <dgm:presLayoutVars>
          <dgm:bulletEnabled val="1"/>
        </dgm:presLayoutVars>
      </dgm:prSet>
      <dgm:spPr/>
    </dgm:pt>
    <dgm:pt modelId="{EFEA1C7C-4560-4F0F-B244-8E4E449A702C}" type="pres">
      <dgm:prSet presAssocID="{C9E971A2-D105-49D7-A2CF-FD39E8E88365}" presName="space" presStyleCnt="0"/>
      <dgm:spPr/>
    </dgm:pt>
    <dgm:pt modelId="{92110B23-4A15-44BF-A216-DCE725BD98AD}" type="pres">
      <dgm:prSet presAssocID="{8C1565AC-03D4-4217-8C4E-4BB8F728E5C4}" presName="composite" presStyleCnt="0"/>
      <dgm:spPr/>
    </dgm:pt>
    <dgm:pt modelId="{3D7E0963-4477-40AC-9710-702D4A3DCFEC}" type="pres">
      <dgm:prSet presAssocID="{8C1565AC-03D4-4217-8C4E-4BB8F728E5C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53D3DBE-942B-4325-AD6D-36C0B83C7CB8}" type="pres">
      <dgm:prSet presAssocID="{8C1565AC-03D4-4217-8C4E-4BB8F728E5C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090C029-B069-4922-87A1-0171DB69528B}" type="presOf" srcId="{C4F0A576-6FEF-4495-A13B-205DF8B31D4E}" destId="{2CF20D91-9BA4-4BC6-8EF8-A535F90D47AC}" srcOrd="0" destOrd="1" presId="urn:microsoft.com/office/officeart/2005/8/layout/hList1"/>
    <dgm:cxn modelId="{F1678405-296F-4239-A9AB-5D8B9A4D4B37}" srcId="{0355854B-D8D0-4EA3-AB2C-6D713575E05B}" destId="{3B7DA9C2-50A0-4046-88AA-0E5405FDA2D3}" srcOrd="0" destOrd="0" parTransId="{54F10A4E-338C-4EB2-B19D-D33DF5B72C63}" sibTransId="{35F79E0D-BB07-41B5-B56F-1A45AC0A977C}"/>
    <dgm:cxn modelId="{955BCC10-C18F-44D2-B6B2-A8D9EE68F0DE}" type="presOf" srcId="{649586F7-06C1-462D-A2CC-775F4EF1D4C1}" destId="{C53D3DBE-942B-4325-AD6D-36C0B83C7CB8}" srcOrd="0" destOrd="2" presId="urn:microsoft.com/office/officeart/2005/8/layout/hList1"/>
    <dgm:cxn modelId="{2D891DFE-8BD5-4750-AC7C-814A2B6BBC0E}" srcId="{8C1565AC-03D4-4217-8C4E-4BB8F728E5C4}" destId="{649586F7-06C1-462D-A2CC-775F4EF1D4C1}" srcOrd="2" destOrd="0" parTransId="{0F12102D-1222-4EEC-ADF4-A5DDC38DC271}" sibTransId="{2C7BA29F-73AE-48A9-8B7F-6BC4CCF3997D}"/>
    <dgm:cxn modelId="{A9F037B5-7629-453E-AE8F-A7797668901C}" type="presOf" srcId="{FC502A0A-409B-4721-A011-7DFCAC420C92}" destId="{2CF20D91-9BA4-4BC6-8EF8-A535F90D47AC}" srcOrd="0" destOrd="2" presId="urn:microsoft.com/office/officeart/2005/8/layout/hList1"/>
    <dgm:cxn modelId="{12644320-E93D-4457-A12C-272F5D6D29CB}" srcId="{0355854B-D8D0-4EA3-AB2C-6D713575E05B}" destId="{C4F0A576-6FEF-4495-A13B-205DF8B31D4E}" srcOrd="1" destOrd="0" parTransId="{076B7327-7117-4CFE-8071-DADDA129B59B}" sibTransId="{68454787-A0A7-44DC-B309-A76C6E97EC32}"/>
    <dgm:cxn modelId="{241BB222-81CE-4CD8-87ED-B66F47872519}" srcId="{0355854B-D8D0-4EA3-AB2C-6D713575E05B}" destId="{FC502A0A-409B-4721-A011-7DFCAC420C92}" srcOrd="2" destOrd="0" parTransId="{ADDF37CB-7E77-441F-9765-6ADC8923DCD2}" sibTransId="{3CFD91A4-FF69-461B-9F1B-BD59FFE34DE8}"/>
    <dgm:cxn modelId="{A7645648-3D6C-4557-8E4C-F91627B4FF62}" type="presOf" srcId="{3B7DA9C2-50A0-4046-88AA-0E5405FDA2D3}" destId="{2CF20D91-9BA4-4BC6-8EF8-A535F90D47AC}" srcOrd="0" destOrd="0" presId="urn:microsoft.com/office/officeart/2005/8/layout/hList1"/>
    <dgm:cxn modelId="{E6287D7B-6ABB-4DF7-8F0B-734D7C657BA0}" type="presOf" srcId="{0355854B-D8D0-4EA3-AB2C-6D713575E05B}" destId="{35EC33A3-A81D-4316-A541-5CFC3D11107E}" srcOrd="0" destOrd="0" presId="urn:microsoft.com/office/officeart/2005/8/layout/hList1"/>
    <dgm:cxn modelId="{5D6C7FB5-CE9D-45E1-9C70-94C0EC82B94B}" srcId="{81BFA042-A137-4849-A049-C0091617E053}" destId="{0355854B-D8D0-4EA3-AB2C-6D713575E05B}" srcOrd="0" destOrd="0" parTransId="{28F5A925-0460-45AD-97FD-933068A4C957}" sibTransId="{C9E971A2-D105-49D7-A2CF-FD39E8E88365}"/>
    <dgm:cxn modelId="{ADE76193-B678-4284-8921-7177C0358A99}" srcId="{8C1565AC-03D4-4217-8C4E-4BB8F728E5C4}" destId="{FD3C8A26-87D5-4393-8A0A-A025355D96A0}" srcOrd="0" destOrd="0" parTransId="{289FF36B-569D-4CC2-B9E6-6948BA02AAB9}" sibTransId="{64A76C25-3B2C-4F8A-B38C-25E4F2FE11C3}"/>
    <dgm:cxn modelId="{3A5AB593-A451-4FB5-8B7F-D88AEECF1077}" type="presOf" srcId="{D1842FDB-A5CA-46A8-A0A5-292FCDD0240C}" destId="{C53D3DBE-942B-4325-AD6D-36C0B83C7CB8}" srcOrd="0" destOrd="1" presId="urn:microsoft.com/office/officeart/2005/8/layout/hList1"/>
    <dgm:cxn modelId="{A7594198-7008-4E13-A608-0A4AAA6475E2}" type="presOf" srcId="{8C1565AC-03D4-4217-8C4E-4BB8F728E5C4}" destId="{3D7E0963-4477-40AC-9710-702D4A3DCFEC}" srcOrd="0" destOrd="0" presId="urn:microsoft.com/office/officeart/2005/8/layout/hList1"/>
    <dgm:cxn modelId="{9A343D9B-D5A9-482D-B774-FF557EA1EAD1}" type="presOf" srcId="{FD3C8A26-87D5-4393-8A0A-A025355D96A0}" destId="{C53D3DBE-942B-4325-AD6D-36C0B83C7CB8}" srcOrd="0" destOrd="0" presId="urn:microsoft.com/office/officeart/2005/8/layout/hList1"/>
    <dgm:cxn modelId="{4F58AB69-8270-4D1D-83C2-F63B550D2777}" srcId="{81BFA042-A137-4849-A049-C0091617E053}" destId="{8C1565AC-03D4-4217-8C4E-4BB8F728E5C4}" srcOrd="1" destOrd="0" parTransId="{B509B21C-A10C-40B2-A7F3-6CF71B635C30}" sibTransId="{3982B326-34A5-47FC-B45B-4368A3740EA3}"/>
    <dgm:cxn modelId="{A2C7B87B-6DCC-42ED-970E-A03DD19EFD91}" srcId="{8C1565AC-03D4-4217-8C4E-4BB8F728E5C4}" destId="{D1842FDB-A5CA-46A8-A0A5-292FCDD0240C}" srcOrd="1" destOrd="0" parTransId="{F0844C0A-C4CB-4F50-B3BB-E7A22D389297}" sibTransId="{509D7892-AADC-4A7F-A766-DB8766C2D1F5}"/>
    <dgm:cxn modelId="{F3C78AF6-444D-49E6-BED2-08A7A1982635}" type="presOf" srcId="{81BFA042-A137-4849-A049-C0091617E053}" destId="{3F6F01DB-A043-4CB2-B3C0-CF121A23DA34}" srcOrd="0" destOrd="0" presId="urn:microsoft.com/office/officeart/2005/8/layout/hList1"/>
    <dgm:cxn modelId="{041FCDE5-A279-447E-A3C5-D7D3F796DEAE}" type="presParOf" srcId="{3F6F01DB-A043-4CB2-B3C0-CF121A23DA34}" destId="{8803775D-6BC4-4748-8B8A-E2E69ECE537F}" srcOrd="0" destOrd="0" presId="urn:microsoft.com/office/officeart/2005/8/layout/hList1"/>
    <dgm:cxn modelId="{4019925A-0081-443B-BC2D-D84E8817C438}" type="presParOf" srcId="{8803775D-6BC4-4748-8B8A-E2E69ECE537F}" destId="{35EC33A3-A81D-4316-A541-5CFC3D11107E}" srcOrd="0" destOrd="0" presId="urn:microsoft.com/office/officeart/2005/8/layout/hList1"/>
    <dgm:cxn modelId="{830BEFE2-44BD-4086-B6C5-5E4C3037B811}" type="presParOf" srcId="{8803775D-6BC4-4748-8B8A-E2E69ECE537F}" destId="{2CF20D91-9BA4-4BC6-8EF8-A535F90D47AC}" srcOrd="1" destOrd="0" presId="urn:microsoft.com/office/officeart/2005/8/layout/hList1"/>
    <dgm:cxn modelId="{9F0F0597-2839-4756-92DD-0791FDB76246}" type="presParOf" srcId="{3F6F01DB-A043-4CB2-B3C0-CF121A23DA34}" destId="{EFEA1C7C-4560-4F0F-B244-8E4E449A702C}" srcOrd="1" destOrd="0" presId="urn:microsoft.com/office/officeart/2005/8/layout/hList1"/>
    <dgm:cxn modelId="{6F146AD7-54BD-4B2F-9ACC-776C23F73546}" type="presParOf" srcId="{3F6F01DB-A043-4CB2-B3C0-CF121A23DA34}" destId="{92110B23-4A15-44BF-A216-DCE725BD98AD}" srcOrd="2" destOrd="0" presId="urn:microsoft.com/office/officeart/2005/8/layout/hList1"/>
    <dgm:cxn modelId="{08953B9B-1E91-4631-A38A-4A6144A5C551}" type="presParOf" srcId="{92110B23-4A15-44BF-A216-DCE725BD98AD}" destId="{3D7E0963-4477-40AC-9710-702D4A3DCFEC}" srcOrd="0" destOrd="0" presId="urn:microsoft.com/office/officeart/2005/8/layout/hList1"/>
    <dgm:cxn modelId="{93462B05-EF4F-4091-B46E-5097F8AB38FA}" type="presParOf" srcId="{92110B23-4A15-44BF-A216-DCE725BD98AD}" destId="{C53D3DBE-942B-4325-AD6D-36C0B83C7CB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B603D9-72DB-4F26-B35F-C7451881982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61E3B8-A6D9-4A01-80B1-5987FE6B376A}">
      <dgm:prSet phldrT="[Text]"/>
      <dgm:spPr/>
      <dgm:t>
        <a:bodyPr/>
        <a:lstStyle/>
        <a:p>
          <a:r>
            <a:rPr lang="en-US" dirty="0"/>
            <a:t>Email</a:t>
          </a:r>
        </a:p>
      </dgm:t>
    </dgm:pt>
    <dgm:pt modelId="{2DE79ADC-8310-4075-930F-846B77FE0C08}" type="parTrans" cxnId="{7465B411-4533-480C-9F5C-032ED0C2AB03}">
      <dgm:prSet/>
      <dgm:spPr/>
      <dgm:t>
        <a:bodyPr/>
        <a:lstStyle/>
        <a:p>
          <a:endParaRPr lang="en-US"/>
        </a:p>
      </dgm:t>
    </dgm:pt>
    <dgm:pt modelId="{4BBF3DAF-F9D3-45E0-9861-75F2BCE0ADC0}" type="sibTrans" cxnId="{7465B411-4533-480C-9F5C-032ED0C2AB03}">
      <dgm:prSet/>
      <dgm:spPr/>
      <dgm:t>
        <a:bodyPr/>
        <a:lstStyle/>
        <a:p>
          <a:endParaRPr lang="en-US"/>
        </a:p>
      </dgm:t>
    </dgm:pt>
    <dgm:pt modelId="{07662213-406A-484E-AF8C-67054C97FCCF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ISP-based</a:t>
          </a:r>
        </a:p>
      </dgm:t>
    </dgm:pt>
    <dgm:pt modelId="{ED53D568-5C83-4C27-A20D-6C8A04F40564}" type="parTrans" cxnId="{AD1A49C7-30F7-40D7-880B-2F9627006508}">
      <dgm:prSet/>
      <dgm:spPr/>
      <dgm:t>
        <a:bodyPr/>
        <a:lstStyle/>
        <a:p>
          <a:endParaRPr lang="en-US"/>
        </a:p>
      </dgm:t>
    </dgm:pt>
    <dgm:pt modelId="{1A7FA52E-5B8D-40CC-94E9-4C86EA12F149}" type="sibTrans" cxnId="{AD1A49C7-30F7-40D7-880B-2F9627006508}">
      <dgm:prSet/>
      <dgm:spPr/>
      <dgm:t>
        <a:bodyPr/>
        <a:lstStyle/>
        <a:p>
          <a:endParaRPr lang="en-US"/>
        </a:p>
      </dgm:t>
    </dgm:pt>
    <dgm:pt modelId="{134261E6-E4B6-48F7-BA5E-6EAA2503F1C8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Web-based</a:t>
          </a:r>
        </a:p>
      </dgm:t>
    </dgm:pt>
    <dgm:pt modelId="{C92C5900-78E2-4021-9A2B-1105047E2D82}" type="parTrans" cxnId="{72F3C047-A26B-43AB-9627-FF70076A1374}">
      <dgm:prSet/>
      <dgm:spPr/>
      <dgm:t>
        <a:bodyPr/>
        <a:lstStyle/>
        <a:p>
          <a:endParaRPr lang="en-US"/>
        </a:p>
      </dgm:t>
    </dgm:pt>
    <dgm:pt modelId="{00D13A87-BEB3-4292-8E8C-6FF78C3E8815}" type="sibTrans" cxnId="{72F3C047-A26B-43AB-9627-FF70076A1374}">
      <dgm:prSet/>
      <dgm:spPr/>
      <dgm:t>
        <a:bodyPr/>
        <a:lstStyle/>
        <a:p>
          <a:endParaRPr lang="en-US"/>
        </a:p>
      </dgm:t>
    </dgm:pt>
    <dgm:pt modelId="{7E85E3D0-0D45-4720-AE39-EA92430D814E}">
      <dgm:prSet phldrT="[Text]"/>
      <dgm:spPr/>
      <dgm:t>
        <a:bodyPr/>
        <a:lstStyle/>
        <a:p>
          <a:r>
            <a:rPr lang="en-US" dirty="0"/>
            <a:t>Other modes of electronic communication</a:t>
          </a:r>
        </a:p>
      </dgm:t>
    </dgm:pt>
    <dgm:pt modelId="{80B00609-481B-42B4-BD70-541B2DEC86F0}" type="parTrans" cxnId="{1EDC4E22-51F1-4572-BA11-C5B8C127F755}">
      <dgm:prSet/>
      <dgm:spPr/>
      <dgm:t>
        <a:bodyPr/>
        <a:lstStyle/>
        <a:p>
          <a:endParaRPr lang="en-US"/>
        </a:p>
      </dgm:t>
    </dgm:pt>
    <dgm:pt modelId="{3634F5B0-488D-4AC8-9B6F-96B9932C74F6}" type="sibTrans" cxnId="{1EDC4E22-51F1-4572-BA11-C5B8C127F755}">
      <dgm:prSet/>
      <dgm:spPr/>
      <dgm:t>
        <a:bodyPr/>
        <a:lstStyle/>
        <a:p>
          <a:endParaRPr lang="en-US"/>
        </a:p>
      </dgm:t>
    </dgm:pt>
    <dgm:pt modelId="{478C0908-6C0B-404A-A9E6-BD8C41ECA7A1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Social networking sites</a:t>
          </a:r>
        </a:p>
      </dgm:t>
    </dgm:pt>
    <dgm:pt modelId="{E92B7FB1-F123-4935-874D-67C2A95A9216}" type="parTrans" cxnId="{55F037F2-B98B-4D38-88E3-1A626A561528}">
      <dgm:prSet/>
      <dgm:spPr/>
      <dgm:t>
        <a:bodyPr/>
        <a:lstStyle/>
        <a:p>
          <a:endParaRPr lang="en-US"/>
        </a:p>
      </dgm:t>
    </dgm:pt>
    <dgm:pt modelId="{7AFCCB69-071F-4DBE-8EA0-F7E058C1C9E9}" type="sibTrans" cxnId="{55F037F2-B98B-4D38-88E3-1A626A561528}">
      <dgm:prSet/>
      <dgm:spPr/>
      <dgm:t>
        <a:bodyPr/>
        <a:lstStyle/>
        <a:p>
          <a:endParaRPr lang="en-US"/>
        </a:p>
      </dgm:t>
    </dgm:pt>
    <dgm:pt modelId="{BB49594F-3FEE-4B5C-8F76-6AC2400259EB}">
      <dgm:prSet phldrT="[Text]"/>
      <dgm:spPr/>
      <dgm:t>
        <a:bodyPr/>
        <a:lstStyle/>
        <a:p>
          <a:r>
            <a:rPr lang="en-US" dirty="0"/>
            <a:t>Netiquette</a:t>
          </a:r>
        </a:p>
      </dgm:t>
    </dgm:pt>
    <dgm:pt modelId="{18D5C23C-70F0-410F-8065-16B69DD17362}" type="parTrans" cxnId="{A5DB53BD-FB47-493D-9740-4137C15E9D2F}">
      <dgm:prSet/>
      <dgm:spPr/>
      <dgm:t>
        <a:bodyPr/>
        <a:lstStyle/>
        <a:p>
          <a:endParaRPr lang="en-US"/>
        </a:p>
      </dgm:t>
    </dgm:pt>
    <dgm:pt modelId="{B9C0B1D5-4BAC-4896-BE6B-FCF17DAD26F3}" type="sibTrans" cxnId="{A5DB53BD-FB47-493D-9740-4137C15E9D2F}">
      <dgm:prSet/>
      <dgm:spPr/>
      <dgm:t>
        <a:bodyPr/>
        <a:lstStyle/>
        <a:p>
          <a:endParaRPr lang="en-US"/>
        </a:p>
      </dgm:t>
    </dgm:pt>
    <dgm:pt modelId="{1573DCEE-FA8E-461A-8031-C54F01C1F521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Social networking sites</a:t>
          </a:r>
        </a:p>
      </dgm:t>
    </dgm:pt>
    <dgm:pt modelId="{71BD0DC2-4D09-4A79-A221-07E2D464072E}" type="parTrans" cxnId="{1A3016EF-BECF-46CA-8CA6-562F2593F06D}">
      <dgm:prSet/>
      <dgm:spPr/>
      <dgm:t>
        <a:bodyPr/>
        <a:lstStyle/>
        <a:p>
          <a:endParaRPr lang="en-US"/>
        </a:p>
      </dgm:t>
    </dgm:pt>
    <dgm:pt modelId="{0F301800-BC16-4F6B-A6B0-68D5D5D93792}" type="sibTrans" cxnId="{1A3016EF-BECF-46CA-8CA6-562F2593F06D}">
      <dgm:prSet/>
      <dgm:spPr/>
      <dgm:t>
        <a:bodyPr/>
        <a:lstStyle/>
        <a:p>
          <a:endParaRPr lang="en-US"/>
        </a:p>
      </dgm:t>
    </dgm:pt>
    <dgm:pt modelId="{F7570A12-A670-4215-9CEE-3B09CE008170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Email</a:t>
          </a:r>
        </a:p>
      </dgm:t>
    </dgm:pt>
    <dgm:pt modelId="{9ABA1013-BDAE-4DA7-9437-DA4A4EED4CCC}" type="parTrans" cxnId="{96C65BCD-62E8-46B3-96BA-D40F17E232C2}">
      <dgm:prSet/>
      <dgm:spPr/>
      <dgm:t>
        <a:bodyPr/>
        <a:lstStyle/>
        <a:p>
          <a:endParaRPr lang="en-US"/>
        </a:p>
      </dgm:t>
    </dgm:pt>
    <dgm:pt modelId="{490B2556-9F75-4500-9F8F-0ACE781C94A7}" type="sibTrans" cxnId="{96C65BCD-62E8-46B3-96BA-D40F17E232C2}">
      <dgm:prSet/>
      <dgm:spPr/>
      <dgm:t>
        <a:bodyPr/>
        <a:lstStyle/>
        <a:p>
          <a:endParaRPr lang="en-US"/>
        </a:p>
      </dgm:t>
    </dgm:pt>
    <dgm:pt modelId="{ECE62B46-4517-4CE1-B762-3E24DB5CE36E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Format of email address</a:t>
          </a:r>
        </a:p>
      </dgm:t>
    </dgm:pt>
    <dgm:pt modelId="{1D20589C-C90F-4C07-BD27-CBD018FC1AA2}" type="parTrans" cxnId="{37FF5BCA-75C1-4714-8A64-07163EC733A2}">
      <dgm:prSet/>
      <dgm:spPr/>
      <dgm:t>
        <a:bodyPr/>
        <a:lstStyle/>
        <a:p>
          <a:endParaRPr lang="en-US"/>
        </a:p>
      </dgm:t>
    </dgm:pt>
    <dgm:pt modelId="{1A887759-303C-4050-9370-81FA8D1A9A4C}" type="sibTrans" cxnId="{37FF5BCA-75C1-4714-8A64-07163EC733A2}">
      <dgm:prSet/>
      <dgm:spPr/>
      <dgm:t>
        <a:bodyPr/>
        <a:lstStyle/>
        <a:p>
          <a:endParaRPr lang="en-US"/>
        </a:p>
      </dgm:t>
    </dgm:pt>
    <dgm:pt modelId="{8FEF40FE-8790-4444-85BF-F86F73B9BF14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Address book or contacts list</a:t>
          </a:r>
        </a:p>
      </dgm:t>
    </dgm:pt>
    <dgm:pt modelId="{87849D62-9748-43C0-9D56-5D20C6814133}" type="parTrans" cxnId="{F9251E20-7C54-45C8-B849-F43C49254BD1}">
      <dgm:prSet/>
      <dgm:spPr/>
      <dgm:t>
        <a:bodyPr/>
        <a:lstStyle/>
        <a:p>
          <a:endParaRPr lang="en-US"/>
        </a:p>
      </dgm:t>
    </dgm:pt>
    <dgm:pt modelId="{B8F4EAA0-DA95-414C-8585-0A4FEF5957B4}" type="sibTrans" cxnId="{F9251E20-7C54-45C8-B849-F43C49254BD1}">
      <dgm:prSet/>
      <dgm:spPr/>
      <dgm:t>
        <a:bodyPr/>
        <a:lstStyle/>
        <a:p>
          <a:endParaRPr lang="en-US"/>
        </a:p>
      </dgm:t>
    </dgm:pt>
    <dgm:pt modelId="{2AE818F2-2AB9-41B2-A238-716B4A59AFA9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Mailing list</a:t>
          </a:r>
        </a:p>
      </dgm:t>
    </dgm:pt>
    <dgm:pt modelId="{B5B0BB50-6EA8-4731-9449-E7FA0B582A7F}" type="parTrans" cxnId="{B3BA06B2-74E9-47EF-B42F-186B4DD8ED68}">
      <dgm:prSet/>
      <dgm:spPr/>
      <dgm:t>
        <a:bodyPr/>
        <a:lstStyle/>
        <a:p>
          <a:endParaRPr lang="en-US"/>
        </a:p>
      </dgm:t>
    </dgm:pt>
    <dgm:pt modelId="{D80206AF-5D58-45E6-B83D-A36A3C5183F9}" type="sibTrans" cxnId="{B3BA06B2-74E9-47EF-B42F-186B4DD8ED68}">
      <dgm:prSet/>
      <dgm:spPr/>
      <dgm:t>
        <a:bodyPr/>
        <a:lstStyle/>
        <a:p>
          <a:endParaRPr lang="en-US"/>
        </a:p>
      </dgm:t>
    </dgm:pt>
    <dgm:pt modelId="{2BE075EB-9B67-4142-97C6-B086FD6763BF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Practical tips</a:t>
          </a:r>
        </a:p>
      </dgm:t>
    </dgm:pt>
    <dgm:pt modelId="{91CB2154-5663-4D80-A043-6207ADC9A1C2}" type="parTrans" cxnId="{AD9D388C-AC06-4521-BEEB-EF4DC906C61C}">
      <dgm:prSet/>
      <dgm:spPr/>
      <dgm:t>
        <a:bodyPr/>
        <a:lstStyle/>
        <a:p>
          <a:endParaRPr lang="en-US"/>
        </a:p>
      </dgm:t>
    </dgm:pt>
    <dgm:pt modelId="{059EE8A6-74E7-4DEC-A54F-47616BD6A302}" type="sibTrans" cxnId="{AD9D388C-AC06-4521-BEEB-EF4DC906C61C}">
      <dgm:prSet/>
      <dgm:spPr/>
      <dgm:t>
        <a:bodyPr/>
        <a:lstStyle/>
        <a:p>
          <a:endParaRPr lang="en-US"/>
        </a:p>
      </dgm:t>
    </dgm:pt>
    <dgm:pt modelId="{9567E2A7-1CCF-4AA5-97F9-BD8D427F2568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Instant messaging, chat, SMS</a:t>
          </a:r>
        </a:p>
      </dgm:t>
    </dgm:pt>
    <dgm:pt modelId="{587174B5-C4E5-4905-9582-D81BBF6C192B}" type="parTrans" cxnId="{01562F0C-ABC5-450B-807E-585A449D6D7A}">
      <dgm:prSet/>
      <dgm:spPr/>
      <dgm:t>
        <a:bodyPr/>
        <a:lstStyle/>
        <a:p>
          <a:endParaRPr lang="en-US"/>
        </a:p>
      </dgm:t>
    </dgm:pt>
    <dgm:pt modelId="{4A80E4D4-E4DE-480C-A398-A3BED6773176}" type="sibTrans" cxnId="{01562F0C-ABC5-450B-807E-585A449D6D7A}">
      <dgm:prSet/>
      <dgm:spPr/>
      <dgm:t>
        <a:bodyPr/>
        <a:lstStyle/>
        <a:p>
          <a:endParaRPr lang="en-US"/>
        </a:p>
      </dgm:t>
    </dgm:pt>
    <dgm:pt modelId="{8F2AD3AD-ABA7-4920-B57A-6EED10273ADA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Weblog (blog)</a:t>
          </a:r>
        </a:p>
      </dgm:t>
    </dgm:pt>
    <dgm:pt modelId="{D59B71DE-6487-4FE7-B040-42D58FB22C79}" type="parTrans" cxnId="{4931D184-CBE7-4526-B235-27FDC676197F}">
      <dgm:prSet/>
      <dgm:spPr/>
      <dgm:t>
        <a:bodyPr/>
        <a:lstStyle/>
        <a:p>
          <a:endParaRPr lang="en-US"/>
        </a:p>
      </dgm:t>
    </dgm:pt>
    <dgm:pt modelId="{041B4210-57CF-48D2-89F2-E351C560D561}" type="sibTrans" cxnId="{4931D184-CBE7-4526-B235-27FDC676197F}">
      <dgm:prSet/>
      <dgm:spPr/>
      <dgm:t>
        <a:bodyPr/>
        <a:lstStyle/>
        <a:p>
          <a:endParaRPr lang="en-US"/>
        </a:p>
      </dgm:t>
    </dgm:pt>
    <dgm:pt modelId="{466614C4-4E41-4B44-BBA5-5DA0AA089772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Fax to email</a:t>
          </a:r>
        </a:p>
      </dgm:t>
    </dgm:pt>
    <dgm:pt modelId="{E691CC65-DC08-4023-9DBB-B52607602CD3}" type="parTrans" cxnId="{FC199D10-43E1-4281-B948-DC4E09164DB2}">
      <dgm:prSet/>
      <dgm:spPr/>
      <dgm:t>
        <a:bodyPr/>
        <a:lstStyle/>
        <a:p>
          <a:endParaRPr lang="en-US"/>
        </a:p>
      </dgm:t>
    </dgm:pt>
    <dgm:pt modelId="{24255B0E-0D7A-4B8F-AD72-0D8C61220468}" type="sibTrans" cxnId="{FC199D10-43E1-4281-B948-DC4E09164DB2}">
      <dgm:prSet/>
      <dgm:spPr/>
      <dgm:t>
        <a:bodyPr/>
        <a:lstStyle/>
        <a:p>
          <a:endParaRPr lang="en-US"/>
        </a:p>
      </dgm:t>
    </dgm:pt>
    <dgm:pt modelId="{2FC341ED-A780-49A5-B0AD-82A17FD14231}" type="pres">
      <dgm:prSet presAssocID="{36B603D9-72DB-4F26-B35F-C74518819824}" presName="Name0" presStyleCnt="0">
        <dgm:presLayoutVars>
          <dgm:dir/>
          <dgm:animLvl val="lvl"/>
          <dgm:resizeHandles val="exact"/>
        </dgm:presLayoutVars>
      </dgm:prSet>
      <dgm:spPr/>
    </dgm:pt>
    <dgm:pt modelId="{0670962E-D8C6-45F8-999C-1EE90B12FF07}" type="pres">
      <dgm:prSet presAssocID="{4C61E3B8-A6D9-4A01-80B1-5987FE6B376A}" presName="composite" presStyleCnt="0"/>
      <dgm:spPr/>
    </dgm:pt>
    <dgm:pt modelId="{FEBECFE0-7A44-4CA9-B338-6929F8985BCD}" type="pres">
      <dgm:prSet presAssocID="{4C61E3B8-A6D9-4A01-80B1-5987FE6B37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E5C0DB3-F73F-41D7-9B51-87C05A38866C}" type="pres">
      <dgm:prSet presAssocID="{4C61E3B8-A6D9-4A01-80B1-5987FE6B376A}" presName="desTx" presStyleLbl="alignAccFollowNode1" presStyleIdx="0" presStyleCnt="3">
        <dgm:presLayoutVars>
          <dgm:bulletEnabled val="1"/>
        </dgm:presLayoutVars>
      </dgm:prSet>
      <dgm:spPr/>
    </dgm:pt>
    <dgm:pt modelId="{22110C70-F56A-4B62-B47C-6A0EC30F1434}" type="pres">
      <dgm:prSet presAssocID="{4BBF3DAF-F9D3-45E0-9861-75F2BCE0ADC0}" presName="space" presStyleCnt="0"/>
      <dgm:spPr/>
    </dgm:pt>
    <dgm:pt modelId="{A6FCA82D-965A-411F-A830-0FA5DA891428}" type="pres">
      <dgm:prSet presAssocID="{7E85E3D0-0D45-4720-AE39-EA92430D814E}" presName="composite" presStyleCnt="0"/>
      <dgm:spPr/>
    </dgm:pt>
    <dgm:pt modelId="{B2F1818E-5929-4CAD-B95A-8311440CEBCA}" type="pres">
      <dgm:prSet presAssocID="{7E85E3D0-0D45-4720-AE39-EA92430D814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FBB46F4-B76F-43FE-93E8-5D35AACB76D5}" type="pres">
      <dgm:prSet presAssocID="{7E85E3D0-0D45-4720-AE39-EA92430D814E}" presName="desTx" presStyleLbl="alignAccFollowNode1" presStyleIdx="1" presStyleCnt="3">
        <dgm:presLayoutVars>
          <dgm:bulletEnabled val="1"/>
        </dgm:presLayoutVars>
      </dgm:prSet>
      <dgm:spPr/>
    </dgm:pt>
    <dgm:pt modelId="{5C674F78-BA27-40D2-A930-FD3C26192C79}" type="pres">
      <dgm:prSet presAssocID="{3634F5B0-488D-4AC8-9B6F-96B9932C74F6}" presName="space" presStyleCnt="0"/>
      <dgm:spPr/>
    </dgm:pt>
    <dgm:pt modelId="{CB739F6C-99F2-4897-A037-B5FC310E9917}" type="pres">
      <dgm:prSet presAssocID="{BB49594F-3FEE-4B5C-8F76-6AC2400259EB}" presName="composite" presStyleCnt="0"/>
      <dgm:spPr/>
    </dgm:pt>
    <dgm:pt modelId="{98A0D4CF-9778-416F-848F-3A3EDC93575B}" type="pres">
      <dgm:prSet presAssocID="{BB49594F-3FEE-4B5C-8F76-6AC2400259E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15E2050-C462-4140-B9D0-DDDE3B6C0ADB}" type="pres">
      <dgm:prSet presAssocID="{BB49594F-3FEE-4B5C-8F76-6AC2400259E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56D6F22-AD9A-4900-9765-217680B6A727}" type="presOf" srcId="{478C0908-6C0B-404A-A9E6-BD8C41ECA7A1}" destId="{FFBB46F4-B76F-43FE-93E8-5D35AACB76D5}" srcOrd="0" destOrd="0" presId="urn:microsoft.com/office/officeart/2005/8/layout/hList1"/>
    <dgm:cxn modelId="{106CA3C3-D571-43B4-82F8-FB2E985D3602}" type="presOf" srcId="{1573DCEE-FA8E-461A-8031-C54F01C1F521}" destId="{C15E2050-C462-4140-B9D0-DDDE3B6C0ADB}" srcOrd="0" destOrd="0" presId="urn:microsoft.com/office/officeart/2005/8/layout/hList1"/>
    <dgm:cxn modelId="{1EDC4E22-51F1-4572-BA11-C5B8C127F755}" srcId="{36B603D9-72DB-4F26-B35F-C74518819824}" destId="{7E85E3D0-0D45-4720-AE39-EA92430D814E}" srcOrd="1" destOrd="0" parTransId="{80B00609-481B-42B4-BD70-541B2DEC86F0}" sibTransId="{3634F5B0-488D-4AC8-9B6F-96B9932C74F6}"/>
    <dgm:cxn modelId="{96C65BCD-62E8-46B3-96BA-D40F17E232C2}" srcId="{BB49594F-3FEE-4B5C-8F76-6AC2400259EB}" destId="{F7570A12-A670-4215-9CEE-3B09CE008170}" srcOrd="1" destOrd="0" parTransId="{9ABA1013-BDAE-4DA7-9437-DA4A4EED4CCC}" sibTransId="{490B2556-9F75-4500-9F8F-0ACE781C94A7}"/>
    <dgm:cxn modelId="{809D695D-1CB3-4336-8B11-6FA7C91DE413}" type="presOf" srcId="{8F2AD3AD-ABA7-4920-B57A-6EED10273ADA}" destId="{FFBB46F4-B76F-43FE-93E8-5D35AACB76D5}" srcOrd="0" destOrd="2" presId="urn:microsoft.com/office/officeart/2005/8/layout/hList1"/>
    <dgm:cxn modelId="{AD9D388C-AC06-4521-BEEB-EF4DC906C61C}" srcId="{4C61E3B8-A6D9-4A01-80B1-5987FE6B376A}" destId="{2BE075EB-9B67-4142-97C6-B086FD6763BF}" srcOrd="5" destOrd="0" parTransId="{91CB2154-5663-4D80-A043-6207ADC9A1C2}" sibTransId="{059EE8A6-74E7-4DEC-A54F-47616BD6A302}"/>
    <dgm:cxn modelId="{72F3C047-A26B-43AB-9627-FF70076A1374}" srcId="{4C61E3B8-A6D9-4A01-80B1-5987FE6B376A}" destId="{134261E6-E4B6-48F7-BA5E-6EAA2503F1C8}" srcOrd="1" destOrd="0" parTransId="{C92C5900-78E2-4021-9A2B-1105047E2D82}" sibTransId="{00D13A87-BEB3-4292-8E8C-6FF78C3E8815}"/>
    <dgm:cxn modelId="{7375F3D5-E21A-4368-ACD8-70468C07D6B4}" type="presOf" srcId="{4C61E3B8-A6D9-4A01-80B1-5987FE6B376A}" destId="{FEBECFE0-7A44-4CA9-B338-6929F8985BCD}" srcOrd="0" destOrd="0" presId="urn:microsoft.com/office/officeart/2005/8/layout/hList1"/>
    <dgm:cxn modelId="{1A3016EF-BECF-46CA-8CA6-562F2593F06D}" srcId="{BB49594F-3FEE-4B5C-8F76-6AC2400259EB}" destId="{1573DCEE-FA8E-461A-8031-C54F01C1F521}" srcOrd="0" destOrd="0" parTransId="{71BD0DC2-4D09-4A79-A221-07E2D464072E}" sibTransId="{0F301800-BC16-4F6B-A6B0-68D5D5D93792}"/>
    <dgm:cxn modelId="{A5DB53BD-FB47-493D-9740-4137C15E9D2F}" srcId="{36B603D9-72DB-4F26-B35F-C74518819824}" destId="{BB49594F-3FEE-4B5C-8F76-6AC2400259EB}" srcOrd="2" destOrd="0" parTransId="{18D5C23C-70F0-410F-8065-16B69DD17362}" sibTransId="{B9C0B1D5-4BAC-4896-BE6B-FCF17DAD26F3}"/>
    <dgm:cxn modelId="{00398736-8CF3-406D-AAC5-DF4BAA412FC2}" type="presOf" srcId="{2AE818F2-2AB9-41B2-A238-716B4A59AFA9}" destId="{1E5C0DB3-F73F-41D7-9B51-87C05A38866C}" srcOrd="0" destOrd="4" presId="urn:microsoft.com/office/officeart/2005/8/layout/hList1"/>
    <dgm:cxn modelId="{2A38B1B2-5F3C-4CD7-9FDF-A3ABC4C4644B}" type="presOf" srcId="{8FEF40FE-8790-4444-85BF-F86F73B9BF14}" destId="{1E5C0DB3-F73F-41D7-9B51-87C05A38866C}" srcOrd="0" destOrd="3" presId="urn:microsoft.com/office/officeart/2005/8/layout/hList1"/>
    <dgm:cxn modelId="{4931D184-CBE7-4526-B235-27FDC676197F}" srcId="{7E85E3D0-0D45-4720-AE39-EA92430D814E}" destId="{8F2AD3AD-ABA7-4920-B57A-6EED10273ADA}" srcOrd="2" destOrd="0" parTransId="{D59B71DE-6487-4FE7-B040-42D58FB22C79}" sibTransId="{041B4210-57CF-48D2-89F2-E351C560D561}"/>
    <dgm:cxn modelId="{28968730-5281-4F10-B755-AA256A7B8F74}" type="presOf" srcId="{466614C4-4E41-4B44-BBA5-5DA0AA089772}" destId="{FFBB46F4-B76F-43FE-93E8-5D35AACB76D5}" srcOrd="0" destOrd="3" presId="urn:microsoft.com/office/officeart/2005/8/layout/hList1"/>
    <dgm:cxn modelId="{2A236F5A-B41A-462F-A31E-08FBAB7ABC19}" type="presOf" srcId="{F7570A12-A670-4215-9CEE-3B09CE008170}" destId="{C15E2050-C462-4140-B9D0-DDDE3B6C0ADB}" srcOrd="0" destOrd="1" presId="urn:microsoft.com/office/officeart/2005/8/layout/hList1"/>
    <dgm:cxn modelId="{AD1A49C7-30F7-40D7-880B-2F9627006508}" srcId="{4C61E3B8-A6D9-4A01-80B1-5987FE6B376A}" destId="{07662213-406A-484E-AF8C-67054C97FCCF}" srcOrd="0" destOrd="0" parTransId="{ED53D568-5C83-4C27-A20D-6C8A04F40564}" sibTransId="{1A7FA52E-5B8D-40CC-94E9-4C86EA12F149}"/>
    <dgm:cxn modelId="{F9251E20-7C54-45C8-B849-F43C49254BD1}" srcId="{4C61E3B8-A6D9-4A01-80B1-5987FE6B376A}" destId="{8FEF40FE-8790-4444-85BF-F86F73B9BF14}" srcOrd="3" destOrd="0" parTransId="{87849D62-9748-43C0-9D56-5D20C6814133}" sibTransId="{B8F4EAA0-DA95-414C-8585-0A4FEF5957B4}"/>
    <dgm:cxn modelId="{3ED8FF4D-56A4-4B40-AA8D-B63EDA6060DB}" type="presOf" srcId="{134261E6-E4B6-48F7-BA5E-6EAA2503F1C8}" destId="{1E5C0DB3-F73F-41D7-9B51-87C05A38866C}" srcOrd="0" destOrd="1" presId="urn:microsoft.com/office/officeart/2005/8/layout/hList1"/>
    <dgm:cxn modelId="{FC199D10-43E1-4281-B948-DC4E09164DB2}" srcId="{7E85E3D0-0D45-4720-AE39-EA92430D814E}" destId="{466614C4-4E41-4B44-BBA5-5DA0AA089772}" srcOrd="3" destOrd="0" parTransId="{E691CC65-DC08-4023-9DBB-B52607602CD3}" sibTransId="{24255B0E-0D7A-4B8F-AD72-0D8C61220468}"/>
    <dgm:cxn modelId="{2D7710C5-7996-4916-8EC2-EBC1426C6C7D}" type="presOf" srcId="{36B603D9-72DB-4F26-B35F-C74518819824}" destId="{2FC341ED-A780-49A5-B0AD-82A17FD14231}" srcOrd="0" destOrd="0" presId="urn:microsoft.com/office/officeart/2005/8/layout/hList1"/>
    <dgm:cxn modelId="{55F037F2-B98B-4D38-88E3-1A626A561528}" srcId="{7E85E3D0-0D45-4720-AE39-EA92430D814E}" destId="{478C0908-6C0B-404A-A9E6-BD8C41ECA7A1}" srcOrd="0" destOrd="0" parTransId="{E92B7FB1-F123-4935-874D-67C2A95A9216}" sibTransId="{7AFCCB69-071F-4DBE-8EA0-F7E058C1C9E9}"/>
    <dgm:cxn modelId="{B39E4DA2-556D-401A-9B87-F3127D768717}" type="presOf" srcId="{2BE075EB-9B67-4142-97C6-B086FD6763BF}" destId="{1E5C0DB3-F73F-41D7-9B51-87C05A38866C}" srcOrd="0" destOrd="5" presId="urn:microsoft.com/office/officeart/2005/8/layout/hList1"/>
    <dgm:cxn modelId="{0E2776DC-7025-4870-B62B-5C1A8261EDA4}" type="presOf" srcId="{ECE62B46-4517-4CE1-B762-3E24DB5CE36E}" destId="{1E5C0DB3-F73F-41D7-9B51-87C05A38866C}" srcOrd="0" destOrd="2" presId="urn:microsoft.com/office/officeart/2005/8/layout/hList1"/>
    <dgm:cxn modelId="{2B7B22FC-F1C6-455E-87BD-4E28DF1115BB}" type="presOf" srcId="{07662213-406A-484E-AF8C-67054C97FCCF}" destId="{1E5C0DB3-F73F-41D7-9B51-87C05A38866C}" srcOrd="0" destOrd="0" presId="urn:microsoft.com/office/officeart/2005/8/layout/hList1"/>
    <dgm:cxn modelId="{53399FBA-915C-4C2D-866F-2B95F968DFA4}" type="presOf" srcId="{BB49594F-3FEE-4B5C-8F76-6AC2400259EB}" destId="{98A0D4CF-9778-416F-848F-3A3EDC93575B}" srcOrd="0" destOrd="0" presId="urn:microsoft.com/office/officeart/2005/8/layout/hList1"/>
    <dgm:cxn modelId="{A7520ACB-8D13-44EB-9C99-E6FA382AF3C1}" type="presOf" srcId="{7E85E3D0-0D45-4720-AE39-EA92430D814E}" destId="{B2F1818E-5929-4CAD-B95A-8311440CEBCA}" srcOrd="0" destOrd="0" presId="urn:microsoft.com/office/officeart/2005/8/layout/hList1"/>
    <dgm:cxn modelId="{7465B411-4533-480C-9F5C-032ED0C2AB03}" srcId="{36B603D9-72DB-4F26-B35F-C74518819824}" destId="{4C61E3B8-A6D9-4A01-80B1-5987FE6B376A}" srcOrd="0" destOrd="0" parTransId="{2DE79ADC-8310-4075-930F-846B77FE0C08}" sibTransId="{4BBF3DAF-F9D3-45E0-9861-75F2BCE0ADC0}"/>
    <dgm:cxn modelId="{B3BA06B2-74E9-47EF-B42F-186B4DD8ED68}" srcId="{4C61E3B8-A6D9-4A01-80B1-5987FE6B376A}" destId="{2AE818F2-2AB9-41B2-A238-716B4A59AFA9}" srcOrd="4" destOrd="0" parTransId="{B5B0BB50-6EA8-4731-9449-E7FA0B582A7F}" sibTransId="{D80206AF-5D58-45E6-B83D-A36A3C5183F9}"/>
    <dgm:cxn modelId="{29F5745B-B47F-4AF5-8F60-31C9B98C9783}" type="presOf" srcId="{9567E2A7-1CCF-4AA5-97F9-BD8D427F2568}" destId="{FFBB46F4-B76F-43FE-93E8-5D35AACB76D5}" srcOrd="0" destOrd="1" presId="urn:microsoft.com/office/officeart/2005/8/layout/hList1"/>
    <dgm:cxn modelId="{01562F0C-ABC5-450B-807E-585A449D6D7A}" srcId="{7E85E3D0-0D45-4720-AE39-EA92430D814E}" destId="{9567E2A7-1CCF-4AA5-97F9-BD8D427F2568}" srcOrd="1" destOrd="0" parTransId="{587174B5-C4E5-4905-9582-D81BBF6C192B}" sibTransId="{4A80E4D4-E4DE-480C-A398-A3BED6773176}"/>
    <dgm:cxn modelId="{37FF5BCA-75C1-4714-8A64-07163EC733A2}" srcId="{4C61E3B8-A6D9-4A01-80B1-5987FE6B376A}" destId="{ECE62B46-4517-4CE1-B762-3E24DB5CE36E}" srcOrd="2" destOrd="0" parTransId="{1D20589C-C90F-4C07-BD27-CBD018FC1AA2}" sibTransId="{1A887759-303C-4050-9370-81FA8D1A9A4C}"/>
    <dgm:cxn modelId="{B32DBAEA-8878-43AE-A31B-C5C6F3C06E91}" type="presParOf" srcId="{2FC341ED-A780-49A5-B0AD-82A17FD14231}" destId="{0670962E-D8C6-45F8-999C-1EE90B12FF07}" srcOrd="0" destOrd="0" presId="urn:microsoft.com/office/officeart/2005/8/layout/hList1"/>
    <dgm:cxn modelId="{9D79F497-5DCA-4162-94B5-77480EE43820}" type="presParOf" srcId="{0670962E-D8C6-45F8-999C-1EE90B12FF07}" destId="{FEBECFE0-7A44-4CA9-B338-6929F8985BCD}" srcOrd="0" destOrd="0" presId="urn:microsoft.com/office/officeart/2005/8/layout/hList1"/>
    <dgm:cxn modelId="{895899B8-E843-4512-9A4D-21DA933F25C4}" type="presParOf" srcId="{0670962E-D8C6-45F8-999C-1EE90B12FF07}" destId="{1E5C0DB3-F73F-41D7-9B51-87C05A38866C}" srcOrd="1" destOrd="0" presId="urn:microsoft.com/office/officeart/2005/8/layout/hList1"/>
    <dgm:cxn modelId="{AAD0B8E7-4A7D-473C-AF0E-B974D4273C97}" type="presParOf" srcId="{2FC341ED-A780-49A5-B0AD-82A17FD14231}" destId="{22110C70-F56A-4B62-B47C-6A0EC30F1434}" srcOrd="1" destOrd="0" presId="urn:microsoft.com/office/officeart/2005/8/layout/hList1"/>
    <dgm:cxn modelId="{593C5FCB-223D-4058-854D-5C2ECF76EB87}" type="presParOf" srcId="{2FC341ED-A780-49A5-B0AD-82A17FD14231}" destId="{A6FCA82D-965A-411F-A830-0FA5DA891428}" srcOrd="2" destOrd="0" presId="urn:microsoft.com/office/officeart/2005/8/layout/hList1"/>
    <dgm:cxn modelId="{238CF261-CE72-4228-AF4A-484BF667C892}" type="presParOf" srcId="{A6FCA82D-965A-411F-A830-0FA5DA891428}" destId="{B2F1818E-5929-4CAD-B95A-8311440CEBCA}" srcOrd="0" destOrd="0" presId="urn:microsoft.com/office/officeart/2005/8/layout/hList1"/>
    <dgm:cxn modelId="{CD3EF78E-8698-4A2E-B931-F08FD6FF74BE}" type="presParOf" srcId="{A6FCA82D-965A-411F-A830-0FA5DA891428}" destId="{FFBB46F4-B76F-43FE-93E8-5D35AACB76D5}" srcOrd="1" destOrd="0" presId="urn:microsoft.com/office/officeart/2005/8/layout/hList1"/>
    <dgm:cxn modelId="{B749AA6C-6960-4E68-8887-20D7A279B19D}" type="presParOf" srcId="{2FC341ED-A780-49A5-B0AD-82A17FD14231}" destId="{5C674F78-BA27-40D2-A930-FD3C26192C79}" srcOrd="3" destOrd="0" presId="urn:microsoft.com/office/officeart/2005/8/layout/hList1"/>
    <dgm:cxn modelId="{131A0A21-FAFF-41C8-AEA8-D5D534B3AA27}" type="presParOf" srcId="{2FC341ED-A780-49A5-B0AD-82A17FD14231}" destId="{CB739F6C-99F2-4897-A037-B5FC310E9917}" srcOrd="4" destOrd="0" presId="urn:microsoft.com/office/officeart/2005/8/layout/hList1"/>
    <dgm:cxn modelId="{6945333E-7EE3-48F5-A443-5CAEA90016B0}" type="presParOf" srcId="{CB739F6C-99F2-4897-A037-B5FC310E9917}" destId="{98A0D4CF-9778-416F-848F-3A3EDC93575B}" srcOrd="0" destOrd="0" presId="urn:microsoft.com/office/officeart/2005/8/layout/hList1"/>
    <dgm:cxn modelId="{E7F4316B-8AE6-48BB-8429-58618B28CEFA}" type="presParOf" srcId="{CB739F6C-99F2-4897-A037-B5FC310E9917}" destId="{C15E2050-C462-4140-B9D0-DDDE3B6C0A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9F706-D52A-41EE-A25C-B09DFDDB9E45}">
      <dsp:nvSpPr>
        <dsp:cNvPr id="0" name=""/>
        <dsp:cNvSpPr/>
      </dsp:nvSpPr>
      <dsp:spPr>
        <a:xfrm>
          <a:off x="0" y="0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 email software to type in recipient’s address</a:t>
          </a:r>
        </a:p>
      </dsp:txBody>
      <dsp:txXfrm>
        <a:off x="26187" y="26187"/>
        <a:ext cx="3836467" cy="841706"/>
      </dsp:txXfrm>
    </dsp:sp>
    <dsp:sp modelId="{96E70337-F829-4AA6-8B44-9473585C1294}">
      <dsp:nvSpPr>
        <dsp:cNvPr id="0" name=""/>
        <dsp:cNvSpPr/>
      </dsp:nvSpPr>
      <dsp:spPr>
        <a:xfrm>
          <a:off x="408432" y="1056640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-2447042"/>
            <a:satOff val="10798"/>
            <a:lumOff val="-18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Message first goes to email server at own ISP</a:t>
          </a:r>
        </a:p>
      </dsp:txBody>
      <dsp:txXfrm>
        <a:off x="434619" y="1082827"/>
        <a:ext cx="3834841" cy="841706"/>
      </dsp:txXfrm>
    </dsp:sp>
    <dsp:sp modelId="{254DBC5E-F7A8-49F7-8F3E-DE44ADFBC939}">
      <dsp:nvSpPr>
        <dsp:cNvPr id="0" name=""/>
        <dsp:cNvSpPr/>
      </dsp:nvSpPr>
      <dsp:spPr>
        <a:xfrm>
          <a:off x="810768" y="2113280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-4894083"/>
            <a:satOff val="21595"/>
            <a:lumOff val="-36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Message then goes to email server at other person’s ISP</a:t>
          </a:r>
        </a:p>
      </dsp:txBody>
      <dsp:txXfrm>
        <a:off x="836955" y="2139467"/>
        <a:ext cx="3840937" cy="841706"/>
      </dsp:txXfrm>
    </dsp:sp>
    <dsp:sp modelId="{551E0CE2-A2FE-4CF2-BC6F-6B7490E473DF}">
      <dsp:nvSpPr>
        <dsp:cNvPr id="0" name=""/>
        <dsp:cNvSpPr/>
      </dsp:nvSpPr>
      <dsp:spPr>
        <a:xfrm>
          <a:off x="1219200" y="3169919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Message is held there until recipient downloads it</a:t>
          </a:r>
        </a:p>
      </dsp:txBody>
      <dsp:txXfrm>
        <a:off x="1245387" y="3196106"/>
        <a:ext cx="3834841" cy="841706"/>
      </dsp:txXfrm>
    </dsp:sp>
    <dsp:sp modelId="{EB941CBE-579A-476E-A96C-CD665774B8AE}">
      <dsp:nvSpPr>
        <dsp:cNvPr id="0" name=""/>
        <dsp:cNvSpPr/>
      </dsp:nvSpPr>
      <dsp:spPr>
        <a:xfrm>
          <a:off x="4295647" y="684783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426406" y="684783"/>
        <a:ext cx="319634" cy="437317"/>
      </dsp:txXfrm>
    </dsp:sp>
    <dsp:sp modelId="{146303AC-F2FF-4449-89E6-C9C5CE8527E5}">
      <dsp:nvSpPr>
        <dsp:cNvPr id="0" name=""/>
        <dsp:cNvSpPr/>
      </dsp:nvSpPr>
      <dsp:spPr>
        <a:xfrm>
          <a:off x="4704080" y="1741423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02706"/>
            <a:satOff val="13424"/>
            <a:lumOff val="-357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702706"/>
              <a:satOff val="13424"/>
              <a:lumOff val="-3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834839" y="1741423"/>
        <a:ext cx="319634" cy="437317"/>
      </dsp:txXfrm>
    </dsp:sp>
    <dsp:sp modelId="{63BDEEAD-EA99-4BFD-9A1A-45D0F5104AA6}">
      <dsp:nvSpPr>
        <dsp:cNvPr id="0" name=""/>
        <dsp:cNvSpPr/>
      </dsp:nvSpPr>
      <dsp:spPr>
        <a:xfrm>
          <a:off x="5106415" y="2798064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405413"/>
            <a:satOff val="26847"/>
            <a:lumOff val="-71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405413"/>
              <a:satOff val="26847"/>
              <a:lumOff val="-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237174" y="2798064"/>
        <a:ext cx="319634" cy="4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C33A3-A81D-4316-A541-5CFC3D11107E}">
      <dsp:nvSpPr>
        <dsp:cNvPr id="0" name=""/>
        <dsp:cNvSpPr/>
      </dsp:nvSpPr>
      <dsp:spPr>
        <a:xfrm>
          <a:off x="29" y="153992"/>
          <a:ext cx="2848570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b="1" kern="1200" dirty="0"/>
            <a:t>Web-based email</a:t>
          </a:r>
          <a:endParaRPr lang="en-US" sz="2300" kern="1200" dirty="0"/>
        </a:p>
      </dsp:txBody>
      <dsp:txXfrm>
        <a:off x="29" y="153992"/>
        <a:ext cx="2848570" cy="662400"/>
      </dsp:txXfrm>
    </dsp:sp>
    <dsp:sp modelId="{2CF20D91-9BA4-4BC6-8EF8-A535F90D47AC}">
      <dsp:nvSpPr>
        <dsp:cNvPr id="0" name=""/>
        <dsp:cNvSpPr/>
      </dsp:nvSpPr>
      <dsp:spPr>
        <a:xfrm>
          <a:off x="29" y="816392"/>
          <a:ext cx="2848570" cy="30936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300" kern="1200" dirty="0"/>
            <a:t>Accessed using a web browser anywhere where internet access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300" kern="1200" dirty="0"/>
            <a:t>Must be online to access account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Free of charge (might pay for internet access)</a:t>
          </a:r>
        </a:p>
      </dsp:txBody>
      <dsp:txXfrm>
        <a:off x="29" y="816392"/>
        <a:ext cx="2848570" cy="3093615"/>
      </dsp:txXfrm>
    </dsp:sp>
    <dsp:sp modelId="{3D7E0963-4477-40AC-9710-702D4A3DCFEC}">
      <dsp:nvSpPr>
        <dsp:cNvPr id="0" name=""/>
        <dsp:cNvSpPr/>
      </dsp:nvSpPr>
      <dsp:spPr>
        <a:xfrm>
          <a:off x="3247399" y="153992"/>
          <a:ext cx="2848570" cy="662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b="1" kern="1200" dirty="0"/>
            <a:t>ISP-based email</a:t>
          </a:r>
          <a:endParaRPr lang="en-US" sz="2300" kern="1200" dirty="0"/>
        </a:p>
      </dsp:txBody>
      <dsp:txXfrm>
        <a:off x="3247399" y="153992"/>
        <a:ext cx="2848570" cy="662400"/>
      </dsp:txXfrm>
    </dsp:sp>
    <dsp:sp modelId="{C53D3DBE-942B-4325-AD6D-36C0B83C7CB8}">
      <dsp:nvSpPr>
        <dsp:cNvPr id="0" name=""/>
        <dsp:cNvSpPr/>
      </dsp:nvSpPr>
      <dsp:spPr>
        <a:xfrm>
          <a:off x="3247399" y="816392"/>
          <a:ext cx="2848570" cy="30936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300" kern="1200" dirty="0"/>
            <a:t>Set up on local computer or device using appropriate software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300" kern="1200" dirty="0"/>
            <a:t>Can be accessed without being online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Monthly ISP charge plus internet access cost</a:t>
          </a:r>
        </a:p>
      </dsp:txBody>
      <dsp:txXfrm>
        <a:off x="3247399" y="816392"/>
        <a:ext cx="2848570" cy="30936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ECFE0-7A44-4CA9-B338-6929F8985BCD}">
      <dsp:nvSpPr>
        <dsp:cNvPr id="0" name=""/>
        <dsp:cNvSpPr/>
      </dsp:nvSpPr>
      <dsp:spPr>
        <a:xfrm>
          <a:off x="2549" y="421122"/>
          <a:ext cx="2485528" cy="9577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Email</a:t>
          </a:r>
        </a:p>
      </dsp:txBody>
      <dsp:txXfrm>
        <a:off x="2549" y="421122"/>
        <a:ext cx="2485528" cy="957704"/>
      </dsp:txXfrm>
    </dsp:sp>
    <dsp:sp modelId="{1E5C0DB3-F73F-41D7-9B51-87C05A38866C}">
      <dsp:nvSpPr>
        <dsp:cNvPr id="0" name=""/>
        <dsp:cNvSpPr/>
      </dsp:nvSpPr>
      <dsp:spPr>
        <a:xfrm>
          <a:off x="2549" y="1378826"/>
          <a:ext cx="2485528" cy="27669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ISP-based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Web-based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Format of email address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Address book or contacts list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Mailing list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Practical tips</a:t>
          </a:r>
        </a:p>
      </dsp:txBody>
      <dsp:txXfrm>
        <a:off x="2549" y="1378826"/>
        <a:ext cx="2485528" cy="2766960"/>
      </dsp:txXfrm>
    </dsp:sp>
    <dsp:sp modelId="{B2F1818E-5929-4CAD-B95A-8311440CEBCA}">
      <dsp:nvSpPr>
        <dsp:cNvPr id="0" name=""/>
        <dsp:cNvSpPr/>
      </dsp:nvSpPr>
      <dsp:spPr>
        <a:xfrm>
          <a:off x="2836051" y="421122"/>
          <a:ext cx="2485528" cy="957704"/>
        </a:xfrm>
        <a:prstGeom prst="rect">
          <a:avLst/>
        </a:prstGeom>
        <a:solidFill>
          <a:schemeClr val="accent2">
            <a:hueOff val="-3670562"/>
            <a:satOff val="16196"/>
            <a:lumOff val="-2745"/>
            <a:alphaOff val="0"/>
          </a:schemeClr>
        </a:solidFill>
        <a:ln w="15875" cap="flat" cmpd="sng" algn="ctr">
          <a:solidFill>
            <a:schemeClr val="accent2">
              <a:hueOff val="-3670562"/>
              <a:satOff val="16196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Other modes of electronic communication</a:t>
          </a:r>
        </a:p>
      </dsp:txBody>
      <dsp:txXfrm>
        <a:off x="2836051" y="421122"/>
        <a:ext cx="2485528" cy="957704"/>
      </dsp:txXfrm>
    </dsp:sp>
    <dsp:sp modelId="{FFBB46F4-B76F-43FE-93E8-5D35AACB76D5}">
      <dsp:nvSpPr>
        <dsp:cNvPr id="0" name=""/>
        <dsp:cNvSpPr/>
      </dsp:nvSpPr>
      <dsp:spPr>
        <a:xfrm>
          <a:off x="2836051" y="1378826"/>
          <a:ext cx="2485528" cy="2766960"/>
        </a:xfrm>
        <a:prstGeom prst="rect">
          <a:avLst/>
        </a:prstGeom>
        <a:solidFill>
          <a:schemeClr val="accent2">
            <a:tint val="40000"/>
            <a:alpha val="90000"/>
            <a:hueOff val="-3702706"/>
            <a:satOff val="13424"/>
            <a:lumOff val="-357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702706"/>
              <a:satOff val="13424"/>
              <a:lumOff val="-3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Social networking sites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Instant messaging, chat, SMS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Weblog (blog)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Fax to email</a:t>
          </a:r>
        </a:p>
      </dsp:txBody>
      <dsp:txXfrm>
        <a:off x="2836051" y="1378826"/>
        <a:ext cx="2485528" cy="2766960"/>
      </dsp:txXfrm>
    </dsp:sp>
    <dsp:sp modelId="{98A0D4CF-9778-416F-848F-3A3EDC93575B}">
      <dsp:nvSpPr>
        <dsp:cNvPr id="0" name=""/>
        <dsp:cNvSpPr/>
      </dsp:nvSpPr>
      <dsp:spPr>
        <a:xfrm>
          <a:off x="5669554" y="421122"/>
          <a:ext cx="2485528" cy="957704"/>
        </a:xfrm>
        <a:prstGeom prst="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accent2">
              <a:hueOff val="-7341125"/>
              <a:satOff val="32393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Netiquette</a:t>
          </a:r>
        </a:p>
      </dsp:txBody>
      <dsp:txXfrm>
        <a:off x="5669554" y="421122"/>
        <a:ext cx="2485528" cy="957704"/>
      </dsp:txXfrm>
    </dsp:sp>
    <dsp:sp modelId="{C15E2050-C462-4140-B9D0-DDDE3B6C0ADB}">
      <dsp:nvSpPr>
        <dsp:cNvPr id="0" name=""/>
        <dsp:cNvSpPr/>
      </dsp:nvSpPr>
      <dsp:spPr>
        <a:xfrm>
          <a:off x="5669554" y="1378826"/>
          <a:ext cx="2485528" cy="2766960"/>
        </a:xfrm>
        <a:prstGeom prst="rect">
          <a:avLst/>
        </a:prstGeom>
        <a:solidFill>
          <a:schemeClr val="accent2">
            <a:tint val="40000"/>
            <a:alpha val="90000"/>
            <a:hueOff val="-7405413"/>
            <a:satOff val="26847"/>
            <a:lumOff val="-71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405413"/>
              <a:satOff val="26847"/>
              <a:lumOff val="-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Social networking sites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Email</a:t>
          </a:r>
        </a:p>
      </dsp:txBody>
      <dsp:txXfrm>
        <a:off x="5669554" y="1378826"/>
        <a:ext cx="2485528" cy="2766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36752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3636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65688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49833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69617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76681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25294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41086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96157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0665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15126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81139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1598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47304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51035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127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6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3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6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87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3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62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87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2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54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8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44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9.xml"/><Relationship Id="rId18" Type="http://schemas.openxmlformats.org/officeDocument/2006/relationships/slide" Target="slide26.xml"/><Relationship Id="rId3" Type="http://schemas.openxmlformats.org/officeDocument/2006/relationships/slide" Target="slide25.xml"/><Relationship Id="rId7" Type="http://schemas.openxmlformats.org/officeDocument/2006/relationships/slide" Target="slide7.xml"/><Relationship Id="rId12" Type="http://schemas.openxmlformats.org/officeDocument/2006/relationships/slide" Target="slide18.xml"/><Relationship Id="rId17" Type="http://schemas.openxmlformats.org/officeDocument/2006/relationships/slide" Target="slide24.xml"/><Relationship Id="rId2" Type="http://schemas.openxmlformats.org/officeDocument/2006/relationships/slide" Target="slide3.xml"/><Relationship Id="rId16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7.xml"/><Relationship Id="rId5" Type="http://schemas.openxmlformats.org/officeDocument/2006/relationships/slide" Target="slide5.xml"/><Relationship Id="rId15" Type="http://schemas.openxmlformats.org/officeDocument/2006/relationships/slide" Target="slide21.xml"/><Relationship Id="rId10" Type="http://schemas.openxmlformats.org/officeDocument/2006/relationships/slide" Target="slide16.xml"/><Relationship Id="rId4" Type="http://schemas.openxmlformats.org/officeDocument/2006/relationships/slide" Target="slide4.xml"/><Relationship Id="rId9" Type="http://schemas.openxmlformats.org/officeDocument/2006/relationships/slide" Target="slide15.xml"/><Relationship Id="rId1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slide" Target="slide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5536" y="4797152"/>
            <a:ext cx="4013076" cy="1914057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pPr algn="l"/>
            <a:r>
              <a:rPr lang="en-US" sz="5400" dirty="0"/>
              <a:t>Module 2.4: </a:t>
            </a:r>
            <a:br>
              <a:rPr lang="en-US" sz="5400" dirty="0"/>
            </a:br>
            <a:r>
              <a:rPr lang="en-ZA" sz="5400" dirty="0"/>
              <a:t>Electronic communication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188640"/>
            <a:ext cx="1740904" cy="2484000"/>
          </a:xfrm>
          <a:prstGeom prst="rect">
            <a:avLst/>
          </a:prstGeom>
          <a:ln w="28575">
            <a:solidFill>
              <a:schemeClr val="bg2">
                <a:lumMod val="40000"/>
                <a:lumOff val="60000"/>
              </a:schemeClr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2816"/>
            <a:ext cx="4320480" cy="4608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hlinkClick r:id="rId2" action="ppaction://hlinksldjump"/>
              </a:rPr>
              <a:t>Introduction</a:t>
            </a:r>
            <a:endParaRPr lang="en-ZA" sz="2400" dirty="0">
              <a:solidFill>
                <a:srgbClr val="002060"/>
              </a:solidFill>
              <a:hlinkClick r:id="rId3" action="ppaction://hlinksldjump"/>
            </a:endParaRPr>
          </a:p>
          <a:p>
            <a:pPr marL="0" indent="0">
              <a:buNone/>
            </a:pPr>
            <a:r>
              <a:rPr lang="en-ZA" sz="2400">
                <a:solidFill>
                  <a:srgbClr val="002060"/>
                </a:solidFill>
                <a:hlinkClick r:id="rId4" action="ppaction://hlinksldjump"/>
              </a:rPr>
              <a:t>Email</a:t>
            </a:r>
            <a:endParaRPr lang="en-ZA" sz="24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>
                <a:solidFill>
                  <a:srgbClr val="002060"/>
                </a:solidFill>
                <a:hlinkClick r:id="rId5" action="ppaction://hlinksldjump"/>
              </a:rPr>
              <a:t>ISP email vs web-based email</a:t>
            </a:r>
            <a:endParaRPr lang="en-ZA" sz="18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>
                <a:solidFill>
                  <a:srgbClr val="002060"/>
                </a:solidFill>
                <a:hlinkClick r:id="rId6" action="ppaction://hlinksldjump"/>
              </a:rPr>
              <a:t>Email addresses</a:t>
            </a:r>
            <a:endParaRPr lang="en-ZA" sz="18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>
                <a:solidFill>
                  <a:srgbClr val="002060"/>
                </a:solidFill>
                <a:hlinkClick r:id="rId7" action="ppaction://hlinksldjump"/>
              </a:rPr>
              <a:t>Address book or contacts list</a:t>
            </a:r>
            <a:endParaRPr lang="en-ZA" sz="18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>
                <a:solidFill>
                  <a:srgbClr val="002060"/>
                </a:solidFill>
                <a:hlinkClick r:id="rId8" action="ppaction://hlinksldjump"/>
              </a:rPr>
              <a:t>Practical use of email </a:t>
            </a:r>
            <a:endParaRPr lang="en-ZA" sz="18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hlinkClick r:id="rId9" action="ppaction://hlinksldjump"/>
              </a:rPr>
              <a:t>Activity 1</a:t>
            </a: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hlinkClick r:id="rId10" action="ppaction://hlinksldjump"/>
              </a:rPr>
              <a:t>Other modes of e-communication</a:t>
            </a:r>
            <a:endParaRPr lang="en-US" sz="24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0" action="ppaction://hlinksldjump"/>
              </a:rPr>
              <a:t>Social networking sites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1" action="ppaction://hlinksldjump"/>
              </a:rPr>
              <a:t>Instant Messaging and Chat applications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2" action="ppaction://hlinksldjump"/>
              </a:rPr>
              <a:t>Weblog (blog)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3" action="ppaction://hlinksldjump"/>
              </a:rPr>
              <a:t>Fax to email</a:t>
            </a:r>
            <a:endParaRPr lang="en-ZA" sz="1800" dirty="0">
              <a:solidFill>
                <a:srgbClr val="00206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160585" y="1897364"/>
            <a:ext cx="3659887" cy="402336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91440" indent="-9144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dirty="0">
                <a:solidFill>
                  <a:srgbClr val="002060"/>
                </a:solidFill>
                <a:hlinkClick r:id="rId14" action="ppaction://hlinksldjump"/>
              </a:rPr>
              <a:t>Activity 2</a:t>
            </a:r>
            <a:endParaRPr lang="en-ZA" sz="2400" dirty="0">
              <a:solidFill>
                <a:srgbClr val="002060"/>
              </a:solidFill>
              <a:hlinkClick r:id="" action="ppaction://noaction"/>
            </a:endParaRPr>
          </a:p>
          <a:p>
            <a:pPr marL="0" indent="0">
              <a:buNone/>
            </a:pPr>
            <a:r>
              <a:rPr lang="en-ZA" sz="2400" dirty="0">
                <a:solidFill>
                  <a:srgbClr val="002060"/>
                </a:solidFill>
                <a:hlinkClick r:id="rId15" action="ppaction://hlinksldjump"/>
              </a:rPr>
              <a:t>Netiquette</a:t>
            </a:r>
            <a:endParaRPr lang="en-ZA" sz="24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5" action="ppaction://hlinksldjump"/>
              </a:rPr>
              <a:t>Netiquette and social networking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6" action="ppaction://hlinksldjump"/>
              </a:rPr>
              <a:t>Netiquette and email</a:t>
            </a:r>
            <a:endParaRPr lang="en-US" sz="2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hlinkClick r:id="rId17" action="ppaction://hlinksldjump"/>
              </a:rPr>
              <a:t>Activity 3</a:t>
            </a:r>
            <a:endParaRPr lang="en-ZA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ZA" sz="2400" dirty="0">
                <a:solidFill>
                  <a:srgbClr val="002060"/>
                </a:solidFill>
                <a:hlinkClick r:id="rId3" action="ppaction://hlinksldjump"/>
              </a:rPr>
              <a:t>Test and improve</a:t>
            </a:r>
            <a:endParaRPr lang="en-ZA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ZA" sz="2400" dirty="0">
                <a:solidFill>
                  <a:srgbClr val="002060"/>
                </a:solidFill>
                <a:hlinkClick r:id="rId18" action="ppaction://hlinksldjump"/>
              </a:rPr>
              <a:t>Written module activity</a:t>
            </a:r>
            <a:endParaRPr lang="en-ZA" sz="2400" dirty="0">
              <a:solidFill>
                <a:srgbClr val="002060"/>
              </a:solidFill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4898132" y="1988840"/>
            <a:ext cx="0" cy="4248472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cap="none" dirty="0"/>
              <a:t>INTRODUCTION</a:t>
            </a:r>
            <a:endParaRPr lang="en-ZA" sz="4000" cap="none" dirty="0"/>
          </a:p>
        </p:txBody>
      </p:sp>
      <p:sp>
        <p:nvSpPr>
          <p:cNvPr id="8" name="Rectangle 7"/>
          <p:cNvSpPr/>
          <p:nvPr/>
        </p:nvSpPr>
        <p:spPr>
          <a:xfrm>
            <a:off x="683568" y="1753735"/>
            <a:ext cx="576064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E-communication – all forms of electronic communication</a:t>
            </a:r>
          </a:p>
          <a:p>
            <a:pPr marL="457200" indent="-360000">
              <a:buFont typeface="Arial" panose="020B0604020202020204" pitchFamily="34" charset="0"/>
              <a:buChar char="•"/>
            </a:pPr>
            <a:r>
              <a:rPr lang="en-ZA" sz="2400" b="0" dirty="0"/>
              <a:t>Process by which computers and other communication devices are used to exchange messages and/or digital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716" y="3974700"/>
            <a:ext cx="3622343" cy="24649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005721" y="2322541"/>
            <a:ext cx="2897688" cy="17600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Action Button: Home 2">
            <a:hlinkClick r:id="rId5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cap="none" dirty="0">
                <a:solidFill>
                  <a:schemeClr val="tx2">
                    <a:lumMod val="75000"/>
                  </a:schemeClr>
                </a:solidFill>
              </a:rPr>
              <a:t>EMAIL</a:t>
            </a:r>
            <a:endParaRPr lang="en-ZA" sz="3200" cap="non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2628" y="1669333"/>
            <a:ext cx="750099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400" b="0" dirty="0">
                <a:latin typeface="+mn-lt"/>
              </a:rPr>
              <a:t>Composing, sending and receiving of messages electronically over a network such as the internet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86234628"/>
              </p:ext>
            </p:extLst>
          </p:nvPr>
        </p:nvGraphicFramePr>
        <p:xfrm>
          <a:off x="1365123" y="265533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Action Button: Home 5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cap="none" dirty="0">
                <a:solidFill>
                  <a:schemeClr val="tx2">
                    <a:lumMod val="75000"/>
                  </a:schemeClr>
                </a:solidFill>
              </a:rPr>
              <a:t>EMAIL</a:t>
            </a:r>
            <a:endParaRPr lang="en-ZA" sz="3200" cap="non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>
                <a:latin typeface="+mn-lt"/>
              </a:rPr>
              <a:t>ISP email vs web-based email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27629021"/>
              </p:ext>
            </p:extLst>
          </p:nvPr>
        </p:nvGraphicFramePr>
        <p:xfrm>
          <a:off x="1547664" y="234787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41" y="4423512"/>
            <a:ext cx="1251909" cy="4962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4" y="3268328"/>
            <a:ext cx="1455403" cy="10915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7862" y="3783933"/>
            <a:ext cx="1133954" cy="111566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Action Button: Home 10">
            <a:hlinkClick r:id="rId11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8648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1259632" y="2852936"/>
            <a:ext cx="20002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Mary.Jones</a:t>
            </a:r>
            <a:endParaRPr lang="en-ZA" sz="3200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7224" y="3861048"/>
            <a:ext cx="1710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+mn-lt"/>
              </a:rPr>
              <a:t>UserName</a:t>
            </a:r>
            <a:endParaRPr lang="en-ZA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43820" y="2852936"/>
            <a:ext cx="18573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@ mweb</a:t>
            </a:r>
            <a:endParaRPr lang="en-ZA" sz="3200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38897" y="2852936"/>
            <a:ext cx="7858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.co</a:t>
            </a:r>
            <a:endParaRPr lang="en-ZA" sz="32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0233" y="4432552"/>
            <a:ext cx="2931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+mn-lt"/>
              </a:rPr>
              <a:t>@Service provider</a:t>
            </a:r>
            <a:endParaRPr lang="en-ZA" sz="2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12173" y="2852936"/>
            <a:ext cx="7728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.za</a:t>
            </a:r>
            <a:endParaRPr lang="en-ZA" sz="3200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14744" y="4932618"/>
            <a:ext cx="2791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+mn-lt"/>
              </a:rPr>
              <a:t>.Type of organisation</a:t>
            </a:r>
            <a:endParaRPr lang="en-ZA" sz="2400" dirty="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57818" y="5432684"/>
            <a:ext cx="2998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3399"/>
                </a:solidFill>
                <a:latin typeface="+mn-lt"/>
              </a:rPr>
              <a:t>.Geographical location</a:t>
            </a:r>
            <a:endParaRPr lang="en-ZA" sz="2400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3691776" y="2918556"/>
            <a:ext cx="2111660" cy="500067"/>
          </a:xfrm>
          <a:prstGeom prst="round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68092" y="2924374"/>
            <a:ext cx="1253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+mn-lt"/>
              </a:rPr>
              <a:t>Domain</a:t>
            </a:r>
            <a:endParaRPr lang="en-ZA" sz="2800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E</a:t>
            </a:r>
            <a:r>
              <a:rPr lang="en-ZA" sz="2800" b="1" dirty="0">
                <a:latin typeface="+mn-lt"/>
              </a:rPr>
              <a:t>mail addresses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Action Button: Home 15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92350" y="2420888"/>
            <a:ext cx="7624066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Used to store email addresses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Email addresses added to list manually or automatically, or imported from another application or email system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Other information can be added (e.g. phone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Mailing list – list of email addresses grouped under a single name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Address book or contacts list</a:t>
            </a:r>
            <a:endParaRPr lang="en-ZA" sz="2800" b="1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40" y="5243101"/>
            <a:ext cx="8822548" cy="77818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Action Button: Home 8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11560" y="2679303"/>
            <a:ext cx="2757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FF0000"/>
                </a:solidFill>
                <a:latin typeface="+mn-lt"/>
              </a:rPr>
              <a:t>Sending a message</a:t>
            </a:r>
            <a:endParaRPr lang="en-ZA" sz="24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Sending, reading, replying and forwarding messages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27" y="3168949"/>
            <a:ext cx="5293335" cy="31252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 Box 13"/>
          <p:cNvSpPr txBox="1"/>
          <p:nvPr/>
        </p:nvSpPr>
        <p:spPr>
          <a:xfrm>
            <a:off x="6012160" y="3061333"/>
            <a:ext cx="2905557" cy="91874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Click on COMPOSE to create message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6012160" y="3828741"/>
            <a:ext cx="2311352" cy="48398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rgbClr val="00B050"/>
                </a:solidFill>
                <a:effectLst/>
                <a:ea typeface="Calibri" panose="020F0502020204030204" pitchFamily="34" charset="0"/>
              </a:rPr>
              <a:t>To field</a:t>
            </a:r>
          </a:p>
        </p:txBody>
      </p:sp>
      <p:sp>
        <p:nvSpPr>
          <p:cNvPr id="15" name="Text Box 13"/>
          <p:cNvSpPr txBox="1"/>
          <p:nvPr/>
        </p:nvSpPr>
        <p:spPr>
          <a:xfrm>
            <a:off x="6012160" y="4287370"/>
            <a:ext cx="2448272" cy="62045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Cc and Bcc fields</a:t>
            </a:r>
          </a:p>
        </p:txBody>
      </p:sp>
      <p:sp>
        <p:nvSpPr>
          <p:cNvPr id="16" name="Text Box 13"/>
          <p:cNvSpPr txBox="1"/>
          <p:nvPr/>
        </p:nvSpPr>
        <p:spPr>
          <a:xfrm>
            <a:off x="6012160" y="4722655"/>
            <a:ext cx="1872208" cy="60745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rgbClr val="FF33CC"/>
                </a:solidFill>
                <a:effectLst/>
                <a:ea typeface="Calibri" panose="020F0502020204030204" pitchFamily="34" charset="0"/>
              </a:rPr>
              <a:t>Subject field</a:t>
            </a:r>
          </a:p>
        </p:txBody>
      </p:sp>
      <p:sp>
        <p:nvSpPr>
          <p:cNvPr id="17" name="Text Box 13"/>
          <p:cNvSpPr txBox="1"/>
          <p:nvPr/>
        </p:nvSpPr>
        <p:spPr>
          <a:xfrm>
            <a:off x="6012160" y="5170212"/>
            <a:ext cx="2335859" cy="50708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rgbClr val="993300"/>
                </a:solidFill>
                <a:effectLst/>
                <a:ea typeface="Calibri" panose="020F0502020204030204" pitchFamily="34" charset="0"/>
              </a:rPr>
              <a:t>Message area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813830" y="4560986"/>
            <a:ext cx="1029714" cy="3178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ounded Rectangle 17"/>
          <p:cNvSpPr/>
          <p:nvPr/>
        </p:nvSpPr>
        <p:spPr>
          <a:xfrm>
            <a:off x="1885670" y="4570111"/>
            <a:ext cx="3024336" cy="28729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ounded Rectangle 18"/>
          <p:cNvSpPr/>
          <p:nvPr/>
        </p:nvSpPr>
        <p:spPr>
          <a:xfrm>
            <a:off x="5140989" y="4554591"/>
            <a:ext cx="572122" cy="302817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ounded Rectangle 19"/>
          <p:cNvSpPr/>
          <p:nvPr/>
        </p:nvSpPr>
        <p:spPr>
          <a:xfrm>
            <a:off x="1862841" y="4900884"/>
            <a:ext cx="3850270" cy="273158"/>
          </a:xfrm>
          <a:prstGeom prst="round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Rounded Rectangle 20"/>
          <p:cNvSpPr/>
          <p:nvPr/>
        </p:nvSpPr>
        <p:spPr>
          <a:xfrm>
            <a:off x="1862840" y="5218974"/>
            <a:ext cx="3861287" cy="683942"/>
          </a:xfrm>
          <a:prstGeom prst="roundRect">
            <a:avLst/>
          </a:prstGeom>
          <a:noFill/>
          <a:ln w="38100">
            <a:solidFill>
              <a:srgbClr val="99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 Box 13"/>
          <p:cNvSpPr txBox="1"/>
          <p:nvPr/>
        </p:nvSpPr>
        <p:spPr>
          <a:xfrm>
            <a:off x="6012160" y="5590951"/>
            <a:ext cx="2335859" cy="92417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Click on Send to send message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0694" y="5943769"/>
            <a:ext cx="670219" cy="323183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4" name="Action Button: Home 23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66246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4" grpId="0" animBg="1"/>
      <p:bldP spid="15" grpId="0" animBg="1"/>
      <p:bldP spid="16" grpId="0" animBg="1"/>
      <p:bldP spid="17" grpId="0" animBg="1"/>
      <p:bldP spid="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11560" y="3327375"/>
            <a:ext cx="7624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Go to </a:t>
            </a:r>
            <a:r>
              <a:rPr lang="en-US" sz="2400" b="0" i="1" dirty="0">
                <a:latin typeface="+mn-lt"/>
              </a:rPr>
              <a:t>Inbox</a:t>
            </a:r>
            <a:r>
              <a:rPr lang="en-US" sz="2400" b="0" dirty="0">
                <a:latin typeface="+mn-lt"/>
              </a:rPr>
              <a:t> and double-click on message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Sending, reading, replying and forwarding messages</a:t>
            </a:r>
          </a:p>
        </p:txBody>
      </p:sp>
      <p:pic>
        <p:nvPicPr>
          <p:cNvPr id="24" name="Picture 2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975447"/>
            <a:ext cx="5184576" cy="58974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25" name="Rectangle 24"/>
          <p:cNvSpPr/>
          <p:nvPr/>
        </p:nvSpPr>
        <p:spPr>
          <a:xfrm>
            <a:off x="662628" y="5127575"/>
            <a:ext cx="62856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Unread messages are displayed in bold</a:t>
            </a:r>
            <a:endParaRPr lang="en-ZA" sz="2400" b="0" dirty="0"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1560" y="2679303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Rea</a:t>
            </a:r>
            <a:r>
              <a:rPr lang="en-US" sz="2400" b="0" dirty="0">
                <a:solidFill>
                  <a:srgbClr val="FF0000"/>
                </a:solidFill>
              </a:rPr>
              <a:t>ding a message</a:t>
            </a:r>
            <a:endParaRPr lang="en-ZA" sz="2400" b="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2635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39380" y="3182889"/>
            <a:ext cx="762406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With message open click on </a:t>
            </a:r>
            <a:r>
              <a:rPr lang="en-US" sz="2400" b="0" i="1" dirty="0">
                <a:latin typeface="+mn-lt"/>
              </a:rPr>
              <a:t>Reply</a:t>
            </a:r>
            <a:r>
              <a:rPr lang="en-US" sz="2400" b="0" dirty="0">
                <a:latin typeface="+mn-lt"/>
              </a:rPr>
              <a:t> button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/>
              <a:t>To</a:t>
            </a:r>
            <a:r>
              <a:rPr lang="en-US" sz="2400" dirty="0"/>
              <a:t> field automatically filled in</a:t>
            </a:r>
            <a:br>
              <a:rPr lang="en-US" sz="2400" dirty="0"/>
            </a:br>
            <a:r>
              <a:rPr lang="en-US" sz="2400" i="1" dirty="0"/>
              <a:t>RE</a:t>
            </a:r>
            <a:r>
              <a:rPr lang="en-US" sz="2400" dirty="0"/>
              <a:t>: automatically added to Subject Field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1" dirty="0">
                <a:latin typeface="+mn-lt"/>
              </a:rPr>
              <a:t>Reply All </a:t>
            </a:r>
            <a:r>
              <a:rPr lang="en-US" sz="2400" b="0" dirty="0">
                <a:latin typeface="+mn-lt"/>
              </a:rPr>
              <a:t>sends reply to all addresses in To and Cc fields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Original message visible – type your reply above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Good practice to leave original message – allows recipient to keep track of correspondence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Sending, reading, replying and forwarding messages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560" y="2672332"/>
            <a:ext cx="3261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Replying to </a:t>
            </a:r>
            <a:r>
              <a:rPr lang="en-US" sz="2400" b="0" dirty="0">
                <a:solidFill>
                  <a:srgbClr val="FF0000"/>
                </a:solidFill>
              </a:rPr>
              <a:t>a message</a:t>
            </a:r>
            <a:endParaRPr lang="en-ZA" sz="2400" b="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Action Button: Home 10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9000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36761" y="3168949"/>
            <a:ext cx="7624066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Do not forward chain letters or hoaxes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Click on </a:t>
            </a:r>
            <a:r>
              <a:rPr lang="en-US" sz="2400" i="1" dirty="0"/>
              <a:t>Forward</a:t>
            </a:r>
            <a:r>
              <a:rPr lang="en-US" sz="2400" dirty="0"/>
              <a:t> button</a:t>
            </a:r>
            <a:br>
              <a:rPr lang="en-US" sz="2400" dirty="0"/>
            </a:br>
            <a:r>
              <a:rPr lang="en-US" sz="2400" i="1" dirty="0"/>
              <a:t>FW:</a:t>
            </a:r>
            <a:r>
              <a:rPr lang="en-US" sz="2400" dirty="0"/>
              <a:t> automatically added to Subject field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practice to delete unnecessary addresses of people who have received the message, before you forward it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Sending, reading, replying and forwarding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483" y="2679303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Forwarding </a:t>
            </a:r>
            <a:r>
              <a:rPr lang="en-US" sz="2400" b="0" dirty="0">
                <a:solidFill>
                  <a:srgbClr val="FF0000"/>
                </a:solidFill>
              </a:rPr>
              <a:t>a message</a:t>
            </a:r>
            <a:endParaRPr lang="en-ZA" sz="2400" b="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Action Button: Home 8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5735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37556" y="3168949"/>
            <a:ext cx="752606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Email applications let you attach files to messages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Program files with extension </a:t>
            </a:r>
            <a:r>
              <a:rPr lang="en-US" sz="2400" dirty="0">
                <a:solidFill>
                  <a:srgbClr val="FF0000"/>
                </a:solidFill>
              </a:rPr>
              <a:t>.exe </a:t>
            </a:r>
            <a:r>
              <a:rPr lang="en-US" sz="2400" dirty="0"/>
              <a:t>sometimes not allowed because of virus risks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Limit on size of attachments (Gmail 25 MB) </a:t>
            </a:r>
            <a:br>
              <a:rPr lang="en-US" sz="2400" dirty="0"/>
            </a:br>
            <a:r>
              <a:rPr lang="en-US" sz="2400" dirty="0"/>
              <a:t>Acceptable max size differs from organization to organization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Attachments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Action Button: Home 6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22119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44611" y="2708920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+mn-lt"/>
              </a:rPr>
              <a:t>To attach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file:</a:t>
            </a:r>
            <a:endParaRPr lang="en-ZA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Attachments</a:t>
            </a: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623440"/>
            <a:ext cx="5214342" cy="411085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1560" y="3221741"/>
            <a:ext cx="3168352" cy="2803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>
                <a:ea typeface="Calibri" panose="020F0502020204030204" pitchFamily="34" charset="0"/>
              </a:rPr>
              <a:t>Click </a:t>
            </a:r>
            <a:r>
              <a:rPr lang="en-ZA" sz="2400" dirty="0">
                <a:solidFill>
                  <a:srgbClr val="FF0000"/>
                </a:solidFill>
                <a:ea typeface="Calibri" panose="020F0502020204030204" pitchFamily="34" charset="0"/>
              </a:rPr>
              <a:t>Attach</a:t>
            </a:r>
            <a:r>
              <a:rPr lang="en-ZA" sz="2400" b="1" dirty="0">
                <a:ea typeface="Calibri" panose="020F0502020204030204" pitchFamily="34" charset="0"/>
              </a:rPr>
              <a:t> </a:t>
            </a:r>
            <a:r>
              <a:rPr lang="en-ZA" sz="2400" dirty="0">
                <a:ea typeface="Calibri" panose="020F0502020204030204" pitchFamily="34" charset="0"/>
              </a:rPr>
              <a:t>icon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>
                <a:ea typeface="Calibri" panose="020F0502020204030204" pitchFamily="34" charset="0"/>
              </a:rPr>
              <a:t>A </a:t>
            </a:r>
            <a:r>
              <a:rPr lang="en-ZA" sz="2400" dirty="0">
                <a:solidFill>
                  <a:srgbClr val="00B0F0"/>
                </a:solidFill>
                <a:ea typeface="Calibri" panose="020F0502020204030204" pitchFamily="34" charset="0"/>
              </a:rPr>
              <a:t>dialog box </a:t>
            </a:r>
            <a:r>
              <a:rPr lang="en-ZA" sz="2400" dirty="0">
                <a:ea typeface="Calibri" panose="020F0502020204030204" pitchFamily="34" charset="0"/>
              </a:rPr>
              <a:t>will appear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Locate the file,</a:t>
            </a:r>
            <a:br>
              <a:rPr lang="en-US" sz="2400" dirty="0"/>
            </a:br>
            <a:r>
              <a:rPr lang="en-US" sz="2400" dirty="0"/>
              <a:t>click </a:t>
            </a:r>
            <a:r>
              <a:rPr lang="en-US" sz="2400" dirty="0">
                <a:solidFill>
                  <a:srgbClr val="00B050"/>
                </a:solidFill>
              </a:rPr>
              <a:t>Open</a:t>
            </a:r>
            <a:r>
              <a:rPr lang="en-US" sz="2400" dirty="0"/>
              <a:t> to attach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Click </a:t>
            </a:r>
            <a:r>
              <a:rPr lang="en-US" sz="2400" dirty="0">
                <a:solidFill>
                  <a:srgbClr val="FF33CC"/>
                </a:solidFill>
              </a:rPr>
              <a:t>Send</a:t>
            </a:r>
            <a:endParaRPr lang="en-ZA" sz="2400" dirty="0">
              <a:solidFill>
                <a:srgbClr val="FF33CC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652120" y="5229200"/>
            <a:ext cx="360040" cy="4408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/>
          <p:cNvSpPr/>
          <p:nvPr/>
        </p:nvSpPr>
        <p:spPr>
          <a:xfrm>
            <a:off x="5940152" y="4365104"/>
            <a:ext cx="2982094" cy="236919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7886146" y="6470704"/>
            <a:ext cx="554943" cy="25290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/>
          <p:cNvSpPr/>
          <p:nvPr/>
        </p:nvSpPr>
        <p:spPr>
          <a:xfrm>
            <a:off x="4788024" y="5266207"/>
            <a:ext cx="643451" cy="300114"/>
          </a:xfrm>
          <a:prstGeom prst="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74647" y="6470704"/>
            <a:ext cx="730250" cy="27432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40433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5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EMAIL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50517" y="2701337"/>
            <a:ext cx="3384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FF0000"/>
                </a:solidFill>
                <a:latin typeface="+mn-lt"/>
              </a:rPr>
              <a:t>To open attachment:</a:t>
            </a:r>
            <a:endParaRPr lang="en-ZA" sz="24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/>
              <a:t>Practical use of email: </a:t>
            </a:r>
          </a:p>
          <a:p>
            <a:r>
              <a:rPr lang="en-ZA" sz="2800" b="1" i="1" dirty="0"/>
              <a:t>Attachments</a:t>
            </a:r>
          </a:p>
        </p:txBody>
      </p:sp>
      <p:sp>
        <p:nvSpPr>
          <p:cNvPr id="2" name="Rectangle 1"/>
          <p:cNvSpPr/>
          <p:nvPr/>
        </p:nvSpPr>
        <p:spPr>
          <a:xfrm>
            <a:off x="692350" y="3149733"/>
            <a:ext cx="7624066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>
                <a:ea typeface="Calibri" panose="020F0502020204030204" pitchFamily="34" charset="0"/>
              </a:rPr>
              <a:t>First open message – attachment shown as icon </a:t>
            </a:r>
            <a:br>
              <a:rPr lang="en-ZA" sz="2400" dirty="0">
                <a:ea typeface="Calibri" panose="020F0502020204030204" pitchFamily="34" charset="0"/>
              </a:rPr>
            </a:br>
            <a:r>
              <a:rPr lang="en-ZA" sz="2400" dirty="0">
                <a:ea typeface="Calibri" panose="020F0502020204030204" pitchFamily="34" charset="0"/>
              </a:rPr>
              <a:t>with name of file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>
                <a:ea typeface="Calibri" panose="020F0502020204030204" pitchFamily="34" charset="0"/>
              </a:rPr>
              <a:t>Save file to computer, then open file</a:t>
            </a:r>
            <a:br>
              <a:rPr lang="en-ZA" sz="2400" dirty="0">
                <a:ea typeface="Calibri" panose="020F0502020204030204" pitchFamily="34" charset="0"/>
              </a:rPr>
            </a:br>
            <a:r>
              <a:rPr lang="en-ZA" sz="2400" dirty="0">
                <a:ea typeface="Calibri" panose="020F0502020204030204" pitchFamily="34" charset="0"/>
              </a:rPr>
              <a:t>(</a:t>
            </a:r>
            <a:r>
              <a:rPr lang="en-US" sz="2400" dirty="0">
                <a:ea typeface="Calibri" panose="020F0502020204030204" pitchFamily="34" charset="0"/>
              </a:rPr>
              <a:t>Can open file without saving it first – file will open in application associated with that type of file)</a:t>
            </a:r>
            <a:endParaRPr lang="en-ZA" sz="2400" dirty="0"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 not open attachments in messages from people you do not trust – might contain a virus</a:t>
            </a:r>
            <a:endParaRPr lang="en-ZA" sz="2400" dirty="0">
              <a:solidFill>
                <a:srgbClr val="FF33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Action Button: Home 8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75885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03848" y="5301208"/>
            <a:ext cx="2536304" cy="773118"/>
          </a:xfrm>
        </p:spPr>
        <p:txBody>
          <a:bodyPr/>
          <a:lstStyle/>
          <a:p>
            <a:r>
              <a:rPr lang="en-US" sz="4900" dirty="0"/>
              <a:t>ACTIVITY 1</a:t>
            </a:r>
            <a:endParaRPr lang="en-ZA" sz="4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3397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OTHER MODES OF E-COMMUNICATION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Social networking sites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662627" y="2492896"/>
            <a:ext cx="7516961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</a:rPr>
              <a:t>Interactive websites where individuals and organisations post their likes, dislikes, photographs and activities for friends and interested parties to read and respond to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27" y="4663409"/>
            <a:ext cx="1206158" cy="12061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330" y="4663409"/>
            <a:ext cx="1190301" cy="11903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128" y="4664558"/>
            <a:ext cx="1481293" cy="1203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86" b="14841"/>
          <a:stretch/>
        </p:blipFill>
        <p:spPr>
          <a:xfrm>
            <a:off x="2029794" y="5834291"/>
            <a:ext cx="1711585" cy="8475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6" b="29738"/>
          <a:stretch/>
        </p:blipFill>
        <p:spPr>
          <a:xfrm>
            <a:off x="4815786" y="5785586"/>
            <a:ext cx="2327225" cy="87157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Action Button: Home 11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531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OTHER MODES OF E-COMMUNICATION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Instant Messaging and Chat applications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662628" y="2738355"/>
            <a:ext cx="7624066" cy="1018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These applications occur in real time (different to email)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Many social networking sites offer instant messaging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474083"/>
            <a:ext cx="1624045" cy="12667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732" y="4474083"/>
            <a:ext cx="1326828" cy="13268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525" y="4293096"/>
            <a:ext cx="1688801" cy="16888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116" y="4557979"/>
            <a:ext cx="1356742" cy="10989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648" y="4534441"/>
            <a:ext cx="1194048" cy="120610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Action Button: Home 13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87921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OTHER MODES OF E-COMMUNICATION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Weblog (blog)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568779" y="2492895"/>
            <a:ext cx="362134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Website updated regularly with news </a:t>
            </a:r>
            <a:br>
              <a:rPr lang="en-US" sz="2400" dirty="0">
                <a:ea typeface="Calibri" panose="020F0502020204030204" pitchFamily="34" charset="0"/>
              </a:rPr>
            </a:br>
            <a:r>
              <a:rPr lang="en-US" sz="2400" dirty="0">
                <a:ea typeface="Calibri" panose="020F0502020204030204" pitchFamily="34" charset="0"/>
              </a:rPr>
              <a:t>and events 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Reads like a journal with most recent entry at the top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Not just personal – also used by businesses, citizen journalists, etc.</a:t>
            </a:r>
          </a:p>
        </p:txBody>
      </p:sp>
      <p:pic>
        <p:nvPicPr>
          <p:cNvPr id="14" name="Picture 1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68" y="2386107"/>
            <a:ext cx="3927950" cy="375086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9919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OTHER MODES OF E-COMMUNICATION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Fax to email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598308" y="2436422"/>
            <a:ext cx="756531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Ability to send/receive fax to/from a fax machine using computer and email system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Register with service provider that offers this service – will receive dedicated fax number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Free for incoming faxes, pay for faxes you send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28" y="5105103"/>
            <a:ext cx="7696200" cy="1066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3087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3203848" y="5301208"/>
            <a:ext cx="2536304" cy="773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/>
              <a:t>ACTIVITY 2</a:t>
            </a:r>
            <a:endParaRPr lang="en-ZA" sz="4900" dirty="0"/>
          </a:p>
        </p:txBody>
      </p:sp>
    </p:spTree>
    <p:extLst>
      <p:ext uri="{BB962C8B-B14F-4D97-AF65-F5344CB8AC3E}">
        <p14:creationId xmlns:p14="http://schemas.microsoft.com/office/powerpoint/2010/main" val="123351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NETIQUETTE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768096" y="1823222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Netiquette and social networking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794309" y="2619044"/>
            <a:ext cx="2471355" cy="1508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ZA" sz="2000" dirty="0"/>
              <a:t>Use of good manners and showing respect for other users when using the internet</a:t>
            </a:r>
            <a:endParaRPr lang="en-US" sz="2800" dirty="0">
              <a:ea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26844" y="2725287"/>
            <a:ext cx="38884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ZA" sz="2600" b="1" dirty="0">
                <a:solidFill>
                  <a:srgbClr val="FF0000"/>
                </a:solidFill>
              </a:rPr>
              <a:t>Think before you post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7385" y="3147932"/>
            <a:ext cx="442735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i="1" dirty="0"/>
              <a:t>Would I be happy if this were placed on a public poster?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i="1" dirty="0"/>
              <a:t>Would I be happy for e.g. my parents or teacher to see this?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i="1" dirty="0"/>
              <a:t>Is this the kind of information that reflects who I 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200" i="1" dirty="0"/>
              <a:t>Would I be happy for a prospective employer to see my site?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3553696" y="2615593"/>
            <a:ext cx="4834728" cy="3981759"/>
          </a:xfrm>
          <a:prstGeom prst="wedgeRoundRectCallout">
            <a:avLst>
              <a:gd name="adj1" fmla="val -66189"/>
              <a:gd name="adj2" fmla="val 28540"/>
              <a:gd name="adj3" fmla="val 16667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Smiley Face 6"/>
          <p:cNvSpPr/>
          <p:nvPr/>
        </p:nvSpPr>
        <p:spPr>
          <a:xfrm>
            <a:off x="971600" y="4390829"/>
            <a:ext cx="1800200" cy="1773313"/>
          </a:xfrm>
          <a:prstGeom prst="smileyF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Action Button: Home 10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91866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NETIQUETTE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768096" y="1823222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Netiquette and email</a:t>
            </a:r>
            <a:endParaRPr lang="en-ZA" sz="2800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768096" y="2564904"/>
            <a:ext cx="71882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Message must be clear and error-free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Never type messages only in capital letters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Files attached to a message must be viruses-free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Never be insulting in a message</a:t>
            </a:r>
            <a:br>
              <a:rPr lang="en-ZA" sz="2400" dirty="0"/>
            </a:br>
            <a:br>
              <a:rPr lang="en-ZA" sz="900" dirty="0"/>
            </a:br>
            <a:r>
              <a:rPr lang="en-ZA" sz="2400" dirty="0"/>
              <a:t>If you wish to tease someone, use an emoticon or emoji to show you are just teasing</a:t>
            </a:r>
            <a:endParaRPr lang="en-ZA" sz="28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Action Button: Home 11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5292080" y="5085184"/>
            <a:ext cx="1368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>
                    <a:lumMod val="75000"/>
                  </a:schemeClr>
                </a:solidFill>
              </a:rPr>
              <a:t>;-)</a:t>
            </a:r>
          </a:p>
        </p:txBody>
      </p:sp>
    </p:spTree>
    <p:extLst>
      <p:ext uri="{BB962C8B-B14F-4D97-AF65-F5344CB8AC3E}">
        <p14:creationId xmlns:p14="http://schemas.microsoft.com/office/powerpoint/2010/main" val="40119344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NETIQUETTE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768096" y="1823222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Netiquette and email</a:t>
            </a:r>
            <a:endParaRPr lang="en-ZA" sz="2800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768096" y="2708920"/>
            <a:ext cx="750099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Use emoticons and emojis only in </a:t>
            </a:r>
            <a:r>
              <a:rPr lang="en-ZA" sz="2400" dirty="0">
                <a:solidFill>
                  <a:srgbClr val="FF0000"/>
                </a:solidFill>
              </a:rPr>
              <a:t>informal</a:t>
            </a:r>
            <a:r>
              <a:rPr lang="en-ZA" sz="2400" dirty="0"/>
              <a:t> correspondence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Never pass on chain mail, hoaxes or spam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Large attachments – first contact recipient and agree on a suitable method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Be careful of passing on personal information via email</a:t>
            </a:r>
            <a:endParaRPr lang="en-ZA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sz="28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2531020" y="5443999"/>
            <a:ext cx="3764206" cy="1026705"/>
            <a:chOff x="4437990" y="5048320"/>
            <a:chExt cx="2726298" cy="742880"/>
          </a:xfrm>
        </p:grpSpPr>
        <p:sp>
          <p:nvSpPr>
            <p:cNvPr id="4" name="Oval 3"/>
            <p:cNvSpPr/>
            <p:nvPr/>
          </p:nvSpPr>
          <p:spPr>
            <a:xfrm>
              <a:off x="6372200" y="5078800"/>
              <a:ext cx="792088" cy="712400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Oval 4"/>
            <p:cNvSpPr/>
            <p:nvPr/>
          </p:nvSpPr>
          <p:spPr>
            <a:xfrm>
              <a:off x="6575064" y="515719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Oval 10"/>
            <p:cNvSpPr/>
            <p:nvPr/>
          </p:nvSpPr>
          <p:spPr>
            <a:xfrm>
              <a:off x="6768244" y="515719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Oval 5"/>
            <p:cNvSpPr/>
            <p:nvPr/>
          </p:nvSpPr>
          <p:spPr>
            <a:xfrm>
              <a:off x="6588224" y="533006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2" name="Oval 11"/>
            <p:cNvSpPr/>
            <p:nvPr/>
          </p:nvSpPr>
          <p:spPr>
            <a:xfrm>
              <a:off x="6792695" y="533006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" name="Chord 6"/>
            <p:cNvSpPr/>
            <p:nvPr/>
          </p:nvSpPr>
          <p:spPr>
            <a:xfrm>
              <a:off x="6611067" y="5538080"/>
              <a:ext cx="363255" cy="144016"/>
            </a:xfrm>
            <a:prstGeom prst="chord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Oval 8"/>
            <p:cNvSpPr/>
            <p:nvPr/>
          </p:nvSpPr>
          <p:spPr>
            <a:xfrm>
              <a:off x="6732240" y="5610088"/>
              <a:ext cx="127621" cy="123168"/>
            </a:xfrm>
            <a:prstGeom prst="ellipse">
              <a:avLst/>
            </a:prstGeom>
            <a:solidFill>
              <a:srgbClr val="FD1B03"/>
            </a:soli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5" name="Oval 14"/>
            <p:cNvSpPr/>
            <p:nvPr/>
          </p:nvSpPr>
          <p:spPr>
            <a:xfrm>
              <a:off x="5435483" y="5062540"/>
              <a:ext cx="792088" cy="712400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347" y="5163470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7" name="Oval 16"/>
            <p:cNvSpPr/>
            <p:nvPr/>
          </p:nvSpPr>
          <p:spPr>
            <a:xfrm>
              <a:off x="5831527" y="5163470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8" name="Oval 17"/>
            <p:cNvSpPr/>
            <p:nvPr/>
          </p:nvSpPr>
          <p:spPr>
            <a:xfrm>
              <a:off x="5651507" y="5336340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9" name="Oval 18"/>
            <p:cNvSpPr/>
            <p:nvPr/>
          </p:nvSpPr>
          <p:spPr>
            <a:xfrm>
              <a:off x="5855978" y="5336340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Chord 19"/>
            <p:cNvSpPr/>
            <p:nvPr/>
          </p:nvSpPr>
          <p:spPr>
            <a:xfrm rot="10800000">
              <a:off x="5638347" y="5577351"/>
              <a:ext cx="363255" cy="144016"/>
            </a:xfrm>
            <a:prstGeom prst="chord">
              <a:avLst>
                <a:gd name="adj1" fmla="val 21270261"/>
                <a:gd name="adj2" fmla="val 110041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2" name="Oval 21"/>
            <p:cNvSpPr/>
            <p:nvPr/>
          </p:nvSpPr>
          <p:spPr>
            <a:xfrm>
              <a:off x="4437990" y="5048320"/>
              <a:ext cx="792088" cy="712400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/>
            <p:cNvSpPr/>
            <p:nvPr/>
          </p:nvSpPr>
          <p:spPr>
            <a:xfrm>
              <a:off x="4640854" y="512671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4" name="Oval 23"/>
            <p:cNvSpPr/>
            <p:nvPr/>
          </p:nvSpPr>
          <p:spPr>
            <a:xfrm>
              <a:off x="4834034" y="512671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5" name="Oval 24"/>
            <p:cNvSpPr/>
            <p:nvPr/>
          </p:nvSpPr>
          <p:spPr>
            <a:xfrm>
              <a:off x="4654014" y="529958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6" name="Oval 25"/>
            <p:cNvSpPr/>
            <p:nvPr/>
          </p:nvSpPr>
          <p:spPr>
            <a:xfrm>
              <a:off x="4858485" y="529958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Chord 12"/>
            <p:cNvSpPr/>
            <p:nvPr/>
          </p:nvSpPr>
          <p:spPr>
            <a:xfrm>
              <a:off x="5649899" y="5161834"/>
              <a:ext cx="181628" cy="144770"/>
            </a:xfrm>
            <a:prstGeom prst="chord">
              <a:avLst>
                <a:gd name="adj1" fmla="val 9273359"/>
                <a:gd name="adj2" fmla="val 1515228"/>
              </a:avLst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0" name="Chord 29"/>
            <p:cNvSpPr/>
            <p:nvPr/>
          </p:nvSpPr>
          <p:spPr>
            <a:xfrm>
              <a:off x="5821582" y="5165159"/>
              <a:ext cx="181628" cy="144770"/>
            </a:xfrm>
            <a:prstGeom prst="chord">
              <a:avLst>
                <a:gd name="adj1" fmla="val 9273359"/>
                <a:gd name="adj2" fmla="val 1515228"/>
              </a:avLst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Arc 30"/>
            <p:cNvSpPr/>
            <p:nvPr/>
          </p:nvSpPr>
          <p:spPr>
            <a:xfrm rot="763067" flipV="1">
              <a:off x="5276222" y="5081747"/>
              <a:ext cx="738232" cy="175418"/>
            </a:xfrm>
            <a:prstGeom prst="arc">
              <a:avLst>
                <a:gd name="adj1" fmla="val 16200000"/>
                <a:gd name="adj2" fmla="val 2152265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3" name="Block Arc 32"/>
            <p:cNvSpPr/>
            <p:nvPr/>
          </p:nvSpPr>
          <p:spPr>
            <a:xfrm rot="10800000">
              <a:off x="4618010" y="5286908"/>
              <a:ext cx="432048" cy="395188"/>
            </a:xfrm>
            <a:prstGeom prst="blockArc">
              <a:avLst>
                <a:gd name="adj1" fmla="val 11309207"/>
                <a:gd name="adj2" fmla="val 21071716"/>
                <a:gd name="adj3" fmla="val 5931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2" name="Action Button: Home 31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96052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3203848" y="5301208"/>
            <a:ext cx="2536304" cy="773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/>
              <a:t>ACTIVITY 3</a:t>
            </a:r>
            <a:endParaRPr lang="en-ZA" sz="4900" dirty="0"/>
          </a:p>
        </p:txBody>
      </p:sp>
    </p:spTree>
    <p:extLst>
      <p:ext uri="{BB962C8B-B14F-4D97-AF65-F5344CB8AC3E}">
        <p14:creationId xmlns:p14="http://schemas.microsoft.com/office/powerpoint/2010/main" val="90193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cap="none" dirty="0"/>
              <a:t>TEST AND IMPROVE</a:t>
            </a: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572975" y="1823222"/>
            <a:ext cx="8143932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0" dirty="0"/>
              <a:t>Summary – concepts, terms and tips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23419461"/>
              </p:ext>
            </p:extLst>
          </p:nvPr>
        </p:nvGraphicFramePr>
        <p:xfrm>
          <a:off x="559275" y="2178115"/>
          <a:ext cx="8157632" cy="4566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Action Button: Home 6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7664" y="5007664"/>
            <a:ext cx="5829300" cy="1463040"/>
          </a:xfrm>
        </p:spPr>
        <p:txBody>
          <a:bodyPr/>
          <a:lstStyle/>
          <a:p>
            <a:r>
              <a:rPr lang="en-US" sz="4900" dirty="0"/>
              <a:t>WRITTEN MODULE ACTIVITY</a:t>
            </a:r>
            <a:endParaRPr lang="en-ZA" sz="4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0380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10577</TotalTime>
  <Words>848</Words>
  <Application>Microsoft Office PowerPoint</Application>
  <PresentationFormat>On-screen Show (4:3)</PresentationFormat>
  <Paragraphs>214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Module 2.4:  Electronic communication</vt:lpstr>
      <vt:lpstr>Contents</vt:lpstr>
      <vt:lpstr>INTRODUCTION</vt:lpstr>
      <vt:lpstr>EMAIL</vt:lpstr>
      <vt:lpstr>EMAIL</vt:lpstr>
      <vt:lpstr>EMAIL</vt:lpstr>
      <vt:lpstr>EMAIL</vt:lpstr>
      <vt:lpstr>EMAIL</vt:lpstr>
      <vt:lpstr>EMAIL</vt:lpstr>
      <vt:lpstr>EMAIL</vt:lpstr>
      <vt:lpstr>EMAIL</vt:lpstr>
      <vt:lpstr>EMAIL</vt:lpstr>
      <vt:lpstr>EMAIL</vt:lpstr>
      <vt:lpstr>EMAIL</vt:lpstr>
      <vt:lpstr>ACTIVITY 1</vt:lpstr>
      <vt:lpstr>OTHER MODES OF E-COMMUNICATION</vt:lpstr>
      <vt:lpstr>OTHER MODES OF E-COMMUNICATION</vt:lpstr>
      <vt:lpstr>OTHER MODES OF E-COMMUNICATION</vt:lpstr>
      <vt:lpstr>OTHER MODES OF E-COMMUNICATION</vt:lpstr>
      <vt:lpstr>PowerPoint Presentation</vt:lpstr>
      <vt:lpstr>NETIQUETTE</vt:lpstr>
      <vt:lpstr>NETIQUETTE</vt:lpstr>
      <vt:lpstr>NETIQUETTE</vt:lpstr>
      <vt:lpstr>PowerPoint Presentation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2.4:  Electronic communication</dc:title>
  <cp:lastModifiedBy>Sandra Jacobs</cp:lastModifiedBy>
  <cp:revision>1</cp:revision>
  <dcterms:created xsi:type="dcterms:W3CDTF">2006-08-13T21:23:21Z</dcterms:created>
  <dcterms:modified xsi:type="dcterms:W3CDTF">2017-01-21T10:52:28Z</dcterms:modified>
</cp:coreProperties>
</file>