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822" r:id="rId1"/>
  </p:sldMasterIdLst>
  <p:notesMasterIdLst>
    <p:notesMasterId r:id="rId15"/>
  </p:notesMasterIdLst>
  <p:sldIdLst>
    <p:sldId id="257" r:id="rId2"/>
    <p:sldId id="296" r:id="rId3"/>
    <p:sldId id="397" r:id="rId4"/>
    <p:sldId id="288" r:id="rId5"/>
    <p:sldId id="398" r:id="rId6"/>
    <p:sldId id="339" r:id="rId7"/>
    <p:sldId id="399" r:id="rId8"/>
    <p:sldId id="400" r:id="rId9"/>
    <p:sldId id="402" r:id="rId10"/>
    <p:sldId id="401" r:id="rId11"/>
    <p:sldId id="358" r:id="rId12"/>
    <p:sldId id="313" r:id="rId13"/>
    <p:sldId id="40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0000"/>
    <a:srgbClr val="0033CC"/>
    <a:srgbClr val="FF33CC"/>
    <a:srgbClr val="CC6600"/>
    <a:srgbClr val="FF6600"/>
    <a:srgbClr val="66FF33"/>
    <a:srgbClr val="663300"/>
    <a:srgbClr val="FF505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7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02901-3B6F-4AEE-A090-CAF3F7DF1FC4}" type="doc">
      <dgm:prSet loTypeId="urn:microsoft.com/office/officeart/2005/8/layout/radial5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16A0AFC-04E0-497C-83C7-F4A8AAFF4B6E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Processing 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(Working with data and information)</a:t>
          </a:r>
        </a:p>
      </dgm:t>
    </dgm:pt>
    <dgm:pt modelId="{3F22F294-3907-4135-B72E-71EEDCC7115D}" type="parTrans" cxnId="{EC321DE7-1BAF-479C-941B-98AF744565BC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80B85269-52D1-4F07-9518-56E34793A702}" type="sibTrans" cxnId="{EC321DE7-1BAF-479C-941B-98AF744565BC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DD29BA3D-C76F-453A-AFF6-E72133E50AEA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Output</a:t>
          </a: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(Showing results)</a:t>
          </a:r>
        </a:p>
      </dgm:t>
    </dgm:pt>
    <dgm:pt modelId="{7157D8A8-FAB1-41C1-AAF1-9B2DCD824D8A}" type="parTrans" cxnId="{260482FD-1819-4C46-A8D0-4F1888E29026}">
      <dgm:prSet/>
      <dgm:spPr/>
      <dgm:t>
        <a:bodyPr/>
        <a:lstStyle/>
        <a:p>
          <a:pPr algn="ctr"/>
          <a:endParaRPr lang="en-ZA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2EA4700C-AEF5-42EE-BC7B-7747CEC4C1A2}" type="sibTrans" cxnId="{260482FD-1819-4C46-A8D0-4F1888E29026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184C34F3-C9E8-4D8D-8D29-34E9E8AFFE52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Input</a:t>
          </a: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(Data collected)</a:t>
          </a:r>
        </a:p>
      </dgm:t>
    </dgm:pt>
    <dgm:pt modelId="{13933A43-F18C-4318-9182-4DF4753216D0}" type="parTrans" cxnId="{9DE9C8CF-8079-4931-B416-DA1860281679}">
      <dgm:prSet/>
      <dgm:spPr/>
      <dgm:t>
        <a:bodyPr/>
        <a:lstStyle/>
        <a:p>
          <a:pPr algn="ctr"/>
          <a:endParaRPr lang="en-ZA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0CC8FAA6-8EBB-4648-8421-19E93F3AD8F4}" type="sibTrans" cxnId="{9DE9C8CF-8079-4931-B416-DA1860281679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55243C33-DBCD-440E-9904-F661D9E12F67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Storage</a:t>
          </a: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(Permanent)</a:t>
          </a:r>
        </a:p>
      </dgm:t>
    </dgm:pt>
    <dgm:pt modelId="{F9F2DDB1-F122-43BE-9FB1-FB6341D651D3}" type="sibTrans" cxnId="{4AE8D45A-2564-4649-8B5B-45892B63AABF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D2D1089A-49E6-46D4-8DC5-83F88B0F4202}" type="parTrans" cxnId="{4AE8D45A-2564-4649-8B5B-45892B63AABF}">
      <dgm:prSet/>
      <dgm:spPr/>
      <dgm:t>
        <a:bodyPr/>
        <a:lstStyle/>
        <a:p>
          <a:pPr algn="ctr"/>
          <a:endParaRPr lang="en-ZA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B184521A-5A91-4B08-BD12-FD9158D8A8BE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Communication</a:t>
          </a: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(sending results)</a:t>
          </a:r>
        </a:p>
      </dgm:t>
    </dgm:pt>
    <dgm:pt modelId="{1C3530B1-E77D-4867-BD31-3ADC386B1450}" type="parTrans" cxnId="{B56DAEDC-2E11-4E58-AC40-04B5863219C3}">
      <dgm:prSet/>
      <dgm:spPr/>
      <dgm:t>
        <a:bodyPr/>
        <a:lstStyle/>
        <a:p>
          <a:endParaRPr lang="en-US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D0B3F161-3B53-4448-B4EA-6B29828064A3}" type="sibTrans" cxnId="{B56DAEDC-2E11-4E58-AC40-04B5863219C3}">
      <dgm:prSet/>
      <dgm:spPr/>
      <dgm:t>
        <a:bodyPr/>
        <a:lstStyle/>
        <a:p>
          <a:endParaRPr lang="en-US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8F7122ED-CEB5-451E-9FF1-74AAE790E4F3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People</a:t>
          </a:r>
        </a:p>
        <a:p>
          <a:r>
            <a:rPr lang="en-US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(Users, clients, customers, operators, etc.)</a:t>
          </a:r>
        </a:p>
      </dgm:t>
    </dgm:pt>
    <dgm:pt modelId="{88BC6592-D38C-4283-B958-0EFBC32DBE2A}" type="parTrans" cxnId="{767407ED-2C1E-442D-9866-53F90376CFEE}">
      <dgm:prSet/>
      <dgm:spPr/>
      <dgm:t>
        <a:bodyPr/>
        <a:lstStyle/>
        <a:p>
          <a:endParaRPr lang="en-US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04ABA88A-B41A-492B-8DDA-16C83071FB10}" type="sibTrans" cxnId="{767407ED-2C1E-442D-9866-53F90376CFEE}">
      <dgm:prSet/>
      <dgm:spPr/>
      <dgm:t>
        <a:bodyPr/>
        <a:lstStyle/>
        <a:p>
          <a:endParaRPr lang="en-US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5A27A8C7-1CB3-427C-BDB6-850CA9101D94}" type="pres">
      <dgm:prSet presAssocID="{91C02901-3B6F-4AEE-A090-CAF3F7DF1FC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936579B-17E6-4AED-94E8-627AFA1C9709}" type="pres">
      <dgm:prSet presAssocID="{316A0AFC-04E0-497C-83C7-F4A8AAFF4B6E}" presName="centerShape" presStyleLbl="node0" presStyleIdx="0" presStyleCnt="1" custScaleX="155912" custScaleY="99272" custLinFactNeighborX="-52550" custLinFactNeighborY="-4011"/>
      <dgm:spPr/>
    </dgm:pt>
    <dgm:pt modelId="{312381F4-DA67-4821-84A0-00EFAFE5D50F}" type="pres">
      <dgm:prSet presAssocID="{1C3530B1-E77D-4867-BD31-3ADC386B1450}" presName="parTrans" presStyleLbl="sibTrans2D1" presStyleIdx="0" presStyleCnt="5" custAng="57624" custFlipHor="1" custScaleX="44851" custScaleY="96236" custLinFactNeighborX="79629" custLinFactNeighborY="6068"/>
      <dgm:spPr>
        <a:prstGeom prst="leftArrow">
          <a:avLst/>
        </a:prstGeom>
      </dgm:spPr>
    </dgm:pt>
    <dgm:pt modelId="{F653BA9E-C0D9-4F27-B222-EBB05793AE02}" type="pres">
      <dgm:prSet presAssocID="{1C3530B1-E77D-4867-BD31-3ADC386B1450}" presName="connectorText" presStyleLbl="sibTrans2D1" presStyleIdx="0" presStyleCnt="5"/>
      <dgm:spPr/>
    </dgm:pt>
    <dgm:pt modelId="{1103C129-1608-4838-9F38-999244571A2E}" type="pres">
      <dgm:prSet presAssocID="{B184521A-5A91-4B08-BD12-FD9158D8A8BE}" presName="node" presStyleLbl="node1" presStyleIdx="0" presStyleCnt="5" custScaleX="177147" custScaleY="108773" custRadScaleRad="117165" custRadScaleInc="231459">
        <dgm:presLayoutVars>
          <dgm:bulletEnabled val="1"/>
        </dgm:presLayoutVars>
      </dgm:prSet>
      <dgm:spPr/>
    </dgm:pt>
    <dgm:pt modelId="{6EB82EB8-BEC3-4DC4-A781-0AAE20328B29}" type="pres">
      <dgm:prSet presAssocID="{7157D8A8-FAB1-41C1-AAF1-9B2DCD824D8A}" presName="parTrans" presStyleLbl="sibTrans2D1" presStyleIdx="1" presStyleCnt="5" custScaleX="466231" custScaleY="96998" custLinFactNeighborX="14045" custLinFactNeighborY="9537"/>
      <dgm:spPr/>
    </dgm:pt>
    <dgm:pt modelId="{1D47D8A0-3FB3-46BC-B3F2-D4602C6C0B59}" type="pres">
      <dgm:prSet presAssocID="{7157D8A8-FAB1-41C1-AAF1-9B2DCD824D8A}" presName="connectorText" presStyleLbl="sibTrans2D1" presStyleIdx="1" presStyleCnt="5"/>
      <dgm:spPr/>
    </dgm:pt>
    <dgm:pt modelId="{4B187FF3-FE1B-4C15-AC05-A4420FC06197}" type="pres">
      <dgm:prSet presAssocID="{DD29BA3D-C76F-453A-AFF6-E72133E50AEA}" presName="node" presStyleLbl="node1" presStyleIdx="1" presStyleCnt="5" custScaleX="112201" custScaleY="105918" custRadScaleRad="7855" custRadScaleInc="-262606">
        <dgm:presLayoutVars>
          <dgm:bulletEnabled val="1"/>
        </dgm:presLayoutVars>
      </dgm:prSet>
      <dgm:spPr/>
    </dgm:pt>
    <dgm:pt modelId="{5A3B8BE3-D992-47BA-9CAF-5B63F3B5DA8F}" type="pres">
      <dgm:prSet presAssocID="{D2D1089A-49E6-46D4-8DC5-83F88B0F4202}" presName="parTrans" presStyleLbl="sibTrans2D1" presStyleIdx="2" presStyleCnt="5" custAng="10724409" custScaleX="228641" custScaleY="88889" custLinFactNeighborX="6427" custLinFactNeighborY="6782"/>
      <dgm:spPr>
        <a:prstGeom prst="leftRightArrow">
          <a:avLst/>
        </a:prstGeom>
      </dgm:spPr>
    </dgm:pt>
    <dgm:pt modelId="{87187DC1-8D2A-4AC2-B103-3262DC684B38}" type="pres">
      <dgm:prSet presAssocID="{D2D1089A-49E6-46D4-8DC5-83F88B0F4202}" presName="connectorText" presStyleLbl="sibTrans2D1" presStyleIdx="2" presStyleCnt="5"/>
      <dgm:spPr/>
    </dgm:pt>
    <dgm:pt modelId="{BCA8B887-396C-402C-BCBE-20135F91CD7B}" type="pres">
      <dgm:prSet presAssocID="{55243C33-DBCD-440E-9904-F661D9E12F67}" presName="node" presStyleLbl="node1" presStyleIdx="2" presStyleCnt="5" custScaleX="212872" custScaleY="74708" custRadScaleRad="105781" custRadScaleInc="-472104">
        <dgm:presLayoutVars>
          <dgm:bulletEnabled val="1"/>
        </dgm:presLayoutVars>
      </dgm:prSet>
      <dgm:spPr/>
    </dgm:pt>
    <dgm:pt modelId="{AB8EC236-24D5-4B3E-B409-6AFA34533EDB}" type="pres">
      <dgm:prSet presAssocID="{88BC6592-D38C-4283-B958-0EFBC32DBE2A}" presName="parTrans" presStyleLbl="sibTrans2D1" presStyleIdx="3" presStyleCnt="5" custAng="2449402" custScaleX="151356" custLinFactX="89994" custLinFactNeighborX="100000" custLinFactNeighborY="10395"/>
      <dgm:spPr/>
    </dgm:pt>
    <dgm:pt modelId="{D6B56E26-E95F-47CC-93BF-5AACEB958994}" type="pres">
      <dgm:prSet presAssocID="{88BC6592-D38C-4283-B958-0EFBC32DBE2A}" presName="connectorText" presStyleLbl="sibTrans2D1" presStyleIdx="3" presStyleCnt="5"/>
      <dgm:spPr/>
    </dgm:pt>
    <dgm:pt modelId="{8ABC8350-C989-4E4C-8021-F0F501F46022}" type="pres">
      <dgm:prSet presAssocID="{8F7122ED-CEB5-451E-9FF1-74AAE790E4F3}" presName="node" presStyleLbl="node1" presStyleIdx="3" presStyleCnt="5" custScaleX="332468" custScaleY="61031" custRadScaleRad="86768" custRadScaleInc="-62223">
        <dgm:presLayoutVars>
          <dgm:bulletEnabled val="1"/>
        </dgm:presLayoutVars>
      </dgm:prSet>
      <dgm:spPr>
        <a:prstGeom prst="roundRect">
          <a:avLst/>
        </a:prstGeom>
      </dgm:spPr>
    </dgm:pt>
    <dgm:pt modelId="{137BDB47-987B-4F3A-B977-273C0A62FB04}" type="pres">
      <dgm:prSet presAssocID="{13933A43-F18C-4318-9182-4DF4753216D0}" presName="parTrans" presStyleLbl="sibTrans2D1" presStyleIdx="4" presStyleCnt="5" custAng="4368918" custFlipVert="1" custScaleX="197116" custScaleY="98663" custLinFactNeighborX="-28644" custLinFactNeighborY="21987" custRadScaleRad="23739"/>
      <dgm:spPr>
        <a:prstGeom prst="rightArrow">
          <a:avLst/>
        </a:prstGeom>
      </dgm:spPr>
    </dgm:pt>
    <dgm:pt modelId="{E7AC4BE5-548A-41F7-8F32-359245165F5A}" type="pres">
      <dgm:prSet presAssocID="{13933A43-F18C-4318-9182-4DF4753216D0}" presName="connectorText" presStyleLbl="sibTrans2D1" presStyleIdx="4" presStyleCnt="5"/>
      <dgm:spPr/>
    </dgm:pt>
    <dgm:pt modelId="{7222456F-461C-4B2B-BDDA-2ADFA703E6CA}" type="pres">
      <dgm:prSet presAssocID="{184C34F3-C9E8-4D8D-8D29-34E9E8AFFE52}" presName="node" presStyleLbl="node1" presStyleIdx="4" presStyleCnt="5" custScaleX="114126" custScaleY="107139" custRadScaleRad="199249" custRadScaleInc="28197">
        <dgm:presLayoutVars>
          <dgm:bulletEnabled val="1"/>
        </dgm:presLayoutVars>
      </dgm:prSet>
      <dgm:spPr/>
    </dgm:pt>
  </dgm:ptLst>
  <dgm:cxnLst>
    <dgm:cxn modelId="{E486E7F0-4F65-4870-B46E-74B266C38AD8}" type="presOf" srcId="{8F7122ED-CEB5-451E-9FF1-74AAE790E4F3}" destId="{8ABC8350-C989-4E4C-8021-F0F501F46022}" srcOrd="0" destOrd="0" presId="urn:microsoft.com/office/officeart/2005/8/layout/radial5"/>
    <dgm:cxn modelId="{2AC115B2-B113-4D7B-BA5E-3115017E0EF3}" type="presOf" srcId="{7157D8A8-FAB1-41C1-AAF1-9B2DCD824D8A}" destId="{6EB82EB8-BEC3-4DC4-A781-0AAE20328B29}" srcOrd="0" destOrd="0" presId="urn:microsoft.com/office/officeart/2005/8/layout/radial5"/>
    <dgm:cxn modelId="{B86A423C-08CB-446A-AF8D-065B371884F3}" type="presOf" srcId="{D2D1089A-49E6-46D4-8DC5-83F88B0F4202}" destId="{5A3B8BE3-D992-47BA-9CAF-5B63F3B5DA8F}" srcOrd="0" destOrd="0" presId="urn:microsoft.com/office/officeart/2005/8/layout/radial5"/>
    <dgm:cxn modelId="{260482FD-1819-4C46-A8D0-4F1888E29026}" srcId="{316A0AFC-04E0-497C-83C7-F4A8AAFF4B6E}" destId="{DD29BA3D-C76F-453A-AFF6-E72133E50AEA}" srcOrd="1" destOrd="0" parTransId="{7157D8A8-FAB1-41C1-AAF1-9B2DCD824D8A}" sibTransId="{2EA4700C-AEF5-42EE-BC7B-7747CEC4C1A2}"/>
    <dgm:cxn modelId="{31A280E3-1CAF-4F27-B60E-8FCABD22D2CD}" type="presOf" srcId="{B184521A-5A91-4B08-BD12-FD9158D8A8BE}" destId="{1103C129-1608-4838-9F38-999244571A2E}" srcOrd="0" destOrd="0" presId="urn:microsoft.com/office/officeart/2005/8/layout/radial5"/>
    <dgm:cxn modelId="{F10969DA-E6CF-46AE-972D-B531A10D731D}" type="presOf" srcId="{1C3530B1-E77D-4867-BD31-3ADC386B1450}" destId="{312381F4-DA67-4821-84A0-00EFAFE5D50F}" srcOrd="0" destOrd="0" presId="urn:microsoft.com/office/officeart/2005/8/layout/radial5"/>
    <dgm:cxn modelId="{2779185F-CBA2-4474-87FC-9B2B8FBFAE0F}" type="presOf" srcId="{88BC6592-D38C-4283-B958-0EFBC32DBE2A}" destId="{AB8EC236-24D5-4B3E-B409-6AFA34533EDB}" srcOrd="0" destOrd="0" presId="urn:microsoft.com/office/officeart/2005/8/layout/radial5"/>
    <dgm:cxn modelId="{E751988C-6296-4B4B-A71C-8CF4F7D7064E}" type="presOf" srcId="{184C34F3-C9E8-4D8D-8D29-34E9E8AFFE52}" destId="{7222456F-461C-4B2B-BDDA-2ADFA703E6CA}" srcOrd="0" destOrd="0" presId="urn:microsoft.com/office/officeart/2005/8/layout/radial5"/>
    <dgm:cxn modelId="{BBAE503B-D2F5-4923-ACA0-658CE5BA2D8E}" type="presOf" srcId="{88BC6592-D38C-4283-B958-0EFBC32DBE2A}" destId="{D6B56E26-E95F-47CC-93BF-5AACEB958994}" srcOrd="1" destOrd="0" presId="urn:microsoft.com/office/officeart/2005/8/layout/radial5"/>
    <dgm:cxn modelId="{E67BF7D1-AFA1-4C1E-B41D-BA9802E45DF5}" type="presOf" srcId="{D2D1089A-49E6-46D4-8DC5-83F88B0F4202}" destId="{87187DC1-8D2A-4AC2-B103-3262DC684B38}" srcOrd="1" destOrd="0" presId="urn:microsoft.com/office/officeart/2005/8/layout/radial5"/>
    <dgm:cxn modelId="{4AE8D45A-2564-4649-8B5B-45892B63AABF}" srcId="{316A0AFC-04E0-497C-83C7-F4A8AAFF4B6E}" destId="{55243C33-DBCD-440E-9904-F661D9E12F67}" srcOrd="2" destOrd="0" parTransId="{D2D1089A-49E6-46D4-8DC5-83F88B0F4202}" sibTransId="{F9F2DDB1-F122-43BE-9FB1-FB6341D651D3}"/>
    <dgm:cxn modelId="{767407ED-2C1E-442D-9866-53F90376CFEE}" srcId="{316A0AFC-04E0-497C-83C7-F4A8AAFF4B6E}" destId="{8F7122ED-CEB5-451E-9FF1-74AAE790E4F3}" srcOrd="3" destOrd="0" parTransId="{88BC6592-D38C-4283-B958-0EFBC32DBE2A}" sibTransId="{04ABA88A-B41A-492B-8DDA-16C83071FB10}"/>
    <dgm:cxn modelId="{9DE9C8CF-8079-4931-B416-DA1860281679}" srcId="{316A0AFC-04E0-497C-83C7-F4A8AAFF4B6E}" destId="{184C34F3-C9E8-4D8D-8D29-34E9E8AFFE52}" srcOrd="4" destOrd="0" parTransId="{13933A43-F18C-4318-9182-4DF4753216D0}" sibTransId="{0CC8FAA6-8EBB-4648-8421-19E93F3AD8F4}"/>
    <dgm:cxn modelId="{D3D9BC6F-E05D-48B0-BBDD-07E52971171B}" type="presOf" srcId="{13933A43-F18C-4318-9182-4DF4753216D0}" destId="{137BDB47-987B-4F3A-B977-273C0A62FB04}" srcOrd="0" destOrd="0" presId="urn:microsoft.com/office/officeart/2005/8/layout/radial5"/>
    <dgm:cxn modelId="{B56DAEDC-2E11-4E58-AC40-04B5863219C3}" srcId="{316A0AFC-04E0-497C-83C7-F4A8AAFF4B6E}" destId="{B184521A-5A91-4B08-BD12-FD9158D8A8BE}" srcOrd="0" destOrd="0" parTransId="{1C3530B1-E77D-4867-BD31-3ADC386B1450}" sibTransId="{D0B3F161-3B53-4448-B4EA-6B29828064A3}"/>
    <dgm:cxn modelId="{028A14F6-6094-416C-BC99-CE6655B58563}" type="presOf" srcId="{1C3530B1-E77D-4867-BD31-3ADC386B1450}" destId="{F653BA9E-C0D9-4F27-B222-EBB05793AE02}" srcOrd="1" destOrd="0" presId="urn:microsoft.com/office/officeart/2005/8/layout/radial5"/>
    <dgm:cxn modelId="{30BB1063-659F-42E6-B952-8C5957667DA8}" type="presOf" srcId="{DD29BA3D-C76F-453A-AFF6-E72133E50AEA}" destId="{4B187FF3-FE1B-4C15-AC05-A4420FC06197}" srcOrd="0" destOrd="0" presId="urn:microsoft.com/office/officeart/2005/8/layout/radial5"/>
    <dgm:cxn modelId="{EC321DE7-1BAF-479C-941B-98AF744565BC}" srcId="{91C02901-3B6F-4AEE-A090-CAF3F7DF1FC4}" destId="{316A0AFC-04E0-497C-83C7-F4A8AAFF4B6E}" srcOrd="0" destOrd="0" parTransId="{3F22F294-3907-4135-B72E-71EEDCC7115D}" sibTransId="{80B85269-52D1-4F07-9518-56E34793A702}"/>
    <dgm:cxn modelId="{0925091E-EE82-4812-8D5B-D779E77067DF}" type="presOf" srcId="{91C02901-3B6F-4AEE-A090-CAF3F7DF1FC4}" destId="{5A27A8C7-1CB3-427C-BDB6-850CA9101D94}" srcOrd="0" destOrd="0" presId="urn:microsoft.com/office/officeart/2005/8/layout/radial5"/>
    <dgm:cxn modelId="{6A71D6ED-A299-4FF5-ABED-D45C8D29BF14}" type="presOf" srcId="{13933A43-F18C-4318-9182-4DF4753216D0}" destId="{E7AC4BE5-548A-41F7-8F32-359245165F5A}" srcOrd="1" destOrd="0" presId="urn:microsoft.com/office/officeart/2005/8/layout/radial5"/>
    <dgm:cxn modelId="{57AE46EF-7AC7-43FE-AE19-232543EDB98C}" type="presOf" srcId="{316A0AFC-04E0-497C-83C7-F4A8AAFF4B6E}" destId="{2936579B-17E6-4AED-94E8-627AFA1C9709}" srcOrd="0" destOrd="0" presId="urn:microsoft.com/office/officeart/2005/8/layout/radial5"/>
    <dgm:cxn modelId="{384A5A7C-E927-43E7-809E-69CF2D2B4404}" type="presOf" srcId="{7157D8A8-FAB1-41C1-AAF1-9B2DCD824D8A}" destId="{1D47D8A0-3FB3-46BC-B3F2-D4602C6C0B59}" srcOrd="1" destOrd="0" presId="urn:microsoft.com/office/officeart/2005/8/layout/radial5"/>
    <dgm:cxn modelId="{3F79E3A7-72C2-46B2-9033-539393E4613D}" type="presOf" srcId="{55243C33-DBCD-440E-9904-F661D9E12F67}" destId="{BCA8B887-396C-402C-BCBE-20135F91CD7B}" srcOrd="0" destOrd="0" presId="urn:microsoft.com/office/officeart/2005/8/layout/radial5"/>
    <dgm:cxn modelId="{961327FF-A9CA-45F1-A3AC-69CD1AFA2E3A}" type="presParOf" srcId="{5A27A8C7-1CB3-427C-BDB6-850CA9101D94}" destId="{2936579B-17E6-4AED-94E8-627AFA1C9709}" srcOrd="0" destOrd="0" presId="urn:microsoft.com/office/officeart/2005/8/layout/radial5"/>
    <dgm:cxn modelId="{6F8BEC53-3CFE-46B0-AB5D-D0F0C016EEB7}" type="presParOf" srcId="{5A27A8C7-1CB3-427C-BDB6-850CA9101D94}" destId="{312381F4-DA67-4821-84A0-00EFAFE5D50F}" srcOrd="1" destOrd="0" presId="urn:microsoft.com/office/officeart/2005/8/layout/radial5"/>
    <dgm:cxn modelId="{5A68B0D3-27BB-4274-8A78-0CBD4625AE17}" type="presParOf" srcId="{312381F4-DA67-4821-84A0-00EFAFE5D50F}" destId="{F653BA9E-C0D9-4F27-B222-EBB05793AE02}" srcOrd="0" destOrd="0" presId="urn:microsoft.com/office/officeart/2005/8/layout/radial5"/>
    <dgm:cxn modelId="{7F374EB9-D06D-4675-9994-209DC512C969}" type="presParOf" srcId="{5A27A8C7-1CB3-427C-BDB6-850CA9101D94}" destId="{1103C129-1608-4838-9F38-999244571A2E}" srcOrd="2" destOrd="0" presId="urn:microsoft.com/office/officeart/2005/8/layout/radial5"/>
    <dgm:cxn modelId="{0C810666-1FFE-4B07-8A5B-77D82291B054}" type="presParOf" srcId="{5A27A8C7-1CB3-427C-BDB6-850CA9101D94}" destId="{6EB82EB8-BEC3-4DC4-A781-0AAE20328B29}" srcOrd="3" destOrd="0" presId="urn:microsoft.com/office/officeart/2005/8/layout/radial5"/>
    <dgm:cxn modelId="{E82270BB-3BB8-466D-8EF2-0C984EDB91D6}" type="presParOf" srcId="{6EB82EB8-BEC3-4DC4-A781-0AAE20328B29}" destId="{1D47D8A0-3FB3-46BC-B3F2-D4602C6C0B59}" srcOrd="0" destOrd="0" presId="urn:microsoft.com/office/officeart/2005/8/layout/radial5"/>
    <dgm:cxn modelId="{906BA8EF-CB2C-42BA-959C-F19EAD8A8A6C}" type="presParOf" srcId="{5A27A8C7-1CB3-427C-BDB6-850CA9101D94}" destId="{4B187FF3-FE1B-4C15-AC05-A4420FC06197}" srcOrd="4" destOrd="0" presId="urn:microsoft.com/office/officeart/2005/8/layout/radial5"/>
    <dgm:cxn modelId="{B3451608-F2CB-4680-8278-52A5FFD6DC3A}" type="presParOf" srcId="{5A27A8C7-1CB3-427C-BDB6-850CA9101D94}" destId="{5A3B8BE3-D992-47BA-9CAF-5B63F3B5DA8F}" srcOrd="5" destOrd="0" presId="urn:microsoft.com/office/officeart/2005/8/layout/radial5"/>
    <dgm:cxn modelId="{24829569-54DA-42C1-A66B-77EE62D628E7}" type="presParOf" srcId="{5A3B8BE3-D992-47BA-9CAF-5B63F3B5DA8F}" destId="{87187DC1-8D2A-4AC2-B103-3262DC684B38}" srcOrd="0" destOrd="0" presId="urn:microsoft.com/office/officeart/2005/8/layout/radial5"/>
    <dgm:cxn modelId="{72962E1B-A0EF-47E2-B0B1-2558A5115EB0}" type="presParOf" srcId="{5A27A8C7-1CB3-427C-BDB6-850CA9101D94}" destId="{BCA8B887-396C-402C-BCBE-20135F91CD7B}" srcOrd="6" destOrd="0" presId="urn:microsoft.com/office/officeart/2005/8/layout/radial5"/>
    <dgm:cxn modelId="{C3BCDD62-627D-407F-9414-052309A6BFB4}" type="presParOf" srcId="{5A27A8C7-1CB3-427C-BDB6-850CA9101D94}" destId="{AB8EC236-24D5-4B3E-B409-6AFA34533EDB}" srcOrd="7" destOrd="0" presId="urn:microsoft.com/office/officeart/2005/8/layout/radial5"/>
    <dgm:cxn modelId="{5FE726BD-2105-4F64-BB37-71CCE18D4EC2}" type="presParOf" srcId="{AB8EC236-24D5-4B3E-B409-6AFA34533EDB}" destId="{D6B56E26-E95F-47CC-93BF-5AACEB958994}" srcOrd="0" destOrd="0" presId="urn:microsoft.com/office/officeart/2005/8/layout/radial5"/>
    <dgm:cxn modelId="{0879D009-745E-4DA7-892E-163F328BE369}" type="presParOf" srcId="{5A27A8C7-1CB3-427C-BDB6-850CA9101D94}" destId="{8ABC8350-C989-4E4C-8021-F0F501F46022}" srcOrd="8" destOrd="0" presId="urn:microsoft.com/office/officeart/2005/8/layout/radial5"/>
    <dgm:cxn modelId="{1280C42E-DF33-4A52-A6B0-3236E9D8EB18}" type="presParOf" srcId="{5A27A8C7-1CB3-427C-BDB6-850CA9101D94}" destId="{137BDB47-987B-4F3A-B977-273C0A62FB04}" srcOrd="9" destOrd="0" presId="urn:microsoft.com/office/officeart/2005/8/layout/radial5"/>
    <dgm:cxn modelId="{5612D65D-3068-4EE1-9083-2AFF3FD66ECF}" type="presParOf" srcId="{137BDB47-987B-4F3A-B977-273C0A62FB04}" destId="{E7AC4BE5-548A-41F7-8F32-359245165F5A}" srcOrd="0" destOrd="0" presId="urn:microsoft.com/office/officeart/2005/8/layout/radial5"/>
    <dgm:cxn modelId="{0A8E65AE-ED5F-47DC-9708-D416464B38E0}" type="presParOf" srcId="{5A27A8C7-1CB3-427C-BDB6-850CA9101D94}" destId="{7222456F-461C-4B2B-BDDA-2ADFA703E6CA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02BD75-330E-45C2-8C6C-8D5D7E1B616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7B2CB9-1EAB-43EF-94D4-85B7253C4BD8}">
      <dgm:prSet phldrT="[Text]"/>
      <dgm:spPr/>
      <dgm:t>
        <a:bodyPr/>
        <a:lstStyle/>
        <a:p>
          <a:r>
            <a:rPr lang="en-US" dirty="0"/>
            <a:t>Multi-purpose computers</a:t>
          </a:r>
        </a:p>
      </dgm:t>
    </dgm:pt>
    <dgm:pt modelId="{B7C02F50-2D93-4443-BBFB-34B76A35CA62}" type="parTrans" cxnId="{6C638ED8-909F-4800-AC81-752975EF0A18}">
      <dgm:prSet/>
      <dgm:spPr/>
      <dgm:t>
        <a:bodyPr/>
        <a:lstStyle/>
        <a:p>
          <a:endParaRPr lang="en-US"/>
        </a:p>
      </dgm:t>
    </dgm:pt>
    <dgm:pt modelId="{9F6FF102-D0C2-405F-9F1A-FAB7E7297081}" type="sibTrans" cxnId="{6C638ED8-909F-4800-AC81-752975EF0A18}">
      <dgm:prSet/>
      <dgm:spPr/>
      <dgm:t>
        <a:bodyPr/>
        <a:lstStyle/>
        <a:p>
          <a:endParaRPr lang="en-US"/>
        </a:p>
      </dgm:t>
    </dgm:pt>
    <dgm:pt modelId="{E7001237-B7EA-4411-B951-0063ADE80DA1}">
      <dgm:prSet phldrT="[Text]"/>
      <dgm:spPr/>
      <dgm:t>
        <a:bodyPr/>
        <a:lstStyle/>
        <a:p>
          <a:r>
            <a:rPr lang="en-US" dirty="0"/>
            <a:t>Dedicated devices</a:t>
          </a:r>
        </a:p>
      </dgm:t>
    </dgm:pt>
    <dgm:pt modelId="{096411BD-5B81-4C8B-AAC2-55D79066D428}" type="parTrans" cxnId="{92A153D6-3627-4EE4-BCC6-FFD329F785AE}">
      <dgm:prSet/>
      <dgm:spPr/>
      <dgm:t>
        <a:bodyPr/>
        <a:lstStyle/>
        <a:p>
          <a:endParaRPr lang="en-US"/>
        </a:p>
      </dgm:t>
    </dgm:pt>
    <dgm:pt modelId="{AC9B057D-D9C0-44D9-9A36-053CB35E663C}" type="sibTrans" cxnId="{92A153D6-3627-4EE4-BCC6-FFD329F785AE}">
      <dgm:prSet/>
      <dgm:spPr/>
      <dgm:t>
        <a:bodyPr/>
        <a:lstStyle/>
        <a:p>
          <a:endParaRPr lang="en-US"/>
        </a:p>
      </dgm:t>
    </dgm:pt>
    <dgm:pt modelId="{705F2A73-1CCE-47DE-B390-5F60B84EF703}">
      <dgm:prSet phldrT="[Text]"/>
      <dgm:spPr/>
      <dgm:t>
        <a:bodyPr/>
        <a:lstStyle/>
        <a:p>
          <a:r>
            <a:rPr lang="en-US" dirty="0"/>
            <a:t>ICT</a:t>
          </a:r>
          <a:br>
            <a:rPr lang="en-US" dirty="0"/>
          </a:br>
          <a:r>
            <a:rPr lang="en-US" dirty="0"/>
            <a:t>system</a:t>
          </a:r>
        </a:p>
      </dgm:t>
    </dgm:pt>
    <dgm:pt modelId="{9F48687B-62DB-41B5-94DA-9605EB37B1B9}" type="parTrans" cxnId="{7A630897-EBD9-4F23-BE16-72B7917EAF89}">
      <dgm:prSet/>
      <dgm:spPr/>
      <dgm:t>
        <a:bodyPr/>
        <a:lstStyle/>
        <a:p>
          <a:endParaRPr lang="en-US"/>
        </a:p>
      </dgm:t>
    </dgm:pt>
    <dgm:pt modelId="{B6A9C7EA-838E-40D6-B5A6-BA334298F6E4}" type="sibTrans" cxnId="{7A630897-EBD9-4F23-BE16-72B7917EAF89}">
      <dgm:prSet/>
      <dgm:spPr/>
      <dgm:t>
        <a:bodyPr/>
        <a:lstStyle/>
        <a:p>
          <a:endParaRPr lang="en-US"/>
        </a:p>
      </dgm:t>
    </dgm:pt>
    <dgm:pt modelId="{876E9B10-5D54-4999-9ED0-8BFF89ACBFCB}">
      <dgm:prSet phldrT="[Text]"/>
      <dgm:spPr/>
      <dgm:t>
        <a:bodyPr/>
        <a:lstStyle/>
        <a:p>
          <a:r>
            <a:rPr lang="en-US" dirty="0"/>
            <a:t>Economic reasons for using ICT</a:t>
          </a:r>
        </a:p>
      </dgm:t>
    </dgm:pt>
    <dgm:pt modelId="{45E2E531-E72E-4C64-A842-D4661157EC9C}" type="parTrans" cxnId="{38C64A2E-B04C-48B3-B89E-7C8446F56219}">
      <dgm:prSet/>
      <dgm:spPr/>
      <dgm:t>
        <a:bodyPr/>
        <a:lstStyle/>
        <a:p>
          <a:endParaRPr lang="en-US"/>
        </a:p>
      </dgm:t>
    </dgm:pt>
    <dgm:pt modelId="{FDA3F35A-2E86-4168-B922-4CF091DC3644}" type="sibTrans" cxnId="{38C64A2E-B04C-48B3-B89E-7C8446F56219}">
      <dgm:prSet/>
      <dgm:spPr/>
      <dgm:t>
        <a:bodyPr/>
        <a:lstStyle/>
        <a:p>
          <a:endParaRPr lang="en-US"/>
        </a:p>
      </dgm:t>
    </dgm:pt>
    <dgm:pt modelId="{F16FF3DC-AA9F-4800-B5B4-3B5010AC3C3A}">
      <dgm:prSet phldrT="[Text]"/>
      <dgm:spPr/>
      <dgm:t>
        <a:bodyPr/>
        <a:lstStyle/>
        <a:p>
          <a:r>
            <a:rPr lang="en-US" dirty="0"/>
            <a:t>Ethical use of computers</a:t>
          </a:r>
        </a:p>
      </dgm:t>
    </dgm:pt>
    <dgm:pt modelId="{9091BAAB-92F6-4C6C-922F-EFBEEA04FDA6}" type="parTrans" cxnId="{309F528E-BC31-4D64-94B4-C682B1377C0C}">
      <dgm:prSet/>
      <dgm:spPr/>
      <dgm:t>
        <a:bodyPr/>
        <a:lstStyle/>
        <a:p>
          <a:endParaRPr lang="en-US"/>
        </a:p>
      </dgm:t>
    </dgm:pt>
    <dgm:pt modelId="{B6E2A616-9582-4E98-A015-CE2AE6BC720E}" type="sibTrans" cxnId="{309F528E-BC31-4D64-94B4-C682B1377C0C}">
      <dgm:prSet/>
      <dgm:spPr/>
      <dgm:t>
        <a:bodyPr/>
        <a:lstStyle/>
        <a:p>
          <a:endParaRPr lang="en-US"/>
        </a:p>
      </dgm:t>
    </dgm:pt>
    <dgm:pt modelId="{1748824C-EBAA-4B4F-925F-7DB80672A76F}" type="pres">
      <dgm:prSet presAssocID="{3202BD75-330E-45C2-8C6C-8D5D7E1B616B}" presName="diagram" presStyleCnt="0">
        <dgm:presLayoutVars>
          <dgm:dir/>
          <dgm:resizeHandles val="exact"/>
        </dgm:presLayoutVars>
      </dgm:prSet>
      <dgm:spPr/>
    </dgm:pt>
    <dgm:pt modelId="{BB4E5FD5-88D9-40E0-92F6-A7CE617309F2}" type="pres">
      <dgm:prSet presAssocID="{C97B2CB9-1EAB-43EF-94D4-85B7253C4BD8}" presName="node" presStyleLbl="node1" presStyleIdx="0" presStyleCnt="5">
        <dgm:presLayoutVars>
          <dgm:bulletEnabled val="1"/>
        </dgm:presLayoutVars>
      </dgm:prSet>
      <dgm:spPr/>
    </dgm:pt>
    <dgm:pt modelId="{6203B3D2-1DEF-4086-A4C7-B75271E0E892}" type="pres">
      <dgm:prSet presAssocID="{9F6FF102-D0C2-405F-9F1A-FAB7E7297081}" presName="sibTrans" presStyleCnt="0"/>
      <dgm:spPr/>
    </dgm:pt>
    <dgm:pt modelId="{13993F35-BF3A-4A7A-BE43-23F723949B45}" type="pres">
      <dgm:prSet presAssocID="{E7001237-B7EA-4411-B951-0063ADE80DA1}" presName="node" presStyleLbl="node1" presStyleIdx="1" presStyleCnt="5">
        <dgm:presLayoutVars>
          <dgm:bulletEnabled val="1"/>
        </dgm:presLayoutVars>
      </dgm:prSet>
      <dgm:spPr/>
    </dgm:pt>
    <dgm:pt modelId="{07CD2EFA-0B01-4520-ABEE-7BAA77295FD9}" type="pres">
      <dgm:prSet presAssocID="{AC9B057D-D9C0-44D9-9A36-053CB35E663C}" presName="sibTrans" presStyleCnt="0"/>
      <dgm:spPr/>
    </dgm:pt>
    <dgm:pt modelId="{77748450-4FCD-47A7-82E7-FC57EF50E3F8}" type="pres">
      <dgm:prSet presAssocID="{705F2A73-1CCE-47DE-B390-5F60B84EF703}" presName="node" presStyleLbl="node1" presStyleIdx="2" presStyleCnt="5">
        <dgm:presLayoutVars>
          <dgm:bulletEnabled val="1"/>
        </dgm:presLayoutVars>
      </dgm:prSet>
      <dgm:spPr/>
    </dgm:pt>
    <dgm:pt modelId="{10A85550-9089-4578-A9D9-945561969813}" type="pres">
      <dgm:prSet presAssocID="{B6A9C7EA-838E-40D6-B5A6-BA334298F6E4}" presName="sibTrans" presStyleCnt="0"/>
      <dgm:spPr/>
    </dgm:pt>
    <dgm:pt modelId="{42C1A5C9-5D8F-46C5-BAAC-1C882A5792D8}" type="pres">
      <dgm:prSet presAssocID="{876E9B10-5D54-4999-9ED0-8BFF89ACBFCB}" presName="node" presStyleLbl="node1" presStyleIdx="3" presStyleCnt="5">
        <dgm:presLayoutVars>
          <dgm:bulletEnabled val="1"/>
        </dgm:presLayoutVars>
      </dgm:prSet>
      <dgm:spPr/>
    </dgm:pt>
    <dgm:pt modelId="{A677BBA6-2051-40E2-AACE-7B6573B1FED4}" type="pres">
      <dgm:prSet presAssocID="{FDA3F35A-2E86-4168-B922-4CF091DC3644}" presName="sibTrans" presStyleCnt="0"/>
      <dgm:spPr/>
    </dgm:pt>
    <dgm:pt modelId="{44215774-4A6F-46C5-ADD2-552999839C6C}" type="pres">
      <dgm:prSet presAssocID="{F16FF3DC-AA9F-4800-B5B4-3B5010AC3C3A}" presName="node" presStyleLbl="node1" presStyleIdx="4" presStyleCnt="5">
        <dgm:presLayoutVars>
          <dgm:bulletEnabled val="1"/>
        </dgm:presLayoutVars>
      </dgm:prSet>
      <dgm:spPr/>
    </dgm:pt>
  </dgm:ptLst>
  <dgm:cxnLst>
    <dgm:cxn modelId="{0944757E-FDB5-4317-B6BA-F4583943DF39}" type="presOf" srcId="{3202BD75-330E-45C2-8C6C-8D5D7E1B616B}" destId="{1748824C-EBAA-4B4F-925F-7DB80672A76F}" srcOrd="0" destOrd="0" presId="urn:microsoft.com/office/officeart/2005/8/layout/default"/>
    <dgm:cxn modelId="{309F528E-BC31-4D64-94B4-C682B1377C0C}" srcId="{3202BD75-330E-45C2-8C6C-8D5D7E1B616B}" destId="{F16FF3DC-AA9F-4800-B5B4-3B5010AC3C3A}" srcOrd="4" destOrd="0" parTransId="{9091BAAB-92F6-4C6C-922F-EFBEEA04FDA6}" sibTransId="{B6E2A616-9582-4E98-A015-CE2AE6BC720E}"/>
    <dgm:cxn modelId="{DFBAEA13-0F1A-42F5-838A-EE00081C56D0}" type="presOf" srcId="{E7001237-B7EA-4411-B951-0063ADE80DA1}" destId="{13993F35-BF3A-4A7A-BE43-23F723949B45}" srcOrd="0" destOrd="0" presId="urn:microsoft.com/office/officeart/2005/8/layout/default"/>
    <dgm:cxn modelId="{4C60D79E-F3F7-47F3-8F6F-04D7806D81C8}" type="presOf" srcId="{876E9B10-5D54-4999-9ED0-8BFF89ACBFCB}" destId="{42C1A5C9-5D8F-46C5-BAAC-1C882A5792D8}" srcOrd="0" destOrd="0" presId="urn:microsoft.com/office/officeart/2005/8/layout/default"/>
    <dgm:cxn modelId="{39DEAF44-77A0-404E-9ED7-95DC9B3169B5}" type="presOf" srcId="{705F2A73-1CCE-47DE-B390-5F60B84EF703}" destId="{77748450-4FCD-47A7-82E7-FC57EF50E3F8}" srcOrd="0" destOrd="0" presId="urn:microsoft.com/office/officeart/2005/8/layout/default"/>
    <dgm:cxn modelId="{6C638ED8-909F-4800-AC81-752975EF0A18}" srcId="{3202BD75-330E-45C2-8C6C-8D5D7E1B616B}" destId="{C97B2CB9-1EAB-43EF-94D4-85B7253C4BD8}" srcOrd="0" destOrd="0" parTransId="{B7C02F50-2D93-4443-BBFB-34B76A35CA62}" sibTransId="{9F6FF102-D0C2-405F-9F1A-FAB7E7297081}"/>
    <dgm:cxn modelId="{F55676F4-4811-431A-8B3D-80C0BC52E9A3}" type="presOf" srcId="{C97B2CB9-1EAB-43EF-94D4-85B7253C4BD8}" destId="{BB4E5FD5-88D9-40E0-92F6-A7CE617309F2}" srcOrd="0" destOrd="0" presId="urn:microsoft.com/office/officeart/2005/8/layout/default"/>
    <dgm:cxn modelId="{38C64A2E-B04C-48B3-B89E-7C8446F56219}" srcId="{3202BD75-330E-45C2-8C6C-8D5D7E1B616B}" destId="{876E9B10-5D54-4999-9ED0-8BFF89ACBFCB}" srcOrd="3" destOrd="0" parTransId="{45E2E531-E72E-4C64-A842-D4661157EC9C}" sibTransId="{FDA3F35A-2E86-4168-B922-4CF091DC3644}"/>
    <dgm:cxn modelId="{7A630897-EBD9-4F23-BE16-72B7917EAF89}" srcId="{3202BD75-330E-45C2-8C6C-8D5D7E1B616B}" destId="{705F2A73-1CCE-47DE-B390-5F60B84EF703}" srcOrd="2" destOrd="0" parTransId="{9F48687B-62DB-41B5-94DA-9605EB37B1B9}" sibTransId="{B6A9C7EA-838E-40D6-B5A6-BA334298F6E4}"/>
    <dgm:cxn modelId="{92A153D6-3627-4EE4-BCC6-FFD329F785AE}" srcId="{3202BD75-330E-45C2-8C6C-8D5D7E1B616B}" destId="{E7001237-B7EA-4411-B951-0063ADE80DA1}" srcOrd="1" destOrd="0" parTransId="{096411BD-5B81-4C8B-AAC2-55D79066D428}" sibTransId="{AC9B057D-D9C0-44D9-9A36-053CB35E663C}"/>
    <dgm:cxn modelId="{1175316D-5F11-4826-AF17-6130A4859C5F}" type="presOf" srcId="{F16FF3DC-AA9F-4800-B5B4-3B5010AC3C3A}" destId="{44215774-4A6F-46C5-ADD2-552999839C6C}" srcOrd="0" destOrd="0" presId="urn:microsoft.com/office/officeart/2005/8/layout/default"/>
    <dgm:cxn modelId="{C74CFB6B-EE5F-4620-A722-D23EC56C39F7}" type="presParOf" srcId="{1748824C-EBAA-4B4F-925F-7DB80672A76F}" destId="{BB4E5FD5-88D9-40E0-92F6-A7CE617309F2}" srcOrd="0" destOrd="0" presId="urn:microsoft.com/office/officeart/2005/8/layout/default"/>
    <dgm:cxn modelId="{63875FB8-588A-4156-8AFF-AFE3F5178348}" type="presParOf" srcId="{1748824C-EBAA-4B4F-925F-7DB80672A76F}" destId="{6203B3D2-1DEF-4086-A4C7-B75271E0E892}" srcOrd="1" destOrd="0" presId="urn:microsoft.com/office/officeart/2005/8/layout/default"/>
    <dgm:cxn modelId="{131F0F6D-06A8-4E74-97C1-5FBBC0E84729}" type="presParOf" srcId="{1748824C-EBAA-4B4F-925F-7DB80672A76F}" destId="{13993F35-BF3A-4A7A-BE43-23F723949B45}" srcOrd="2" destOrd="0" presId="urn:microsoft.com/office/officeart/2005/8/layout/default"/>
    <dgm:cxn modelId="{E6E7BF5A-8B54-458D-99CC-C8435499B992}" type="presParOf" srcId="{1748824C-EBAA-4B4F-925F-7DB80672A76F}" destId="{07CD2EFA-0B01-4520-ABEE-7BAA77295FD9}" srcOrd="3" destOrd="0" presId="urn:microsoft.com/office/officeart/2005/8/layout/default"/>
    <dgm:cxn modelId="{A9B8CD57-172C-49FE-BC93-FD92581F3459}" type="presParOf" srcId="{1748824C-EBAA-4B4F-925F-7DB80672A76F}" destId="{77748450-4FCD-47A7-82E7-FC57EF50E3F8}" srcOrd="4" destOrd="0" presId="urn:microsoft.com/office/officeart/2005/8/layout/default"/>
    <dgm:cxn modelId="{7D9CD862-868D-4615-A5BA-9C128EBE1B62}" type="presParOf" srcId="{1748824C-EBAA-4B4F-925F-7DB80672A76F}" destId="{10A85550-9089-4578-A9D9-945561969813}" srcOrd="5" destOrd="0" presId="urn:microsoft.com/office/officeart/2005/8/layout/default"/>
    <dgm:cxn modelId="{96356F31-6C43-416D-9B2C-BA2F2E7865A3}" type="presParOf" srcId="{1748824C-EBAA-4B4F-925F-7DB80672A76F}" destId="{42C1A5C9-5D8F-46C5-BAAC-1C882A5792D8}" srcOrd="6" destOrd="0" presId="urn:microsoft.com/office/officeart/2005/8/layout/default"/>
    <dgm:cxn modelId="{77086BD7-CAA5-4524-8C5A-1C96861030E9}" type="presParOf" srcId="{1748824C-EBAA-4B4F-925F-7DB80672A76F}" destId="{A677BBA6-2051-40E2-AACE-7B6573B1FED4}" srcOrd="7" destOrd="0" presId="urn:microsoft.com/office/officeart/2005/8/layout/default"/>
    <dgm:cxn modelId="{AF3BD722-CFD1-4FCA-BC9E-A38634C20FBE}" type="presParOf" srcId="{1748824C-EBAA-4B4F-925F-7DB80672A76F}" destId="{44215774-4A6F-46C5-ADD2-552999839C6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6579B-17E6-4AED-94E8-627AFA1C9709}">
      <dsp:nvSpPr>
        <dsp:cNvPr id="0" name=""/>
        <dsp:cNvSpPr/>
      </dsp:nvSpPr>
      <dsp:spPr>
        <a:xfrm>
          <a:off x="1328762" y="2076454"/>
          <a:ext cx="2161072" cy="1375994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Processing 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(Working with data and information)</a:t>
          </a:r>
        </a:p>
      </dsp:txBody>
      <dsp:txXfrm>
        <a:off x="1645244" y="2277964"/>
        <a:ext cx="1528108" cy="972974"/>
      </dsp:txXfrm>
    </dsp:sp>
    <dsp:sp modelId="{312381F4-DA67-4821-84A0-00EFAFE5D50F}">
      <dsp:nvSpPr>
        <dsp:cNvPr id="0" name=""/>
        <dsp:cNvSpPr/>
      </dsp:nvSpPr>
      <dsp:spPr>
        <a:xfrm rot="29228" flipH="1">
          <a:off x="5215158" y="2499757"/>
          <a:ext cx="520706" cy="481920"/>
        </a:xfrm>
        <a:prstGeom prst="leftArrow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5359731" y="2596756"/>
        <a:ext cx="376130" cy="289152"/>
      </dsp:txXfrm>
    </dsp:sp>
    <dsp:sp modelId="{1103C129-1608-4838-9F38-999244571A2E}">
      <dsp:nvSpPr>
        <dsp:cNvPr id="0" name=""/>
        <dsp:cNvSpPr/>
      </dsp:nvSpPr>
      <dsp:spPr>
        <a:xfrm>
          <a:off x="5677691" y="1847863"/>
          <a:ext cx="2609110" cy="160206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Communication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(sending results)</a:t>
          </a:r>
        </a:p>
      </dsp:txBody>
      <dsp:txXfrm>
        <a:off x="6059786" y="2082480"/>
        <a:ext cx="1844920" cy="1132829"/>
      </dsp:txXfrm>
    </dsp:sp>
    <dsp:sp modelId="{6EB82EB8-BEC3-4DC4-A781-0AAE20328B29}">
      <dsp:nvSpPr>
        <dsp:cNvPr id="0" name=""/>
        <dsp:cNvSpPr/>
      </dsp:nvSpPr>
      <dsp:spPr>
        <a:xfrm rot="25825">
          <a:off x="3353704" y="2578191"/>
          <a:ext cx="497268" cy="485736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476947"/>
                <a:satOff val="-10882"/>
                <a:lumOff val="4020"/>
                <a:alphaOff val="0"/>
                <a:shade val="36000"/>
                <a:satMod val="120000"/>
              </a:schemeClr>
              <a:schemeClr val="accent2">
                <a:hueOff val="476947"/>
                <a:satOff val="-10882"/>
                <a:lumOff val="402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3353706" y="2674791"/>
        <a:ext cx="351547" cy="291442"/>
      </dsp:txXfrm>
    </dsp:sp>
    <dsp:sp modelId="{4B187FF3-FE1B-4C15-AC05-A4420FC06197}">
      <dsp:nvSpPr>
        <dsp:cNvPr id="0" name=""/>
        <dsp:cNvSpPr/>
      </dsp:nvSpPr>
      <dsp:spPr>
        <a:xfrm>
          <a:off x="3690968" y="2000280"/>
          <a:ext cx="1652553" cy="156001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Output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(Showing results)</a:t>
          </a:r>
        </a:p>
      </dsp:txBody>
      <dsp:txXfrm>
        <a:off x="3932979" y="2228739"/>
        <a:ext cx="1168531" cy="1103095"/>
      </dsp:txXfrm>
    </dsp:sp>
    <dsp:sp modelId="{5A3B8BE3-D992-47BA-9CAF-5B63F3B5DA8F}">
      <dsp:nvSpPr>
        <dsp:cNvPr id="0" name=""/>
        <dsp:cNvSpPr/>
      </dsp:nvSpPr>
      <dsp:spPr>
        <a:xfrm rot="7365979">
          <a:off x="2607386" y="1637852"/>
          <a:ext cx="922295" cy="445128"/>
        </a:xfrm>
        <a:prstGeom prst="leftRightArrow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953895"/>
                <a:satOff val="-21764"/>
                <a:lumOff val="8039"/>
                <a:alphaOff val="0"/>
                <a:shade val="36000"/>
                <a:satMod val="120000"/>
              </a:schemeClr>
              <a:schemeClr val="accent2">
                <a:hueOff val="953895"/>
                <a:satOff val="-21764"/>
                <a:lumOff val="8039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0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2710291" y="1670733"/>
        <a:ext cx="788757" cy="267076"/>
      </dsp:txXfrm>
    </dsp:sp>
    <dsp:sp modelId="{BCA8B887-396C-402C-BCBE-20135F91CD7B}">
      <dsp:nvSpPr>
        <dsp:cNvPr id="0" name=""/>
        <dsp:cNvSpPr/>
      </dsp:nvSpPr>
      <dsp:spPr>
        <a:xfrm>
          <a:off x="2055748" y="416087"/>
          <a:ext cx="3135286" cy="1100337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Storage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(Permanent)</a:t>
          </a:r>
        </a:p>
      </dsp:txBody>
      <dsp:txXfrm>
        <a:off x="2514900" y="577228"/>
        <a:ext cx="2216982" cy="778055"/>
      </dsp:txXfrm>
    </dsp:sp>
    <dsp:sp modelId="{AB8EC236-24D5-4B3E-B409-6AFA34533EDB}">
      <dsp:nvSpPr>
        <dsp:cNvPr id="0" name=""/>
        <dsp:cNvSpPr/>
      </dsp:nvSpPr>
      <dsp:spPr>
        <a:xfrm rot="5298031">
          <a:off x="4055882" y="3582034"/>
          <a:ext cx="946570" cy="500769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1430842"/>
                <a:satOff val="-32646"/>
                <a:lumOff val="12059"/>
                <a:alphaOff val="0"/>
                <a:shade val="36000"/>
                <a:satMod val="120000"/>
              </a:schemeClr>
              <a:schemeClr val="accent2">
                <a:hueOff val="1430842"/>
                <a:satOff val="-32646"/>
                <a:lumOff val="12059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4128770" y="3607106"/>
        <a:ext cx="796339" cy="300461"/>
      </dsp:txXfrm>
    </dsp:sp>
    <dsp:sp modelId="{8ABC8350-C989-4E4C-8021-F0F501F46022}">
      <dsp:nvSpPr>
        <dsp:cNvPr id="0" name=""/>
        <dsp:cNvSpPr/>
      </dsp:nvSpPr>
      <dsp:spPr>
        <a:xfrm>
          <a:off x="1709763" y="4222002"/>
          <a:ext cx="4896757" cy="89889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People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(Users, clients, customers, operators, etc.)</a:t>
          </a:r>
        </a:p>
      </dsp:txBody>
      <dsp:txXfrm>
        <a:off x="1753643" y="4265882"/>
        <a:ext cx="4808997" cy="811135"/>
      </dsp:txXfrm>
    </dsp:sp>
    <dsp:sp modelId="{137BDB47-987B-4F3A-B977-273C0A62FB04}">
      <dsp:nvSpPr>
        <dsp:cNvPr id="0" name=""/>
        <dsp:cNvSpPr/>
      </dsp:nvSpPr>
      <dsp:spPr>
        <a:xfrm rot="3393944" flipV="1">
          <a:off x="1221957" y="1755551"/>
          <a:ext cx="730779" cy="494073"/>
        </a:xfrm>
        <a:prstGeom prst="rightArrow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1907789"/>
                <a:satOff val="-43528"/>
                <a:lumOff val="16079"/>
                <a:alphaOff val="0"/>
                <a:shade val="36000"/>
                <a:satMod val="120000"/>
              </a:schemeClr>
              <a:schemeClr val="accent2">
                <a:hueOff val="1907789"/>
                <a:satOff val="-43528"/>
                <a:lumOff val="16079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 rot="10800000">
        <a:off x="1255234" y="1792519"/>
        <a:ext cx="582557" cy="296443"/>
      </dsp:txXfrm>
    </dsp:sp>
    <dsp:sp modelId="{7222456F-461C-4B2B-BDDA-2ADFA703E6CA}">
      <dsp:nvSpPr>
        <dsp:cNvPr id="0" name=""/>
        <dsp:cNvSpPr/>
      </dsp:nvSpPr>
      <dsp:spPr>
        <a:xfrm>
          <a:off x="111516" y="200072"/>
          <a:ext cx="1680905" cy="1577997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Input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(Data collected)</a:t>
          </a:r>
        </a:p>
      </dsp:txBody>
      <dsp:txXfrm>
        <a:off x="357679" y="431164"/>
        <a:ext cx="1188579" cy="1115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E5FD5-88D9-40E0-92F6-A7CE617309F2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Multi-purpose computers</a:t>
          </a:r>
        </a:p>
      </dsp:txBody>
      <dsp:txXfrm>
        <a:off x="916483" y="1984"/>
        <a:ext cx="2030015" cy="1218009"/>
      </dsp:txXfrm>
    </dsp:sp>
    <dsp:sp modelId="{13993F35-BF3A-4A7A-BE43-23F723949B45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Dedicated devices</a:t>
          </a:r>
        </a:p>
      </dsp:txBody>
      <dsp:txXfrm>
        <a:off x="3149500" y="1984"/>
        <a:ext cx="2030015" cy="1218009"/>
      </dsp:txXfrm>
    </dsp:sp>
    <dsp:sp modelId="{77748450-4FCD-47A7-82E7-FC57EF50E3F8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ICT</a:t>
          </a:r>
          <a:br>
            <a:rPr lang="en-US" sz="2500" kern="1200" dirty="0"/>
          </a:br>
          <a:r>
            <a:rPr lang="en-US" sz="2500" kern="1200" dirty="0"/>
            <a:t>system</a:t>
          </a:r>
        </a:p>
      </dsp:txBody>
      <dsp:txXfrm>
        <a:off x="916483" y="1422995"/>
        <a:ext cx="2030015" cy="1218009"/>
      </dsp:txXfrm>
    </dsp:sp>
    <dsp:sp modelId="{42C1A5C9-5D8F-46C5-BAAC-1C882A5792D8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Economic reasons for using ICT</a:t>
          </a:r>
        </a:p>
      </dsp:txBody>
      <dsp:txXfrm>
        <a:off x="3149500" y="1422995"/>
        <a:ext cx="2030015" cy="1218009"/>
      </dsp:txXfrm>
    </dsp:sp>
    <dsp:sp modelId="{44215774-4A6F-46C5-ADD2-552999839C6C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Ethical use of computers</a:t>
          </a:r>
        </a:p>
      </dsp:txBody>
      <dsp:txXfrm>
        <a:off x="2032992" y="2844006"/>
        <a:ext cx="2030015" cy="1218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92649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0073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480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3859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4659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93704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58221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8191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42207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45095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7896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2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4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21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16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37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0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6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90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1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3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37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84784"/>
            <a:ext cx="7593330" cy="2808312"/>
          </a:xfrm>
        </p:spPr>
        <p:txBody>
          <a:bodyPr/>
          <a:lstStyle/>
          <a:p>
            <a:r>
              <a:rPr lang="en-US" dirty="0"/>
              <a:t>Module 1.5 </a:t>
            </a:r>
            <a:br>
              <a:rPr lang="en-US" dirty="0"/>
            </a:br>
            <a:r>
              <a:rPr lang="en-ZA" dirty="0"/>
              <a:t>ICT in perspective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1700808"/>
            <a:ext cx="1513820" cy="216000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608" y="620688"/>
            <a:ext cx="3096344" cy="1609344"/>
          </a:xfrm>
        </p:spPr>
        <p:txBody>
          <a:bodyPr>
            <a:normAutofit/>
          </a:bodyPr>
          <a:lstStyle/>
          <a:p>
            <a:r>
              <a:rPr lang="en-ZA" sz="4800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506" y="2093976"/>
            <a:ext cx="7885992" cy="3391224"/>
          </a:xfrm>
        </p:spPr>
        <p:txBody>
          <a:bodyPr>
            <a:normAutofit/>
          </a:bodyPr>
          <a:lstStyle/>
          <a:p>
            <a:pPr marL="504000" indent="-504000"/>
            <a:r>
              <a:rPr lang="en-ZA" sz="3600" dirty="0">
                <a:hlinkClick r:id="rId2" action="ppaction://hlinksldjump"/>
              </a:rPr>
              <a:t>Types of computers</a:t>
            </a:r>
            <a:endParaRPr lang="en-ZA" sz="3600" dirty="0"/>
          </a:p>
          <a:p>
            <a:pPr marL="504000" indent="-504000"/>
            <a:r>
              <a:rPr lang="en-ZA" sz="3600" dirty="0">
                <a:hlinkClick r:id="rId3" action="ppaction://hlinksldjump"/>
              </a:rPr>
              <a:t>What is ICT?</a:t>
            </a:r>
            <a:endParaRPr lang="en-ZA" sz="3400" dirty="0"/>
          </a:p>
          <a:p>
            <a:pPr marL="504000" indent="-504000"/>
            <a:r>
              <a:rPr lang="en-ZA" sz="3600" dirty="0">
                <a:hlinkClick r:id="rId4" action="ppaction://hlinksldjump"/>
              </a:rPr>
              <a:t>Ethical use of computers</a:t>
            </a:r>
            <a:endParaRPr lang="en-ZA" sz="3600" dirty="0"/>
          </a:p>
          <a:p>
            <a:pPr marL="504000" indent="-504000"/>
            <a:r>
              <a:rPr lang="en-ZA" sz="3600" dirty="0">
                <a:hlinkClick r:id="rId5" action="ppaction://hlinksldjump"/>
              </a:rPr>
              <a:t>Test </a:t>
            </a:r>
            <a:r>
              <a:rPr lang="en-ZA" sz="3600">
                <a:hlinkClick r:id="rId5" action="ppaction://hlinksldjump"/>
              </a:rPr>
              <a:t>and improve</a:t>
            </a:r>
            <a:endParaRPr lang="en-ZA" sz="3600" dirty="0"/>
          </a:p>
          <a:p>
            <a:pPr marL="504000" indent="-504000"/>
            <a:r>
              <a:rPr lang="en-ZA" sz="3600" dirty="0">
                <a:hlinkClick r:id="rId6" action="ppaction://hlinksldjump"/>
              </a:rPr>
              <a:t>Written module activity</a:t>
            </a:r>
            <a:endParaRPr lang="en-ZA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32656" y="1374884"/>
            <a:ext cx="5544616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>
                <a:ln/>
                <a:solidFill>
                  <a:schemeClr val="accent3"/>
                </a:solidFill>
                <a:latin typeface="+mj-lt"/>
              </a:rPr>
              <a:t>General-purpose </a:t>
            </a:r>
            <a:r>
              <a:rPr lang="en-ZA" sz="3600" dirty="0">
                <a:ln/>
                <a:solidFill>
                  <a:schemeClr val="accent3"/>
                </a:solidFill>
                <a:latin typeface="+mj-lt"/>
              </a:rPr>
              <a:t>computers</a:t>
            </a:r>
          </a:p>
        </p:txBody>
      </p:sp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85800" y="2132855"/>
            <a:ext cx="31309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Desktop computers</a:t>
            </a:r>
            <a:endParaRPr kumimoji="0" lang="en-Z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5" name="Picture 14" descr="home network.png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785786" y="2793130"/>
            <a:ext cx="1857388" cy="27146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Rectangle 15"/>
          <p:cNvSpPr/>
          <p:nvPr/>
        </p:nvSpPr>
        <p:spPr>
          <a:xfrm>
            <a:off x="613325" y="5732237"/>
            <a:ext cx="41434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‘box’(system unit) containing CPU, memory, storage</a:t>
            </a: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2945951" y="2945978"/>
            <a:ext cx="1007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rial Narrow" pitchFamily="34" charset="0"/>
                <a:cs typeface="Calibri" panose="020F0502020204030204" pitchFamily="34" charset="0"/>
              </a:rPr>
              <a:t>screen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2945951" y="3446044"/>
            <a:ext cx="1341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rial Narrow" pitchFamily="34" charset="0"/>
                <a:cs typeface="Calibri" panose="020F0502020204030204" pitchFamily="34" charset="0"/>
              </a:rPr>
              <a:t>keyboard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2517323" y="3874672"/>
            <a:ext cx="2071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rial Narrow" pitchFamily="34" charset="0"/>
                <a:cs typeface="Calibri" panose="020F0502020204030204" pitchFamily="34" charset="0"/>
              </a:rPr>
              <a:t>mouse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/>
          <p:cNvCxnSpPr>
            <a:stCxn id="47106" idx="1"/>
          </p:cNvCxnSpPr>
          <p:nvPr/>
        </p:nvCxnSpPr>
        <p:spPr bwMode="auto">
          <a:xfrm flipH="1">
            <a:off x="2374447" y="3176811"/>
            <a:ext cx="571504" cy="14257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>
            <a:cxnSpLocks/>
          </p:cNvCxnSpPr>
          <p:nvPr/>
        </p:nvCxnSpPr>
        <p:spPr bwMode="auto">
          <a:xfrm flipH="1" flipV="1">
            <a:off x="1500167" y="3721824"/>
            <a:ext cx="1393040" cy="2290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>
            <a:cxnSpLocks/>
          </p:cNvCxnSpPr>
          <p:nvPr/>
        </p:nvCxnSpPr>
        <p:spPr bwMode="auto">
          <a:xfrm flipH="1" flipV="1">
            <a:off x="2214546" y="4007576"/>
            <a:ext cx="731405" cy="14287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>
            <a:cxnSpLocks/>
          </p:cNvCxnSpPr>
          <p:nvPr/>
        </p:nvCxnSpPr>
        <p:spPr bwMode="auto">
          <a:xfrm flipV="1">
            <a:off x="1043608" y="5222023"/>
            <a:ext cx="813748" cy="58324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729430" y="2132855"/>
            <a:ext cx="43142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L</a:t>
            </a:r>
            <a:r>
              <a:rPr kumimoji="0" lang="en-ZA" sz="2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aptops, tablets, notebooks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29" name="Picture 28" descr="Notebook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40074" y="2793130"/>
            <a:ext cx="3143272" cy="23415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Rectangle 18"/>
          <p:cNvSpPr/>
          <p:nvPr/>
        </p:nvSpPr>
        <p:spPr>
          <a:xfrm>
            <a:off x="5340074" y="5732237"/>
            <a:ext cx="21930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work anywhere,</a:t>
            </a:r>
          </a:p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at any time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5038328" cy="1002904"/>
          </a:xfrm>
        </p:spPr>
        <p:txBody>
          <a:bodyPr/>
          <a:lstStyle/>
          <a:p>
            <a:r>
              <a:rPr lang="en-ZA" sz="4400" dirty="0"/>
              <a:t>Types of computers</a:t>
            </a:r>
            <a:endParaRPr lang="en-ZA" dirty="0"/>
          </a:p>
        </p:txBody>
      </p:sp>
      <p:sp>
        <p:nvSpPr>
          <p:cNvPr id="20" name="Action Button: Home 32">
            <a:hlinkClick r:id="rId5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7106" grpId="0"/>
      <p:bldP spid="47107" grpId="0"/>
      <p:bldP spid="471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85800" y="2046146"/>
            <a:ext cx="20195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dirty="0">
                <a:latin typeface="+mn-lt"/>
              </a:rPr>
              <a:t>Smartphone</a:t>
            </a:r>
            <a:endParaRPr lang="en-ZA" dirty="0">
              <a:latin typeface="+mn-lt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713784" y="2039850"/>
            <a:ext cx="1943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dirty="0">
                <a:latin typeface="+mn-lt"/>
              </a:rPr>
              <a:t>Server</a:t>
            </a:r>
            <a:endParaRPr lang="en-ZA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1560" y="5128225"/>
            <a:ext cx="33690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Multi-purpose computing device that can also be used as a phone</a:t>
            </a:r>
          </a:p>
        </p:txBody>
      </p:sp>
      <p:pic>
        <p:nvPicPr>
          <p:cNvPr id="39" name="Picture 38" descr="Picture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3784" y="2605811"/>
            <a:ext cx="3168352" cy="2377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5" name="Rectangle 44"/>
          <p:cNvSpPr/>
          <p:nvPr/>
        </p:nvSpPr>
        <p:spPr>
          <a:xfrm>
            <a:off x="4713784" y="5128225"/>
            <a:ext cx="37444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Computer on a network that provides </a:t>
            </a:r>
            <a:r>
              <a:rPr lang="en-ZA" sz="2400" dirty="0">
                <a:latin typeface="Calibri" panose="020F0502020204030204" pitchFamily="34" charset="0"/>
                <a:cs typeface="Calibri" panose="020F0502020204030204" pitchFamily="34" charset="0"/>
              </a:rPr>
              <a:t>resources and services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to connected computers and users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r>
              <a:rPr lang="en-ZA" sz="4000" dirty="0"/>
              <a:t>Types of computers</a:t>
            </a:r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1276482"/>
            <a:ext cx="7486600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sz="3600">
                <a:ln/>
                <a:solidFill>
                  <a:schemeClr val="accent3"/>
                </a:solidFill>
                <a:latin typeface="+mj-lt"/>
              </a:rPr>
              <a:t>General-purpose </a:t>
            </a:r>
            <a:r>
              <a:rPr lang="en-ZA" sz="3600" dirty="0">
                <a:ln/>
                <a:solidFill>
                  <a:schemeClr val="accent3"/>
                </a:solidFill>
                <a:latin typeface="+mj-lt"/>
              </a:rPr>
              <a:t>computers – cont.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8" t="15745" r="33463" b="13381"/>
          <a:stretch/>
        </p:blipFill>
        <p:spPr>
          <a:xfrm>
            <a:off x="685800" y="2652906"/>
            <a:ext cx="2019527" cy="23302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Action Button: Home 32">
            <a:hlinkClick r:id="rId5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3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557662"/>
            <a:ext cx="3746424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sz="3600" dirty="0">
                <a:ln/>
                <a:solidFill>
                  <a:schemeClr val="accent3"/>
                </a:solidFill>
                <a:latin typeface="+mj-lt"/>
              </a:rPr>
              <a:t>Dedicated devices</a:t>
            </a:r>
          </a:p>
        </p:txBody>
      </p:sp>
      <p:pic>
        <p:nvPicPr>
          <p:cNvPr id="17" name="Picture 16" descr="ATM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68144" y="2420888"/>
            <a:ext cx="2464593" cy="32861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r>
              <a:rPr lang="en-ZA" sz="4400" dirty="0"/>
              <a:t>Types of computers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714380" y="2549080"/>
            <a:ext cx="4968552" cy="302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MP3 players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GPS devices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ABS braking system in your car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ATM machines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Household appliances like microwaves and washing machines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5" name="Rectangle 34"/>
          <p:cNvSpPr/>
          <p:nvPr/>
        </p:nvSpPr>
        <p:spPr>
          <a:xfrm>
            <a:off x="671580" y="1556792"/>
            <a:ext cx="55007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>
                <a:ln/>
                <a:solidFill>
                  <a:schemeClr val="accent3"/>
                </a:solidFill>
                <a:latin typeface="+mj-lt"/>
              </a:rPr>
              <a:t>Information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580" y="2939113"/>
            <a:ext cx="608991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>
                <a:ln/>
                <a:solidFill>
                  <a:schemeClr val="accent3"/>
                </a:solidFill>
                <a:latin typeface="+mj-lt"/>
              </a:rPr>
              <a:t>Communication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580" y="4536357"/>
            <a:ext cx="55007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>
                <a:ln/>
                <a:solidFill>
                  <a:schemeClr val="accent3"/>
                </a:solidFill>
                <a:latin typeface="+mj-lt"/>
              </a:rPr>
              <a:t>Technology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61437" y="2265946"/>
            <a:ext cx="47102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Manipulated or processed data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361437" y="3624918"/>
            <a:ext cx="53877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Process of transferring data / information from one place to another 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361437" y="5219268"/>
            <a:ext cx="73150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System – Hardware and Software</a:t>
            </a:r>
          </a:p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Communication – Networks and communication devices</a:t>
            </a:r>
          </a:p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Internet – WWW, e-communication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87733"/>
          </a:xfrm>
        </p:spPr>
        <p:txBody>
          <a:bodyPr/>
          <a:lstStyle/>
          <a:p>
            <a:r>
              <a:rPr lang="en-ZA" sz="4400" dirty="0"/>
              <a:t>What is ICT?</a:t>
            </a:r>
            <a:endParaRPr lang="en-ZA" dirty="0"/>
          </a:p>
        </p:txBody>
      </p:sp>
      <p:sp>
        <p:nvSpPr>
          <p:cNvPr id="11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TextBox 17"/>
          <p:cNvSpPr txBox="1"/>
          <p:nvPr/>
        </p:nvSpPr>
        <p:spPr>
          <a:xfrm>
            <a:off x="500034" y="1844824"/>
            <a:ext cx="8143932" cy="7078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4000" dirty="0">
                <a:ln/>
                <a:solidFill>
                  <a:schemeClr val="accent3"/>
                </a:solidFill>
                <a:latin typeface="+mj-lt"/>
              </a:rPr>
              <a:t>Why do we need information?</a:t>
            </a:r>
          </a:p>
        </p:txBody>
      </p:sp>
      <p:sp>
        <p:nvSpPr>
          <p:cNvPr id="68610" name="Text Box 1"/>
          <p:cNvSpPr txBox="1">
            <a:spLocks/>
          </p:cNvSpPr>
          <p:nvPr/>
        </p:nvSpPr>
        <p:spPr bwMode="auto">
          <a:xfrm>
            <a:off x="1500166" y="2924485"/>
            <a:ext cx="6143668" cy="1077218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Information is power and creates the potential for wealth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itchFamily="34" charset="0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2071670" y="4581128"/>
            <a:ext cx="5000660" cy="1077218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ICTs are both part of and affect our everyday lives</a:t>
            </a:r>
            <a:r>
              <a:rPr kumimoji="0" lang="en-GB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.</a:t>
            </a:r>
            <a:endParaRPr kumimoji="0" 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What is ICT?</a:t>
            </a:r>
            <a:endParaRPr lang="en-ZA" dirty="0"/>
          </a:p>
        </p:txBody>
      </p:sp>
      <p:sp>
        <p:nvSpPr>
          <p:cNvPr id="11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699152841"/>
              </p:ext>
            </p:extLst>
          </p:nvPr>
        </p:nvGraphicFramePr>
        <p:xfrm>
          <a:off x="500034" y="1428736"/>
          <a:ext cx="8286808" cy="5214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ICT SYSTEMS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ICT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6832"/>
            <a:ext cx="779754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 ICT system is a </a:t>
            </a:r>
            <a:r>
              <a:rPr lang="en-ZA" sz="2800" dirty="0"/>
              <a:t>combination of </a:t>
            </a:r>
            <a:r>
              <a:rPr lang="en-ZA" sz="2800" i="1" dirty="0">
                <a:solidFill>
                  <a:srgbClr val="FF0000"/>
                </a:solidFill>
              </a:rPr>
              <a:t>hardware</a:t>
            </a:r>
            <a:r>
              <a:rPr lang="en-ZA" sz="2800" dirty="0"/>
              <a:t>, </a:t>
            </a:r>
            <a:r>
              <a:rPr lang="en-ZA" sz="2800" i="1" dirty="0">
                <a:solidFill>
                  <a:srgbClr val="FF0000"/>
                </a:solidFill>
              </a:rPr>
              <a:t>software</a:t>
            </a:r>
            <a:r>
              <a:rPr lang="en-ZA" sz="2800" dirty="0"/>
              <a:t>, </a:t>
            </a:r>
            <a:r>
              <a:rPr lang="en-ZA" sz="2800" i="1" dirty="0">
                <a:solidFill>
                  <a:srgbClr val="FF0000"/>
                </a:solidFill>
              </a:rPr>
              <a:t>data</a:t>
            </a:r>
            <a:r>
              <a:rPr lang="en-ZA" sz="2800" dirty="0"/>
              <a:t>,</a:t>
            </a:r>
            <a:r>
              <a:rPr lang="en-ZA" sz="2800" i="1" dirty="0"/>
              <a:t> </a:t>
            </a:r>
            <a:r>
              <a:rPr lang="en-ZA" sz="2800" i="1" dirty="0">
                <a:solidFill>
                  <a:srgbClr val="FF0000"/>
                </a:solidFill>
              </a:rPr>
              <a:t>processes</a:t>
            </a:r>
            <a:r>
              <a:rPr lang="en-ZA" sz="2800" i="1" dirty="0"/>
              <a:t> </a:t>
            </a:r>
            <a:r>
              <a:rPr lang="en-ZA" sz="2800" dirty="0"/>
              <a:t>and </a:t>
            </a:r>
            <a:r>
              <a:rPr lang="en-ZA" sz="2800" i="1" dirty="0">
                <a:solidFill>
                  <a:srgbClr val="FF0000"/>
                </a:solidFill>
              </a:rPr>
              <a:t>people</a:t>
            </a:r>
            <a:r>
              <a:rPr lang="en-ZA" sz="2800" i="1" dirty="0"/>
              <a:t> </a:t>
            </a:r>
            <a:r>
              <a:rPr lang="en-ZA" sz="2800" dirty="0"/>
              <a:t>with the goal of:</a:t>
            </a:r>
            <a:br>
              <a:rPr lang="en-ZA" sz="2800" dirty="0"/>
            </a:br>
            <a:r>
              <a:rPr lang="en-US" sz="2800" dirty="0"/>
              <a:t> </a:t>
            </a:r>
            <a:endParaRPr lang="en-US" sz="800" dirty="0"/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collecting</a:t>
            </a:r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processing</a:t>
            </a:r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storing</a:t>
            </a:r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retrieving and </a:t>
            </a:r>
          </a:p>
          <a:p>
            <a:pPr marL="342900" indent="-504000">
              <a:buFont typeface="Wingdings" panose="05000000000000000000" pitchFamily="2" charset="2"/>
              <a:buChar char="ü"/>
            </a:pPr>
            <a:r>
              <a:rPr lang="en-US" sz="2800" dirty="0"/>
              <a:t>communicating </a:t>
            </a:r>
            <a:r>
              <a:rPr lang="en-US" sz="2800" dirty="0">
                <a:solidFill>
                  <a:srgbClr val="008000"/>
                </a:solidFill>
              </a:rPr>
              <a:t>data and information</a:t>
            </a:r>
          </a:p>
        </p:txBody>
      </p:sp>
      <p:sp>
        <p:nvSpPr>
          <p:cNvPr id="7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713722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8380" y="2387804"/>
            <a:ext cx="2543994" cy="19079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4" name="Picture 13" descr="Picture 080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3543849" y="2378497"/>
            <a:ext cx="1803064" cy="19502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" name="Picture 14" descr="Picture 083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496237" y="2387600"/>
            <a:ext cx="2321681" cy="19119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685801" y="1319401"/>
            <a:ext cx="6334472" cy="5232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Examples of ICT systems in everyday life</a:t>
            </a:r>
          </a:p>
        </p:txBody>
      </p:sp>
      <p:sp>
        <p:nvSpPr>
          <p:cNvPr id="71681" name="Rectangle 1"/>
          <p:cNvSpPr>
            <a:spLocks noChangeArrowheads="1"/>
          </p:cNvSpPr>
          <p:nvPr/>
        </p:nvSpPr>
        <p:spPr bwMode="auto">
          <a:xfrm>
            <a:off x="351202" y="1916832"/>
            <a:ext cx="25186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Computer system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3248463" y="1920960"/>
            <a:ext cx="2431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Cellphone system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5963553" y="1916832"/>
            <a:ext cx="28575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Point of Sale system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9092" y="4533872"/>
            <a:ext cx="19288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You (the user)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Processes </a:t>
            </a:r>
            <a:endParaRPr lang="en-ZA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3484593" y="4533872"/>
            <a:ext cx="242876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Cell phones</a:t>
            </a:r>
            <a:endParaRPr lang="en-GB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SIM cards</a:t>
            </a: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Cellphone software </a:t>
            </a: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ellphone towers </a:t>
            </a: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People</a:t>
            </a:r>
            <a:endParaRPr kumimoji="0" 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5999" y="4355482"/>
            <a:ext cx="268796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Customers, staff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Scanners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Servers, Cables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Credit card machines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endParaRPr lang="en-ZA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r>
              <a:rPr lang="en-ZA" dirty="0"/>
              <a:t>ICT SYSTEMS</a:t>
            </a:r>
          </a:p>
        </p:txBody>
      </p:sp>
      <p:sp>
        <p:nvSpPr>
          <p:cNvPr id="17" name="Action Button: Home 32">
            <a:hlinkClick r:id="rId6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1685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Rectangle 8"/>
          <p:cNvSpPr/>
          <p:nvPr/>
        </p:nvSpPr>
        <p:spPr>
          <a:xfrm>
            <a:off x="685800" y="1609636"/>
            <a:ext cx="7715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Ways in which ICT can be used to act unethically</a:t>
            </a:r>
            <a:endParaRPr lang="en-US" sz="28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218799"/>
            <a:ext cx="7715304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Theft: identity / data / computer time / piracy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Spreading false information – greater speed and reach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Creating malicious software: viruses, Trojans, worms, etc.</a:t>
            </a:r>
            <a:endParaRPr 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068997"/>
          </a:xfrm>
        </p:spPr>
        <p:txBody>
          <a:bodyPr/>
          <a:lstStyle/>
          <a:p>
            <a:r>
              <a:rPr lang="en-ZA" dirty="0"/>
              <a:t>Ethical use of computers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74519"/>
            <a:ext cx="7715304" cy="2246769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these things do not SEEM so bad (but they still are!):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see or touch things you are stealing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Don’t seem to hurt real people – faceless ‘numbers’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one gets hurt physically – no potential for violence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Perceived justice – big companies just ‘rip people off’</a:t>
            </a:r>
            <a:endParaRPr lang="en-US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685800" y="1570756"/>
            <a:ext cx="5872736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dirty="0">
                <a:ln/>
                <a:solidFill>
                  <a:schemeClr val="accent3"/>
                </a:solidFill>
                <a:latin typeface="+mj-lt"/>
              </a:rPr>
              <a:t>Summary – concepts, terms and tips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624956"/>
            <a:ext cx="7772400" cy="928144"/>
          </a:xfrm>
        </p:spPr>
        <p:txBody>
          <a:bodyPr/>
          <a:lstStyle/>
          <a:p>
            <a:r>
              <a:rPr lang="en-ZA" dirty="0"/>
              <a:t>TEST AND </a:t>
            </a:r>
            <a:r>
              <a:rPr lang="en-ZA"/>
              <a:t>IMPROVE </a:t>
            </a:r>
            <a:endParaRPr lang="en-ZA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96026039"/>
              </p:ext>
            </p:extLst>
          </p:nvPr>
        </p:nvGraphicFramePr>
        <p:xfrm>
          <a:off x="1475656" y="239134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ction Button: Home 32">
            <a:hlinkClick r:id="rId8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75656" y="2780928"/>
            <a:ext cx="6368752" cy="1609344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en-ZA" dirty="0"/>
              <a:t>Written module activity</a:t>
            </a:r>
          </a:p>
        </p:txBody>
      </p:sp>
      <p:sp>
        <p:nvSpPr>
          <p:cNvPr id="7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7016877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9394</TotalTime>
  <Words>439</Words>
  <Application>Microsoft Office PowerPoint</Application>
  <PresentationFormat>On-screen Show (4:3)</PresentationFormat>
  <Paragraphs>124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Narrow</vt:lpstr>
      <vt:lpstr>Calibri</vt:lpstr>
      <vt:lpstr>Rockwell</vt:lpstr>
      <vt:lpstr>Rockwell Condensed</vt:lpstr>
      <vt:lpstr>Symbol</vt:lpstr>
      <vt:lpstr>Times New Roman</vt:lpstr>
      <vt:lpstr>Wingdings</vt:lpstr>
      <vt:lpstr>Wood Type</vt:lpstr>
      <vt:lpstr>Module 1.5  ICT in perspective</vt:lpstr>
      <vt:lpstr>contents</vt:lpstr>
      <vt:lpstr>Types of computers</vt:lpstr>
      <vt:lpstr>Types of computers</vt:lpstr>
      <vt:lpstr>Types of computers</vt:lpstr>
      <vt:lpstr>What is ICT?</vt:lpstr>
      <vt:lpstr>What is ICT?</vt:lpstr>
      <vt:lpstr>ICT SYSTEMS</vt:lpstr>
      <vt:lpstr>ICT SYSTEMS</vt:lpstr>
      <vt:lpstr>ICT SYSTEMS</vt:lpstr>
      <vt:lpstr>Ethical use of computers</vt:lpstr>
      <vt:lpstr>TEST AND IMPROVE 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1.5  ICT in perspective</dc:title>
  <cp:lastModifiedBy>Sandra Jacobs</cp:lastModifiedBy>
  <cp:revision>1</cp:revision>
  <dcterms:created xsi:type="dcterms:W3CDTF">2011-06-18T15:42:46Z</dcterms:created>
  <dcterms:modified xsi:type="dcterms:W3CDTF">2017-01-21T09:51:58Z</dcterms:modified>
</cp:coreProperties>
</file>