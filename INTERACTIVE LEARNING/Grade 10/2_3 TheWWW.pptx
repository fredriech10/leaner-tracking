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73" r:id="rId1"/>
  </p:sldMasterIdLst>
  <p:notesMasterIdLst>
    <p:notesMasterId r:id="rId32"/>
  </p:notesMasterIdLst>
  <p:sldIdLst>
    <p:sldId id="257" r:id="rId2"/>
    <p:sldId id="296" r:id="rId3"/>
    <p:sldId id="288" r:id="rId4"/>
    <p:sldId id="358" r:id="rId5"/>
    <p:sldId id="359" r:id="rId6"/>
    <p:sldId id="360" r:id="rId7"/>
    <p:sldId id="334" r:id="rId8"/>
    <p:sldId id="362" r:id="rId9"/>
    <p:sldId id="363" r:id="rId10"/>
    <p:sldId id="361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13" r:id="rId28"/>
    <p:sldId id="365" r:id="rId29"/>
    <p:sldId id="364" r:id="rId30"/>
    <p:sldId id="314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3300"/>
    <a:srgbClr val="0033CC"/>
    <a:srgbClr val="1C2E5A"/>
    <a:srgbClr val="375BB0"/>
    <a:srgbClr val="FF9900"/>
    <a:srgbClr val="CC3300"/>
    <a:srgbClr val="FF5050"/>
    <a:srgbClr val="33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67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6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0D07C1-AAB8-46BE-8513-35BCE459D3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C1090023-76CE-4814-A539-E340E5E8609C}">
      <dgm:prSet phldrT="[Text]"/>
      <dgm:spPr/>
      <dgm:t>
        <a:bodyPr/>
        <a:lstStyle/>
        <a:p>
          <a:r>
            <a:rPr lang="en-ZA" b="1" dirty="0"/>
            <a:t>WWW</a:t>
          </a:r>
          <a:endParaRPr lang="en-ZA" dirty="0"/>
        </a:p>
      </dgm:t>
    </dgm:pt>
    <dgm:pt modelId="{D040AA57-22D5-428B-A217-045A567DA62C}" type="parTrans" cxnId="{D8B1E06A-1CFB-40E5-B0D6-1390FDD4C82A}">
      <dgm:prSet/>
      <dgm:spPr/>
      <dgm:t>
        <a:bodyPr/>
        <a:lstStyle/>
        <a:p>
          <a:endParaRPr lang="en-ZA"/>
        </a:p>
      </dgm:t>
    </dgm:pt>
    <dgm:pt modelId="{AD8FCB2A-7225-4E54-AAAE-5E04B50F3347}" type="sibTrans" cxnId="{D8B1E06A-1CFB-40E5-B0D6-1390FDD4C82A}">
      <dgm:prSet/>
      <dgm:spPr/>
      <dgm:t>
        <a:bodyPr/>
        <a:lstStyle/>
        <a:p>
          <a:endParaRPr lang="en-ZA"/>
        </a:p>
      </dgm:t>
    </dgm:pt>
    <dgm:pt modelId="{1D2CBBA6-3948-442C-8D70-496B6B649B3E}">
      <dgm:prSet phldrT="[Text]"/>
      <dgm:spPr/>
      <dgm:t>
        <a:bodyPr/>
        <a:lstStyle/>
        <a:p>
          <a:r>
            <a:rPr lang="en-ZA" b="1" dirty="0"/>
            <a:t>Web page</a:t>
          </a:r>
          <a:endParaRPr lang="en-ZA" dirty="0"/>
        </a:p>
      </dgm:t>
    </dgm:pt>
    <dgm:pt modelId="{2F55D90D-6F1D-4019-B2E7-D9DADF873DE5}" type="parTrans" cxnId="{5B40D7CB-BB5B-4A2C-A5DE-8AF590F159FE}">
      <dgm:prSet/>
      <dgm:spPr/>
      <dgm:t>
        <a:bodyPr/>
        <a:lstStyle/>
        <a:p>
          <a:endParaRPr lang="en-ZA"/>
        </a:p>
      </dgm:t>
    </dgm:pt>
    <dgm:pt modelId="{7724D9FF-DBB4-4E30-9E08-0E733EFC1DE0}" type="sibTrans" cxnId="{5B40D7CB-BB5B-4A2C-A5DE-8AF590F159FE}">
      <dgm:prSet/>
      <dgm:spPr/>
      <dgm:t>
        <a:bodyPr/>
        <a:lstStyle/>
        <a:p>
          <a:endParaRPr lang="en-ZA"/>
        </a:p>
      </dgm:t>
    </dgm:pt>
    <dgm:pt modelId="{7E3845B5-8B8E-4CB2-9617-F045CDD857D9}">
      <dgm:prSet phldrT="[Text]"/>
      <dgm:spPr/>
      <dgm:t>
        <a:bodyPr/>
        <a:lstStyle/>
        <a:p>
          <a:r>
            <a:rPr lang="en-ZA" b="1" dirty="0"/>
            <a:t>Website</a:t>
          </a:r>
          <a:endParaRPr lang="en-ZA" dirty="0"/>
        </a:p>
      </dgm:t>
    </dgm:pt>
    <dgm:pt modelId="{E1EBA133-1CBA-4C3A-A281-E5F3E4B1D8FB}" type="parTrans" cxnId="{147F8AA9-C23C-4E01-A358-E41DE97834B5}">
      <dgm:prSet/>
      <dgm:spPr/>
      <dgm:t>
        <a:bodyPr/>
        <a:lstStyle/>
        <a:p>
          <a:endParaRPr lang="en-ZA"/>
        </a:p>
      </dgm:t>
    </dgm:pt>
    <dgm:pt modelId="{41675125-34DE-41FD-B317-D81FE1C6A64B}" type="sibTrans" cxnId="{147F8AA9-C23C-4E01-A358-E41DE97834B5}">
      <dgm:prSet/>
      <dgm:spPr/>
      <dgm:t>
        <a:bodyPr/>
        <a:lstStyle/>
        <a:p>
          <a:endParaRPr lang="en-ZA"/>
        </a:p>
      </dgm:t>
    </dgm:pt>
    <dgm:pt modelId="{EDC77812-7523-4F10-A5B0-74D3723D58F5}">
      <dgm:prSet phldrT="[Text]"/>
      <dgm:spPr/>
      <dgm:t>
        <a:bodyPr/>
        <a:lstStyle/>
        <a:p>
          <a:r>
            <a:rPr lang="en-ZA" b="1" dirty="0"/>
            <a:t>Home page of a website</a:t>
          </a:r>
          <a:endParaRPr lang="en-ZA" dirty="0"/>
        </a:p>
      </dgm:t>
    </dgm:pt>
    <dgm:pt modelId="{124F300A-84E3-4A1F-90BA-546AE654416A}" type="parTrans" cxnId="{20D1A0CA-6F7E-44F0-83B5-2ADD91095742}">
      <dgm:prSet/>
      <dgm:spPr/>
      <dgm:t>
        <a:bodyPr/>
        <a:lstStyle/>
        <a:p>
          <a:endParaRPr lang="en-ZA"/>
        </a:p>
      </dgm:t>
    </dgm:pt>
    <dgm:pt modelId="{F5F6DDC4-0FF2-4079-A49E-4CF7E7C05765}" type="sibTrans" cxnId="{20D1A0CA-6F7E-44F0-83B5-2ADD91095742}">
      <dgm:prSet/>
      <dgm:spPr/>
      <dgm:t>
        <a:bodyPr/>
        <a:lstStyle/>
        <a:p>
          <a:endParaRPr lang="en-ZA"/>
        </a:p>
      </dgm:t>
    </dgm:pt>
    <dgm:pt modelId="{4D2C7381-B5F5-49AA-BC5D-CC573C713AE6}">
      <dgm:prSet phldrT="[Text]"/>
      <dgm:spPr/>
      <dgm:t>
        <a:bodyPr/>
        <a:lstStyle/>
        <a:p>
          <a:r>
            <a:rPr lang="en-ZA" b="1" dirty="0"/>
            <a:t>Hyperlink</a:t>
          </a:r>
          <a:endParaRPr lang="en-ZA" dirty="0"/>
        </a:p>
      </dgm:t>
    </dgm:pt>
    <dgm:pt modelId="{5097BB9C-EC7F-49A6-85AF-A3E812CD6C25}" type="parTrans" cxnId="{397F9608-2333-457B-BDE9-0C0CCF0C9A07}">
      <dgm:prSet/>
      <dgm:spPr/>
      <dgm:t>
        <a:bodyPr/>
        <a:lstStyle/>
        <a:p>
          <a:endParaRPr lang="en-ZA"/>
        </a:p>
      </dgm:t>
    </dgm:pt>
    <dgm:pt modelId="{534B9740-A773-4D9C-8081-CBCEF46B6516}" type="sibTrans" cxnId="{397F9608-2333-457B-BDE9-0C0CCF0C9A07}">
      <dgm:prSet/>
      <dgm:spPr/>
      <dgm:t>
        <a:bodyPr/>
        <a:lstStyle/>
        <a:p>
          <a:endParaRPr lang="en-ZA"/>
        </a:p>
      </dgm:t>
    </dgm:pt>
    <dgm:pt modelId="{8DA8DD51-292A-4CC3-9514-5FE857015352}">
      <dgm:prSet phldrT="[Text]"/>
      <dgm:spPr/>
      <dgm:t>
        <a:bodyPr/>
        <a:lstStyle/>
        <a:p>
          <a:r>
            <a:rPr lang="en-ZA" b="1" dirty="0"/>
            <a:t>Web server</a:t>
          </a:r>
          <a:endParaRPr lang="en-ZA" dirty="0"/>
        </a:p>
      </dgm:t>
    </dgm:pt>
    <dgm:pt modelId="{E281A9E5-15FA-4A22-8710-AB12C0C53DF2}" type="parTrans" cxnId="{8FFFCE22-B4A7-4C3B-ABC0-453903D85A3D}">
      <dgm:prSet/>
      <dgm:spPr/>
      <dgm:t>
        <a:bodyPr/>
        <a:lstStyle/>
        <a:p>
          <a:endParaRPr lang="en-ZA"/>
        </a:p>
      </dgm:t>
    </dgm:pt>
    <dgm:pt modelId="{0D1332AA-58E3-4431-8ADF-3D340880D0CD}" type="sibTrans" cxnId="{8FFFCE22-B4A7-4C3B-ABC0-453903D85A3D}">
      <dgm:prSet/>
      <dgm:spPr/>
      <dgm:t>
        <a:bodyPr/>
        <a:lstStyle/>
        <a:p>
          <a:endParaRPr lang="en-ZA"/>
        </a:p>
      </dgm:t>
    </dgm:pt>
    <dgm:pt modelId="{9648D80D-DA24-4AB7-9974-B38DECF14BD2}">
      <dgm:prSet phldrT="[Text]"/>
      <dgm:spPr/>
      <dgm:t>
        <a:bodyPr/>
        <a:lstStyle/>
        <a:p>
          <a:r>
            <a:rPr lang="en-ZA" b="1" dirty="0"/>
            <a:t>URL</a:t>
          </a:r>
          <a:endParaRPr lang="en-ZA" dirty="0"/>
        </a:p>
      </dgm:t>
    </dgm:pt>
    <dgm:pt modelId="{B7B39DF8-F62D-4BF6-93F9-605303C805C8}" type="parTrans" cxnId="{2C1CD9F7-09B5-4CA9-9C90-02184DF35EC2}">
      <dgm:prSet/>
      <dgm:spPr/>
      <dgm:t>
        <a:bodyPr/>
        <a:lstStyle/>
        <a:p>
          <a:endParaRPr lang="en-ZA"/>
        </a:p>
      </dgm:t>
    </dgm:pt>
    <dgm:pt modelId="{549F5AA9-4477-4BFD-AFDA-BF6D2280DCDD}" type="sibTrans" cxnId="{2C1CD9F7-09B5-4CA9-9C90-02184DF35EC2}">
      <dgm:prSet/>
      <dgm:spPr/>
      <dgm:t>
        <a:bodyPr/>
        <a:lstStyle/>
        <a:p>
          <a:endParaRPr lang="en-ZA"/>
        </a:p>
      </dgm:t>
    </dgm:pt>
    <dgm:pt modelId="{1B3E5A01-8FE2-46BE-9E4B-6AF03E2176BE}">
      <dgm:prSet phldrT="[Text]"/>
      <dgm:spPr/>
      <dgm:t>
        <a:bodyPr/>
        <a:lstStyle/>
        <a:p>
          <a:r>
            <a:rPr lang="en-ZA" b="1"/>
            <a:t>IP address</a:t>
          </a:r>
          <a:endParaRPr lang="en-ZA" dirty="0"/>
        </a:p>
      </dgm:t>
    </dgm:pt>
    <dgm:pt modelId="{FBA03257-6F61-421E-9ACD-E4A4C1E44F0F}" type="parTrans" cxnId="{6A175DF0-F177-4AED-AC74-302D6F81E771}">
      <dgm:prSet/>
      <dgm:spPr/>
      <dgm:t>
        <a:bodyPr/>
        <a:lstStyle/>
        <a:p>
          <a:endParaRPr lang="en-ZA"/>
        </a:p>
      </dgm:t>
    </dgm:pt>
    <dgm:pt modelId="{CB090E83-E485-4AB4-924D-2F7FB820E710}" type="sibTrans" cxnId="{6A175DF0-F177-4AED-AC74-302D6F81E771}">
      <dgm:prSet/>
      <dgm:spPr/>
      <dgm:t>
        <a:bodyPr/>
        <a:lstStyle/>
        <a:p>
          <a:endParaRPr lang="en-ZA"/>
        </a:p>
      </dgm:t>
    </dgm:pt>
    <dgm:pt modelId="{0723EA92-3844-42C6-BEDE-7100F96FEE5D}" type="pres">
      <dgm:prSet presAssocID="{570D07C1-AAB8-46BE-8513-35BCE459D3CE}" presName="diagram" presStyleCnt="0">
        <dgm:presLayoutVars>
          <dgm:dir/>
          <dgm:resizeHandles val="exact"/>
        </dgm:presLayoutVars>
      </dgm:prSet>
      <dgm:spPr/>
    </dgm:pt>
    <dgm:pt modelId="{BCDAD6F9-51A9-47A8-B40C-ABF02823B88F}" type="pres">
      <dgm:prSet presAssocID="{C1090023-76CE-4814-A539-E340E5E8609C}" presName="node" presStyleLbl="node1" presStyleIdx="0" presStyleCnt="8">
        <dgm:presLayoutVars>
          <dgm:bulletEnabled val="1"/>
        </dgm:presLayoutVars>
      </dgm:prSet>
      <dgm:spPr/>
    </dgm:pt>
    <dgm:pt modelId="{E61DC00E-2A03-4537-8E6A-F91DDF674345}" type="pres">
      <dgm:prSet presAssocID="{AD8FCB2A-7225-4E54-AAAE-5E04B50F3347}" presName="sibTrans" presStyleCnt="0"/>
      <dgm:spPr/>
    </dgm:pt>
    <dgm:pt modelId="{90E83113-AC8B-4C5C-A4A1-F17244D16EA6}" type="pres">
      <dgm:prSet presAssocID="{1D2CBBA6-3948-442C-8D70-496B6B649B3E}" presName="node" presStyleLbl="node1" presStyleIdx="1" presStyleCnt="8">
        <dgm:presLayoutVars>
          <dgm:bulletEnabled val="1"/>
        </dgm:presLayoutVars>
      </dgm:prSet>
      <dgm:spPr/>
    </dgm:pt>
    <dgm:pt modelId="{FF50B64C-6D9E-486D-9091-A66E4F4FF40B}" type="pres">
      <dgm:prSet presAssocID="{7724D9FF-DBB4-4E30-9E08-0E733EFC1DE0}" presName="sibTrans" presStyleCnt="0"/>
      <dgm:spPr/>
    </dgm:pt>
    <dgm:pt modelId="{65FB5E29-81F4-4109-832C-07760B374FDB}" type="pres">
      <dgm:prSet presAssocID="{7E3845B5-8B8E-4CB2-9617-F045CDD857D9}" presName="node" presStyleLbl="node1" presStyleIdx="2" presStyleCnt="8">
        <dgm:presLayoutVars>
          <dgm:bulletEnabled val="1"/>
        </dgm:presLayoutVars>
      </dgm:prSet>
      <dgm:spPr/>
    </dgm:pt>
    <dgm:pt modelId="{084684FD-67B9-49D2-B167-D564EA6187EC}" type="pres">
      <dgm:prSet presAssocID="{41675125-34DE-41FD-B317-D81FE1C6A64B}" presName="sibTrans" presStyleCnt="0"/>
      <dgm:spPr/>
    </dgm:pt>
    <dgm:pt modelId="{629D85EF-FF99-4335-A2DB-149ED2B704D3}" type="pres">
      <dgm:prSet presAssocID="{EDC77812-7523-4F10-A5B0-74D3723D58F5}" presName="node" presStyleLbl="node1" presStyleIdx="3" presStyleCnt="8">
        <dgm:presLayoutVars>
          <dgm:bulletEnabled val="1"/>
        </dgm:presLayoutVars>
      </dgm:prSet>
      <dgm:spPr/>
    </dgm:pt>
    <dgm:pt modelId="{38B0D701-378C-45BC-8BE2-2EE39F918066}" type="pres">
      <dgm:prSet presAssocID="{F5F6DDC4-0FF2-4079-A49E-4CF7E7C05765}" presName="sibTrans" presStyleCnt="0"/>
      <dgm:spPr/>
    </dgm:pt>
    <dgm:pt modelId="{CECC483A-7090-4953-B481-B8F6EBCC94B6}" type="pres">
      <dgm:prSet presAssocID="{4D2C7381-B5F5-49AA-BC5D-CC573C713AE6}" presName="node" presStyleLbl="node1" presStyleIdx="4" presStyleCnt="8">
        <dgm:presLayoutVars>
          <dgm:bulletEnabled val="1"/>
        </dgm:presLayoutVars>
      </dgm:prSet>
      <dgm:spPr/>
    </dgm:pt>
    <dgm:pt modelId="{9FE2AD80-0CA3-4C26-A8E7-7333211CE322}" type="pres">
      <dgm:prSet presAssocID="{534B9740-A773-4D9C-8081-CBCEF46B6516}" presName="sibTrans" presStyleCnt="0"/>
      <dgm:spPr/>
    </dgm:pt>
    <dgm:pt modelId="{1F18B56E-8ED0-4B8D-AAF8-696BB26C3BB2}" type="pres">
      <dgm:prSet presAssocID="{8DA8DD51-292A-4CC3-9514-5FE857015352}" presName="node" presStyleLbl="node1" presStyleIdx="5" presStyleCnt="8">
        <dgm:presLayoutVars>
          <dgm:bulletEnabled val="1"/>
        </dgm:presLayoutVars>
      </dgm:prSet>
      <dgm:spPr/>
    </dgm:pt>
    <dgm:pt modelId="{F0F60115-794E-4F83-9F81-7D79D134B551}" type="pres">
      <dgm:prSet presAssocID="{0D1332AA-58E3-4431-8ADF-3D340880D0CD}" presName="sibTrans" presStyleCnt="0"/>
      <dgm:spPr/>
    </dgm:pt>
    <dgm:pt modelId="{37FC02D4-EF3D-45E4-A9B5-6816253500DE}" type="pres">
      <dgm:prSet presAssocID="{9648D80D-DA24-4AB7-9974-B38DECF14BD2}" presName="node" presStyleLbl="node1" presStyleIdx="6" presStyleCnt="8">
        <dgm:presLayoutVars>
          <dgm:bulletEnabled val="1"/>
        </dgm:presLayoutVars>
      </dgm:prSet>
      <dgm:spPr/>
    </dgm:pt>
    <dgm:pt modelId="{EAB16724-883B-4A9C-A4F1-0895DB8AB84B}" type="pres">
      <dgm:prSet presAssocID="{549F5AA9-4477-4BFD-AFDA-BF6D2280DCDD}" presName="sibTrans" presStyleCnt="0"/>
      <dgm:spPr/>
    </dgm:pt>
    <dgm:pt modelId="{4C623FE2-D617-4F47-92D7-95A7328712AD}" type="pres">
      <dgm:prSet presAssocID="{1B3E5A01-8FE2-46BE-9E4B-6AF03E2176BE}" presName="node" presStyleLbl="node1" presStyleIdx="7" presStyleCnt="8">
        <dgm:presLayoutVars>
          <dgm:bulletEnabled val="1"/>
        </dgm:presLayoutVars>
      </dgm:prSet>
      <dgm:spPr/>
    </dgm:pt>
  </dgm:ptLst>
  <dgm:cxnLst>
    <dgm:cxn modelId="{AC95C131-9A8E-48D5-901E-DFB8490B8A35}" type="presOf" srcId="{7E3845B5-8B8E-4CB2-9617-F045CDD857D9}" destId="{65FB5E29-81F4-4109-832C-07760B374FDB}" srcOrd="0" destOrd="0" presId="urn:microsoft.com/office/officeart/2005/8/layout/default"/>
    <dgm:cxn modelId="{2C1CD9F7-09B5-4CA9-9C90-02184DF35EC2}" srcId="{570D07C1-AAB8-46BE-8513-35BCE459D3CE}" destId="{9648D80D-DA24-4AB7-9974-B38DECF14BD2}" srcOrd="6" destOrd="0" parTransId="{B7B39DF8-F62D-4BF6-93F9-605303C805C8}" sibTransId="{549F5AA9-4477-4BFD-AFDA-BF6D2280DCDD}"/>
    <dgm:cxn modelId="{61943A5D-434E-4CF7-BB8A-1E59DBB8565F}" type="presOf" srcId="{1D2CBBA6-3948-442C-8D70-496B6B649B3E}" destId="{90E83113-AC8B-4C5C-A4A1-F17244D16EA6}" srcOrd="0" destOrd="0" presId="urn:microsoft.com/office/officeart/2005/8/layout/default"/>
    <dgm:cxn modelId="{EDEFC940-29B8-4C38-9366-3F5AF27FF4A4}" type="presOf" srcId="{570D07C1-AAB8-46BE-8513-35BCE459D3CE}" destId="{0723EA92-3844-42C6-BEDE-7100F96FEE5D}" srcOrd="0" destOrd="0" presId="urn:microsoft.com/office/officeart/2005/8/layout/default"/>
    <dgm:cxn modelId="{B0BC999D-A614-4D46-BBD7-38DA3AA53C93}" type="presOf" srcId="{C1090023-76CE-4814-A539-E340E5E8609C}" destId="{BCDAD6F9-51A9-47A8-B40C-ABF02823B88F}" srcOrd="0" destOrd="0" presId="urn:microsoft.com/office/officeart/2005/8/layout/default"/>
    <dgm:cxn modelId="{0B7C9372-EEA4-4308-84DA-4BD13C289FB4}" type="presOf" srcId="{9648D80D-DA24-4AB7-9974-B38DECF14BD2}" destId="{37FC02D4-EF3D-45E4-A9B5-6816253500DE}" srcOrd="0" destOrd="0" presId="urn:microsoft.com/office/officeart/2005/8/layout/default"/>
    <dgm:cxn modelId="{8FFFCE22-B4A7-4C3B-ABC0-453903D85A3D}" srcId="{570D07C1-AAB8-46BE-8513-35BCE459D3CE}" destId="{8DA8DD51-292A-4CC3-9514-5FE857015352}" srcOrd="5" destOrd="0" parTransId="{E281A9E5-15FA-4A22-8710-AB12C0C53DF2}" sibTransId="{0D1332AA-58E3-4431-8ADF-3D340880D0CD}"/>
    <dgm:cxn modelId="{D8B1E06A-1CFB-40E5-B0D6-1390FDD4C82A}" srcId="{570D07C1-AAB8-46BE-8513-35BCE459D3CE}" destId="{C1090023-76CE-4814-A539-E340E5E8609C}" srcOrd="0" destOrd="0" parTransId="{D040AA57-22D5-428B-A217-045A567DA62C}" sibTransId="{AD8FCB2A-7225-4E54-AAAE-5E04B50F3347}"/>
    <dgm:cxn modelId="{397F9608-2333-457B-BDE9-0C0CCF0C9A07}" srcId="{570D07C1-AAB8-46BE-8513-35BCE459D3CE}" destId="{4D2C7381-B5F5-49AA-BC5D-CC573C713AE6}" srcOrd="4" destOrd="0" parTransId="{5097BB9C-EC7F-49A6-85AF-A3E812CD6C25}" sibTransId="{534B9740-A773-4D9C-8081-CBCEF46B6516}"/>
    <dgm:cxn modelId="{F92ED53E-59F5-443B-9050-6A50A3A727E9}" type="presOf" srcId="{4D2C7381-B5F5-49AA-BC5D-CC573C713AE6}" destId="{CECC483A-7090-4953-B481-B8F6EBCC94B6}" srcOrd="0" destOrd="0" presId="urn:microsoft.com/office/officeart/2005/8/layout/default"/>
    <dgm:cxn modelId="{5CF1E7AD-AD75-461E-9AF5-9E31E82F4E49}" type="presOf" srcId="{1B3E5A01-8FE2-46BE-9E4B-6AF03E2176BE}" destId="{4C623FE2-D617-4F47-92D7-95A7328712AD}" srcOrd="0" destOrd="0" presId="urn:microsoft.com/office/officeart/2005/8/layout/default"/>
    <dgm:cxn modelId="{147F8AA9-C23C-4E01-A358-E41DE97834B5}" srcId="{570D07C1-AAB8-46BE-8513-35BCE459D3CE}" destId="{7E3845B5-8B8E-4CB2-9617-F045CDD857D9}" srcOrd="2" destOrd="0" parTransId="{E1EBA133-1CBA-4C3A-A281-E5F3E4B1D8FB}" sibTransId="{41675125-34DE-41FD-B317-D81FE1C6A64B}"/>
    <dgm:cxn modelId="{6A175DF0-F177-4AED-AC74-302D6F81E771}" srcId="{570D07C1-AAB8-46BE-8513-35BCE459D3CE}" destId="{1B3E5A01-8FE2-46BE-9E4B-6AF03E2176BE}" srcOrd="7" destOrd="0" parTransId="{FBA03257-6F61-421E-9ACD-E4A4C1E44F0F}" sibTransId="{CB090E83-E485-4AB4-924D-2F7FB820E710}"/>
    <dgm:cxn modelId="{1C071388-1C6C-49CB-A1A6-1D75FD97CFFC}" type="presOf" srcId="{8DA8DD51-292A-4CC3-9514-5FE857015352}" destId="{1F18B56E-8ED0-4B8D-AAF8-696BB26C3BB2}" srcOrd="0" destOrd="0" presId="urn:microsoft.com/office/officeart/2005/8/layout/default"/>
    <dgm:cxn modelId="{20D1A0CA-6F7E-44F0-83B5-2ADD91095742}" srcId="{570D07C1-AAB8-46BE-8513-35BCE459D3CE}" destId="{EDC77812-7523-4F10-A5B0-74D3723D58F5}" srcOrd="3" destOrd="0" parTransId="{124F300A-84E3-4A1F-90BA-546AE654416A}" sibTransId="{F5F6DDC4-0FF2-4079-A49E-4CF7E7C05765}"/>
    <dgm:cxn modelId="{5B40D7CB-BB5B-4A2C-A5DE-8AF590F159FE}" srcId="{570D07C1-AAB8-46BE-8513-35BCE459D3CE}" destId="{1D2CBBA6-3948-442C-8D70-496B6B649B3E}" srcOrd="1" destOrd="0" parTransId="{2F55D90D-6F1D-4019-B2E7-D9DADF873DE5}" sibTransId="{7724D9FF-DBB4-4E30-9E08-0E733EFC1DE0}"/>
    <dgm:cxn modelId="{F8BF7850-ADF5-4C31-B60E-11E5A4094308}" type="presOf" srcId="{EDC77812-7523-4F10-A5B0-74D3723D58F5}" destId="{629D85EF-FF99-4335-A2DB-149ED2B704D3}" srcOrd="0" destOrd="0" presId="urn:microsoft.com/office/officeart/2005/8/layout/default"/>
    <dgm:cxn modelId="{944A3FF4-9CC7-442E-B635-2EC3B227A9B4}" type="presParOf" srcId="{0723EA92-3844-42C6-BEDE-7100F96FEE5D}" destId="{BCDAD6F9-51A9-47A8-B40C-ABF02823B88F}" srcOrd="0" destOrd="0" presId="urn:microsoft.com/office/officeart/2005/8/layout/default"/>
    <dgm:cxn modelId="{BD059278-25AC-4DDA-9A63-F4413EE24534}" type="presParOf" srcId="{0723EA92-3844-42C6-BEDE-7100F96FEE5D}" destId="{E61DC00E-2A03-4537-8E6A-F91DDF674345}" srcOrd="1" destOrd="0" presId="urn:microsoft.com/office/officeart/2005/8/layout/default"/>
    <dgm:cxn modelId="{157DF176-5A5F-45CE-88CF-DAA29BD88F76}" type="presParOf" srcId="{0723EA92-3844-42C6-BEDE-7100F96FEE5D}" destId="{90E83113-AC8B-4C5C-A4A1-F17244D16EA6}" srcOrd="2" destOrd="0" presId="urn:microsoft.com/office/officeart/2005/8/layout/default"/>
    <dgm:cxn modelId="{26AEB808-BB86-4F4E-BAB0-0D38E21C7BC2}" type="presParOf" srcId="{0723EA92-3844-42C6-BEDE-7100F96FEE5D}" destId="{FF50B64C-6D9E-486D-9091-A66E4F4FF40B}" srcOrd="3" destOrd="0" presId="urn:microsoft.com/office/officeart/2005/8/layout/default"/>
    <dgm:cxn modelId="{F8540412-6182-4CA6-93CC-11C358802381}" type="presParOf" srcId="{0723EA92-3844-42C6-BEDE-7100F96FEE5D}" destId="{65FB5E29-81F4-4109-832C-07760B374FDB}" srcOrd="4" destOrd="0" presId="urn:microsoft.com/office/officeart/2005/8/layout/default"/>
    <dgm:cxn modelId="{70EBFAE1-E4C6-481A-BA34-3E4D2ABED03D}" type="presParOf" srcId="{0723EA92-3844-42C6-BEDE-7100F96FEE5D}" destId="{084684FD-67B9-49D2-B167-D564EA6187EC}" srcOrd="5" destOrd="0" presId="urn:microsoft.com/office/officeart/2005/8/layout/default"/>
    <dgm:cxn modelId="{F03BF6D8-8979-4347-B842-A0B3DEDD0B1D}" type="presParOf" srcId="{0723EA92-3844-42C6-BEDE-7100F96FEE5D}" destId="{629D85EF-FF99-4335-A2DB-149ED2B704D3}" srcOrd="6" destOrd="0" presId="urn:microsoft.com/office/officeart/2005/8/layout/default"/>
    <dgm:cxn modelId="{B64C3D09-DE7A-42C6-8811-09F138499D20}" type="presParOf" srcId="{0723EA92-3844-42C6-BEDE-7100F96FEE5D}" destId="{38B0D701-378C-45BC-8BE2-2EE39F918066}" srcOrd="7" destOrd="0" presId="urn:microsoft.com/office/officeart/2005/8/layout/default"/>
    <dgm:cxn modelId="{0D0C40CA-4653-41DF-AE19-3702FF115443}" type="presParOf" srcId="{0723EA92-3844-42C6-BEDE-7100F96FEE5D}" destId="{CECC483A-7090-4953-B481-B8F6EBCC94B6}" srcOrd="8" destOrd="0" presId="urn:microsoft.com/office/officeart/2005/8/layout/default"/>
    <dgm:cxn modelId="{1E3BD9B2-4D39-49DE-864F-1211DD1F25C5}" type="presParOf" srcId="{0723EA92-3844-42C6-BEDE-7100F96FEE5D}" destId="{9FE2AD80-0CA3-4C26-A8E7-7333211CE322}" srcOrd="9" destOrd="0" presId="urn:microsoft.com/office/officeart/2005/8/layout/default"/>
    <dgm:cxn modelId="{099B8335-5946-498D-BC7A-8BAA566308EF}" type="presParOf" srcId="{0723EA92-3844-42C6-BEDE-7100F96FEE5D}" destId="{1F18B56E-8ED0-4B8D-AAF8-696BB26C3BB2}" srcOrd="10" destOrd="0" presId="urn:microsoft.com/office/officeart/2005/8/layout/default"/>
    <dgm:cxn modelId="{09B4ED18-558F-461C-B724-BCB2BFA9ED2C}" type="presParOf" srcId="{0723EA92-3844-42C6-BEDE-7100F96FEE5D}" destId="{F0F60115-794E-4F83-9F81-7D79D134B551}" srcOrd="11" destOrd="0" presId="urn:microsoft.com/office/officeart/2005/8/layout/default"/>
    <dgm:cxn modelId="{467D8EA6-CBF3-455C-93E9-EC7EAB93B945}" type="presParOf" srcId="{0723EA92-3844-42C6-BEDE-7100F96FEE5D}" destId="{37FC02D4-EF3D-45E4-A9B5-6816253500DE}" srcOrd="12" destOrd="0" presId="urn:microsoft.com/office/officeart/2005/8/layout/default"/>
    <dgm:cxn modelId="{2CE0223F-C1C6-4F2E-AE33-BBA8D2B75A55}" type="presParOf" srcId="{0723EA92-3844-42C6-BEDE-7100F96FEE5D}" destId="{EAB16724-883B-4A9C-A4F1-0895DB8AB84B}" srcOrd="13" destOrd="0" presId="urn:microsoft.com/office/officeart/2005/8/layout/default"/>
    <dgm:cxn modelId="{BFC34188-72BB-4C87-883F-867D819C4C5C}" type="presParOf" srcId="{0723EA92-3844-42C6-BEDE-7100F96FEE5D}" destId="{4C623FE2-D617-4F47-92D7-95A7328712A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0D07C1-AAB8-46BE-8513-35BCE459D3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C1090023-76CE-4814-A539-E340E5E8609C}">
      <dgm:prSet phldrT="[Text]"/>
      <dgm:spPr/>
      <dgm:t>
        <a:bodyPr/>
        <a:lstStyle/>
        <a:p>
          <a:r>
            <a:rPr lang="en-ZA" b="1" dirty="0"/>
            <a:t>Web portal</a:t>
          </a:r>
          <a:endParaRPr lang="en-ZA" dirty="0"/>
        </a:p>
      </dgm:t>
    </dgm:pt>
    <dgm:pt modelId="{D040AA57-22D5-428B-A217-045A567DA62C}" type="parTrans" cxnId="{D8B1E06A-1CFB-40E5-B0D6-1390FDD4C82A}">
      <dgm:prSet/>
      <dgm:spPr/>
      <dgm:t>
        <a:bodyPr/>
        <a:lstStyle/>
        <a:p>
          <a:endParaRPr lang="en-ZA"/>
        </a:p>
      </dgm:t>
    </dgm:pt>
    <dgm:pt modelId="{AD8FCB2A-7225-4E54-AAAE-5E04B50F3347}" type="sibTrans" cxnId="{D8B1E06A-1CFB-40E5-B0D6-1390FDD4C82A}">
      <dgm:prSet/>
      <dgm:spPr/>
      <dgm:t>
        <a:bodyPr/>
        <a:lstStyle/>
        <a:p>
          <a:endParaRPr lang="en-ZA"/>
        </a:p>
      </dgm:t>
    </dgm:pt>
    <dgm:pt modelId="{1D2CBBA6-3948-442C-8D70-496B6B649B3E}">
      <dgm:prSet phldrT="[Text]"/>
      <dgm:spPr/>
      <dgm:t>
        <a:bodyPr/>
        <a:lstStyle/>
        <a:p>
          <a:r>
            <a:rPr lang="en-ZA" b="1" dirty="0"/>
            <a:t>Informational</a:t>
          </a:r>
          <a:endParaRPr lang="en-ZA" dirty="0"/>
        </a:p>
      </dgm:t>
    </dgm:pt>
    <dgm:pt modelId="{2F55D90D-6F1D-4019-B2E7-D9DADF873DE5}" type="parTrans" cxnId="{5B40D7CB-BB5B-4A2C-A5DE-8AF590F159FE}">
      <dgm:prSet/>
      <dgm:spPr/>
      <dgm:t>
        <a:bodyPr/>
        <a:lstStyle/>
        <a:p>
          <a:endParaRPr lang="en-ZA"/>
        </a:p>
      </dgm:t>
    </dgm:pt>
    <dgm:pt modelId="{7724D9FF-DBB4-4E30-9E08-0E733EFC1DE0}" type="sibTrans" cxnId="{5B40D7CB-BB5B-4A2C-A5DE-8AF590F159FE}">
      <dgm:prSet/>
      <dgm:spPr/>
      <dgm:t>
        <a:bodyPr/>
        <a:lstStyle/>
        <a:p>
          <a:endParaRPr lang="en-ZA"/>
        </a:p>
      </dgm:t>
    </dgm:pt>
    <dgm:pt modelId="{7E3845B5-8B8E-4CB2-9617-F045CDD857D9}">
      <dgm:prSet phldrT="[Text]"/>
      <dgm:spPr/>
      <dgm:t>
        <a:bodyPr/>
        <a:lstStyle/>
        <a:p>
          <a:r>
            <a:rPr lang="en-ZA" b="1" dirty="0"/>
            <a:t>News</a:t>
          </a:r>
          <a:endParaRPr lang="en-ZA" dirty="0"/>
        </a:p>
      </dgm:t>
    </dgm:pt>
    <dgm:pt modelId="{E1EBA133-1CBA-4C3A-A281-E5F3E4B1D8FB}" type="parTrans" cxnId="{147F8AA9-C23C-4E01-A358-E41DE97834B5}">
      <dgm:prSet/>
      <dgm:spPr/>
      <dgm:t>
        <a:bodyPr/>
        <a:lstStyle/>
        <a:p>
          <a:endParaRPr lang="en-ZA"/>
        </a:p>
      </dgm:t>
    </dgm:pt>
    <dgm:pt modelId="{41675125-34DE-41FD-B317-D81FE1C6A64B}" type="sibTrans" cxnId="{147F8AA9-C23C-4E01-A358-E41DE97834B5}">
      <dgm:prSet/>
      <dgm:spPr/>
      <dgm:t>
        <a:bodyPr/>
        <a:lstStyle/>
        <a:p>
          <a:endParaRPr lang="en-ZA"/>
        </a:p>
      </dgm:t>
    </dgm:pt>
    <dgm:pt modelId="{EDC77812-7523-4F10-A5B0-74D3723D58F5}">
      <dgm:prSet phldrT="[Text]"/>
      <dgm:spPr/>
      <dgm:t>
        <a:bodyPr/>
        <a:lstStyle/>
        <a:p>
          <a:r>
            <a:rPr lang="en-ZA" b="1" dirty="0"/>
            <a:t>Business or marketing</a:t>
          </a:r>
          <a:endParaRPr lang="en-ZA" dirty="0"/>
        </a:p>
      </dgm:t>
    </dgm:pt>
    <dgm:pt modelId="{124F300A-84E3-4A1F-90BA-546AE654416A}" type="parTrans" cxnId="{20D1A0CA-6F7E-44F0-83B5-2ADD91095742}">
      <dgm:prSet/>
      <dgm:spPr/>
      <dgm:t>
        <a:bodyPr/>
        <a:lstStyle/>
        <a:p>
          <a:endParaRPr lang="en-ZA"/>
        </a:p>
      </dgm:t>
    </dgm:pt>
    <dgm:pt modelId="{F5F6DDC4-0FF2-4079-A49E-4CF7E7C05765}" type="sibTrans" cxnId="{20D1A0CA-6F7E-44F0-83B5-2ADD91095742}">
      <dgm:prSet/>
      <dgm:spPr/>
      <dgm:t>
        <a:bodyPr/>
        <a:lstStyle/>
        <a:p>
          <a:endParaRPr lang="en-ZA"/>
        </a:p>
      </dgm:t>
    </dgm:pt>
    <dgm:pt modelId="{4D2C7381-B5F5-49AA-BC5D-CC573C713AE6}">
      <dgm:prSet phldrT="[Text]"/>
      <dgm:spPr/>
      <dgm:t>
        <a:bodyPr/>
        <a:lstStyle/>
        <a:p>
          <a:r>
            <a:rPr lang="en-ZA" b="1" dirty="0"/>
            <a:t>Personal</a:t>
          </a:r>
          <a:endParaRPr lang="en-ZA" dirty="0"/>
        </a:p>
      </dgm:t>
    </dgm:pt>
    <dgm:pt modelId="{5097BB9C-EC7F-49A6-85AF-A3E812CD6C25}" type="parTrans" cxnId="{397F9608-2333-457B-BDE9-0C0CCF0C9A07}">
      <dgm:prSet/>
      <dgm:spPr/>
      <dgm:t>
        <a:bodyPr/>
        <a:lstStyle/>
        <a:p>
          <a:endParaRPr lang="en-ZA"/>
        </a:p>
      </dgm:t>
    </dgm:pt>
    <dgm:pt modelId="{534B9740-A773-4D9C-8081-CBCEF46B6516}" type="sibTrans" cxnId="{397F9608-2333-457B-BDE9-0C0CCF0C9A07}">
      <dgm:prSet/>
      <dgm:spPr/>
      <dgm:t>
        <a:bodyPr/>
        <a:lstStyle/>
        <a:p>
          <a:endParaRPr lang="en-ZA"/>
        </a:p>
      </dgm:t>
    </dgm:pt>
    <dgm:pt modelId="{8DA8DD51-292A-4CC3-9514-5FE857015352}">
      <dgm:prSet phldrT="[Text]"/>
      <dgm:spPr/>
      <dgm:t>
        <a:bodyPr/>
        <a:lstStyle/>
        <a:p>
          <a:r>
            <a:rPr lang="en-ZA" b="1" dirty="0"/>
            <a:t>Wiki</a:t>
          </a:r>
          <a:endParaRPr lang="en-ZA" dirty="0"/>
        </a:p>
      </dgm:t>
    </dgm:pt>
    <dgm:pt modelId="{E281A9E5-15FA-4A22-8710-AB12C0C53DF2}" type="parTrans" cxnId="{8FFFCE22-B4A7-4C3B-ABC0-453903D85A3D}">
      <dgm:prSet/>
      <dgm:spPr/>
      <dgm:t>
        <a:bodyPr/>
        <a:lstStyle/>
        <a:p>
          <a:endParaRPr lang="en-ZA"/>
        </a:p>
      </dgm:t>
    </dgm:pt>
    <dgm:pt modelId="{0D1332AA-58E3-4431-8ADF-3D340880D0CD}" type="sibTrans" cxnId="{8FFFCE22-B4A7-4C3B-ABC0-453903D85A3D}">
      <dgm:prSet/>
      <dgm:spPr/>
      <dgm:t>
        <a:bodyPr/>
        <a:lstStyle/>
        <a:p>
          <a:endParaRPr lang="en-ZA"/>
        </a:p>
      </dgm:t>
    </dgm:pt>
    <dgm:pt modelId="{9648D80D-DA24-4AB7-9974-B38DECF14BD2}">
      <dgm:prSet phldrT="[Text]"/>
      <dgm:spPr/>
      <dgm:t>
        <a:bodyPr/>
        <a:lstStyle/>
        <a:p>
          <a:r>
            <a:rPr lang="en-ZA" b="1" dirty="0"/>
            <a:t>Educational</a:t>
          </a:r>
          <a:endParaRPr lang="en-ZA" dirty="0"/>
        </a:p>
      </dgm:t>
    </dgm:pt>
    <dgm:pt modelId="{B7B39DF8-F62D-4BF6-93F9-605303C805C8}" type="parTrans" cxnId="{2C1CD9F7-09B5-4CA9-9C90-02184DF35EC2}">
      <dgm:prSet/>
      <dgm:spPr/>
      <dgm:t>
        <a:bodyPr/>
        <a:lstStyle/>
        <a:p>
          <a:endParaRPr lang="en-ZA"/>
        </a:p>
      </dgm:t>
    </dgm:pt>
    <dgm:pt modelId="{549F5AA9-4477-4BFD-AFDA-BF6D2280DCDD}" type="sibTrans" cxnId="{2C1CD9F7-09B5-4CA9-9C90-02184DF35EC2}">
      <dgm:prSet/>
      <dgm:spPr/>
      <dgm:t>
        <a:bodyPr/>
        <a:lstStyle/>
        <a:p>
          <a:endParaRPr lang="en-ZA"/>
        </a:p>
      </dgm:t>
    </dgm:pt>
    <dgm:pt modelId="{1B3E5A01-8FE2-46BE-9E4B-6AF03E2176BE}">
      <dgm:prSet phldrT="[Text]"/>
      <dgm:spPr/>
      <dgm:t>
        <a:bodyPr/>
        <a:lstStyle/>
        <a:p>
          <a:r>
            <a:rPr lang="en-ZA" b="1" dirty="0"/>
            <a:t>Entertainment</a:t>
          </a:r>
          <a:endParaRPr lang="en-ZA" dirty="0"/>
        </a:p>
      </dgm:t>
    </dgm:pt>
    <dgm:pt modelId="{FBA03257-6F61-421E-9ACD-E4A4C1E44F0F}" type="parTrans" cxnId="{6A175DF0-F177-4AED-AC74-302D6F81E771}">
      <dgm:prSet/>
      <dgm:spPr/>
      <dgm:t>
        <a:bodyPr/>
        <a:lstStyle/>
        <a:p>
          <a:endParaRPr lang="en-ZA"/>
        </a:p>
      </dgm:t>
    </dgm:pt>
    <dgm:pt modelId="{CB090E83-E485-4AB4-924D-2F7FB820E710}" type="sibTrans" cxnId="{6A175DF0-F177-4AED-AC74-302D6F81E771}">
      <dgm:prSet/>
      <dgm:spPr/>
      <dgm:t>
        <a:bodyPr/>
        <a:lstStyle/>
        <a:p>
          <a:endParaRPr lang="en-ZA"/>
        </a:p>
      </dgm:t>
    </dgm:pt>
    <dgm:pt modelId="{768626D0-B445-48C0-B86B-23C09F2C051D}">
      <dgm:prSet phldrT="[Text]"/>
      <dgm:spPr/>
      <dgm:t>
        <a:bodyPr/>
        <a:lstStyle/>
        <a:p>
          <a:r>
            <a:rPr lang="en-ZA" b="1" dirty="0"/>
            <a:t>Advocacy</a:t>
          </a:r>
          <a:endParaRPr lang="en-ZA" dirty="0"/>
        </a:p>
      </dgm:t>
    </dgm:pt>
    <dgm:pt modelId="{16ABD2A5-34FC-486A-831C-DC58A5CADFE7}" type="parTrans" cxnId="{8A296DB7-F924-41E5-A0CA-E50977E270CC}">
      <dgm:prSet/>
      <dgm:spPr/>
      <dgm:t>
        <a:bodyPr/>
        <a:lstStyle/>
        <a:p>
          <a:endParaRPr lang="en-ZA"/>
        </a:p>
      </dgm:t>
    </dgm:pt>
    <dgm:pt modelId="{E7C537A7-456A-4399-85A1-F6E34B47A897}" type="sibTrans" cxnId="{8A296DB7-F924-41E5-A0CA-E50977E270CC}">
      <dgm:prSet/>
      <dgm:spPr/>
      <dgm:t>
        <a:bodyPr/>
        <a:lstStyle/>
        <a:p>
          <a:endParaRPr lang="en-ZA"/>
        </a:p>
      </dgm:t>
    </dgm:pt>
    <dgm:pt modelId="{A778D9AE-E307-4B3C-9773-92F2AD6863A0}">
      <dgm:prSet phldrT="[Text]"/>
      <dgm:spPr/>
      <dgm:t>
        <a:bodyPr/>
        <a:lstStyle/>
        <a:p>
          <a:r>
            <a:rPr lang="en-ZA" b="1" dirty="0"/>
            <a:t>Web application</a:t>
          </a:r>
          <a:endParaRPr lang="en-ZA" dirty="0"/>
        </a:p>
      </dgm:t>
    </dgm:pt>
    <dgm:pt modelId="{2171E8B4-3130-4FDB-91FD-60EF4575A849}" type="parTrans" cxnId="{E4F6FDEA-F08C-494A-BCE1-CD319474A5A6}">
      <dgm:prSet/>
      <dgm:spPr/>
      <dgm:t>
        <a:bodyPr/>
        <a:lstStyle/>
        <a:p>
          <a:endParaRPr lang="en-ZA"/>
        </a:p>
      </dgm:t>
    </dgm:pt>
    <dgm:pt modelId="{F2F0481E-B8D3-4B55-85A4-F9D8F532F2D7}" type="sibTrans" cxnId="{E4F6FDEA-F08C-494A-BCE1-CD319474A5A6}">
      <dgm:prSet/>
      <dgm:spPr/>
      <dgm:t>
        <a:bodyPr/>
        <a:lstStyle/>
        <a:p>
          <a:endParaRPr lang="en-ZA"/>
        </a:p>
      </dgm:t>
    </dgm:pt>
    <dgm:pt modelId="{EAEBF647-E750-4487-8DFE-1ACAB85CDE7F}">
      <dgm:prSet phldrT="[Text]"/>
      <dgm:spPr/>
      <dgm:t>
        <a:bodyPr/>
        <a:lstStyle/>
        <a:p>
          <a:r>
            <a:rPr lang="en-ZA" b="1" dirty="0"/>
            <a:t>Content aggregator</a:t>
          </a:r>
          <a:endParaRPr lang="en-ZA" dirty="0"/>
        </a:p>
      </dgm:t>
    </dgm:pt>
    <dgm:pt modelId="{C244DC69-44BF-41D7-A722-F05C9C3ED46A}" type="parTrans" cxnId="{CBE1D9DB-571D-404E-96D4-8DADB0AF1D2B}">
      <dgm:prSet/>
      <dgm:spPr/>
      <dgm:t>
        <a:bodyPr/>
        <a:lstStyle/>
        <a:p>
          <a:endParaRPr lang="en-ZA"/>
        </a:p>
      </dgm:t>
    </dgm:pt>
    <dgm:pt modelId="{A71299A9-2738-420F-9FDB-4C40E8159E83}" type="sibTrans" cxnId="{CBE1D9DB-571D-404E-96D4-8DADB0AF1D2B}">
      <dgm:prSet/>
      <dgm:spPr/>
      <dgm:t>
        <a:bodyPr/>
        <a:lstStyle/>
        <a:p>
          <a:endParaRPr lang="en-ZA"/>
        </a:p>
      </dgm:t>
    </dgm:pt>
    <dgm:pt modelId="{0723EA92-3844-42C6-BEDE-7100F96FEE5D}" type="pres">
      <dgm:prSet presAssocID="{570D07C1-AAB8-46BE-8513-35BCE459D3CE}" presName="diagram" presStyleCnt="0">
        <dgm:presLayoutVars>
          <dgm:dir/>
          <dgm:resizeHandles val="exact"/>
        </dgm:presLayoutVars>
      </dgm:prSet>
      <dgm:spPr/>
    </dgm:pt>
    <dgm:pt modelId="{BCDAD6F9-51A9-47A8-B40C-ABF02823B88F}" type="pres">
      <dgm:prSet presAssocID="{C1090023-76CE-4814-A539-E340E5E8609C}" presName="node" presStyleLbl="node1" presStyleIdx="0" presStyleCnt="11">
        <dgm:presLayoutVars>
          <dgm:bulletEnabled val="1"/>
        </dgm:presLayoutVars>
      </dgm:prSet>
      <dgm:spPr/>
    </dgm:pt>
    <dgm:pt modelId="{E61DC00E-2A03-4537-8E6A-F91DDF674345}" type="pres">
      <dgm:prSet presAssocID="{AD8FCB2A-7225-4E54-AAAE-5E04B50F3347}" presName="sibTrans" presStyleCnt="0"/>
      <dgm:spPr/>
    </dgm:pt>
    <dgm:pt modelId="{90E83113-AC8B-4C5C-A4A1-F17244D16EA6}" type="pres">
      <dgm:prSet presAssocID="{1D2CBBA6-3948-442C-8D70-496B6B649B3E}" presName="node" presStyleLbl="node1" presStyleIdx="1" presStyleCnt="11">
        <dgm:presLayoutVars>
          <dgm:bulletEnabled val="1"/>
        </dgm:presLayoutVars>
      </dgm:prSet>
      <dgm:spPr/>
    </dgm:pt>
    <dgm:pt modelId="{FF50B64C-6D9E-486D-9091-A66E4F4FF40B}" type="pres">
      <dgm:prSet presAssocID="{7724D9FF-DBB4-4E30-9E08-0E733EFC1DE0}" presName="sibTrans" presStyleCnt="0"/>
      <dgm:spPr/>
    </dgm:pt>
    <dgm:pt modelId="{65FB5E29-81F4-4109-832C-07760B374FDB}" type="pres">
      <dgm:prSet presAssocID="{7E3845B5-8B8E-4CB2-9617-F045CDD857D9}" presName="node" presStyleLbl="node1" presStyleIdx="2" presStyleCnt="11">
        <dgm:presLayoutVars>
          <dgm:bulletEnabled val="1"/>
        </dgm:presLayoutVars>
      </dgm:prSet>
      <dgm:spPr/>
    </dgm:pt>
    <dgm:pt modelId="{084684FD-67B9-49D2-B167-D564EA6187EC}" type="pres">
      <dgm:prSet presAssocID="{41675125-34DE-41FD-B317-D81FE1C6A64B}" presName="sibTrans" presStyleCnt="0"/>
      <dgm:spPr/>
    </dgm:pt>
    <dgm:pt modelId="{629D85EF-FF99-4335-A2DB-149ED2B704D3}" type="pres">
      <dgm:prSet presAssocID="{EDC77812-7523-4F10-A5B0-74D3723D58F5}" presName="node" presStyleLbl="node1" presStyleIdx="3" presStyleCnt="11">
        <dgm:presLayoutVars>
          <dgm:bulletEnabled val="1"/>
        </dgm:presLayoutVars>
      </dgm:prSet>
      <dgm:spPr/>
    </dgm:pt>
    <dgm:pt modelId="{38B0D701-378C-45BC-8BE2-2EE39F918066}" type="pres">
      <dgm:prSet presAssocID="{F5F6DDC4-0FF2-4079-A49E-4CF7E7C05765}" presName="sibTrans" presStyleCnt="0"/>
      <dgm:spPr/>
    </dgm:pt>
    <dgm:pt modelId="{CECC483A-7090-4953-B481-B8F6EBCC94B6}" type="pres">
      <dgm:prSet presAssocID="{4D2C7381-B5F5-49AA-BC5D-CC573C713AE6}" presName="node" presStyleLbl="node1" presStyleIdx="4" presStyleCnt="11">
        <dgm:presLayoutVars>
          <dgm:bulletEnabled val="1"/>
        </dgm:presLayoutVars>
      </dgm:prSet>
      <dgm:spPr/>
    </dgm:pt>
    <dgm:pt modelId="{9FE2AD80-0CA3-4C26-A8E7-7333211CE322}" type="pres">
      <dgm:prSet presAssocID="{534B9740-A773-4D9C-8081-CBCEF46B6516}" presName="sibTrans" presStyleCnt="0"/>
      <dgm:spPr/>
    </dgm:pt>
    <dgm:pt modelId="{1F18B56E-8ED0-4B8D-AAF8-696BB26C3BB2}" type="pres">
      <dgm:prSet presAssocID="{8DA8DD51-292A-4CC3-9514-5FE857015352}" presName="node" presStyleLbl="node1" presStyleIdx="5" presStyleCnt="11">
        <dgm:presLayoutVars>
          <dgm:bulletEnabled val="1"/>
        </dgm:presLayoutVars>
      </dgm:prSet>
      <dgm:spPr/>
    </dgm:pt>
    <dgm:pt modelId="{F0F60115-794E-4F83-9F81-7D79D134B551}" type="pres">
      <dgm:prSet presAssocID="{0D1332AA-58E3-4431-8ADF-3D340880D0CD}" presName="sibTrans" presStyleCnt="0"/>
      <dgm:spPr/>
    </dgm:pt>
    <dgm:pt modelId="{37FC02D4-EF3D-45E4-A9B5-6816253500DE}" type="pres">
      <dgm:prSet presAssocID="{9648D80D-DA24-4AB7-9974-B38DECF14BD2}" presName="node" presStyleLbl="node1" presStyleIdx="6" presStyleCnt="11" custLinFactNeighborX="223" custLinFactNeighborY="1585">
        <dgm:presLayoutVars>
          <dgm:bulletEnabled val="1"/>
        </dgm:presLayoutVars>
      </dgm:prSet>
      <dgm:spPr/>
    </dgm:pt>
    <dgm:pt modelId="{EAB16724-883B-4A9C-A4F1-0895DB8AB84B}" type="pres">
      <dgm:prSet presAssocID="{549F5AA9-4477-4BFD-AFDA-BF6D2280DCDD}" presName="sibTrans" presStyleCnt="0"/>
      <dgm:spPr/>
    </dgm:pt>
    <dgm:pt modelId="{4C623FE2-D617-4F47-92D7-95A7328712AD}" type="pres">
      <dgm:prSet presAssocID="{1B3E5A01-8FE2-46BE-9E4B-6AF03E2176BE}" presName="node" presStyleLbl="node1" presStyleIdx="7" presStyleCnt="11" custLinFactNeighborX="294" custLinFactNeighborY="-2105">
        <dgm:presLayoutVars>
          <dgm:bulletEnabled val="1"/>
        </dgm:presLayoutVars>
      </dgm:prSet>
      <dgm:spPr/>
    </dgm:pt>
    <dgm:pt modelId="{6F549F3D-466B-43FE-9348-CE183B49DB7E}" type="pres">
      <dgm:prSet presAssocID="{CB090E83-E485-4AB4-924D-2F7FB820E710}" presName="sibTrans" presStyleCnt="0"/>
      <dgm:spPr/>
    </dgm:pt>
    <dgm:pt modelId="{BAC8D4D5-3CEB-44BF-BDC5-2E10A41A0169}" type="pres">
      <dgm:prSet presAssocID="{768626D0-B445-48C0-B86B-23C09F2C051D}" presName="node" presStyleLbl="node1" presStyleIdx="8" presStyleCnt="11">
        <dgm:presLayoutVars>
          <dgm:bulletEnabled val="1"/>
        </dgm:presLayoutVars>
      </dgm:prSet>
      <dgm:spPr/>
    </dgm:pt>
    <dgm:pt modelId="{FDAD8BF5-68EE-4919-983D-03578302C9A0}" type="pres">
      <dgm:prSet presAssocID="{E7C537A7-456A-4399-85A1-F6E34B47A897}" presName="sibTrans" presStyleCnt="0"/>
      <dgm:spPr/>
    </dgm:pt>
    <dgm:pt modelId="{3FBBB2AD-60E4-49E2-A671-57F0C410D908}" type="pres">
      <dgm:prSet presAssocID="{A778D9AE-E307-4B3C-9773-92F2AD6863A0}" presName="node" presStyleLbl="node1" presStyleIdx="9" presStyleCnt="11">
        <dgm:presLayoutVars>
          <dgm:bulletEnabled val="1"/>
        </dgm:presLayoutVars>
      </dgm:prSet>
      <dgm:spPr/>
    </dgm:pt>
    <dgm:pt modelId="{D2AAFFBB-2810-4D51-970B-32EA286FCE05}" type="pres">
      <dgm:prSet presAssocID="{F2F0481E-B8D3-4B55-85A4-F9D8F532F2D7}" presName="sibTrans" presStyleCnt="0"/>
      <dgm:spPr/>
    </dgm:pt>
    <dgm:pt modelId="{B3D023F8-69CD-4D69-A506-5D558DACCB00}" type="pres">
      <dgm:prSet presAssocID="{EAEBF647-E750-4487-8DFE-1ACAB85CDE7F}" presName="node" presStyleLbl="node1" presStyleIdx="10" presStyleCnt="11">
        <dgm:presLayoutVars>
          <dgm:bulletEnabled val="1"/>
        </dgm:presLayoutVars>
      </dgm:prSet>
      <dgm:spPr/>
    </dgm:pt>
  </dgm:ptLst>
  <dgm:cxnLst>
    <dgm:cxn modelId="{EC469877-756B-4FCF-A6DA-4573D60822FD}" type="presOf" srcId="{4D2C7381-B5F5-49AA-BC5D-CC573C713AE6}" destId="{CECC483A-7090-4953-B481-B8F6EBCC94B6}" srcOrd="0" destOrd="0" presId="urn:microsoft.com/office/officeart/2005/8/layout/default"/>
    <dgm:cxn modelId="{147F8AA9-C23C-4E01-A358-E41DE97834B5}" srcId="{570D07C1-AAB8-46BE-8513-35BCE459D3CE}" destId="{7E3845B5-8B8E-4CB2-9617-F045CDD857D9}" srcOrd="2" destOrd="0" parTransId="{E1EBA133-1CBA-4C3A-A281-E5F3E4B1D8FB}" sibTransId="{41675125-34DE-41FD-B317-D81FE1C6A64B}"/>
    <dgm:cxn modelId="{CBE1D9DB-571D-404E-96D4-8DADB0AF1D2B}" srcId="{570D07C1-AAB8-46BE-8513-35BCE459D3CE}" destId="{EAEBF647-E750-4487-8DFE-1ACAB85CDE7F}" srcOrd="10" destOrd="0" parTransId="{C244DC69-44BF-41D7-A722-F05C9C3ED46A}" sibTransId="{A71299A9-2738-420F-9FDB-4C40E8159E83}"/>
    <dgm:cxn modelId="{E7D59DF3-7F90-4EB8-8FF8-5A04A077F509}" type="presOf" srcId="{C1090023-76CE-4814-A539-E340E5E8609C}" destId="{BCDAD6F9-51A9-47A8-B40C-ABF02823B88F}" srcOrd="0" destOrd="0" presId="urn:microsoft.com/office/officeart/2005/8/layout/default"/>
    <dgm:cxn modelId="{63B6356C-E3D4-4E8F-AE28-B10BC79A1BC9}" type="presOf" srcId="{768626D0-B445-48C0-B86B-23C09F2C051D}" destId="{BAC8D4D5-3CEB-44BF-BDC5-2E10A41A0169}" srcOrd="0" destOrd="0" presId="urn:microsoft.com/office/officeart/2005/8/layout/default"/>
    <dgm:cxn modelId="{94E1F883-21D6-4C30-A32A-460C917543E1}" type="presOf" srcId="{A778D9AE-E307-4B3C-9773-92F2AD6863A0}" destId="{3FBBB2AD-60E4-49E2-A671-57F0C410D908}" srcOrd="0" destOrd="0" presId="urn:microsoft.com/office/officeart/2005/8/layout/default"/>
    <dgm:cxn modelId="{FFF921D7-2099-42F9-9C55-84CF852F8F5C}" type="presOf" srcId="{EAEBF647-E750-4487-8DFE-1ACAB85CDE7F}" destId="{B3D023F8-69CD-4D69-A506-5D558DACCB00}" srcOrd="0" destOrd="0" presId="urn:microsoft.com/office/officeart/2005/8/layout/default"/>
    <dgm:cxn modelId="{119CB2D3-4F09-4AB9-BE9B-75ECAEACF73A}" type="presOf" srcId="{1B3E5A01-8FE2-46BE-9E4B-6AF03E2176BE}" destId="{4C623FE2-D617-4F47-92D7-95A7328712AD}" srcOrd="0" destOrd="0" presId="urn:microsoft.com/office/officeart/2005/8/layout/default"/>
    <dgm:cxn modelId="{397F9608-2333-457B-BDE9-0C0CCF0C9A07}" srcId="{570D07C1-AAB8-46BE-8513-35BCE459D3CE}" destId="{4D2C7381-B5F5-49AA-BC5D-CC573C713AE6}" srcOrd="4" destOrd="0" parTransId="{5097BB9C-EC7F-49A6-85AF-A3E812CD6C25}" sibTransId="{534B9740-A773-4D9C-8081-CBCEF46B6516}"/>
    <dgm:cxn modelId="{20D1A0CA-6F7E-44F0-83B5-2ADD91095742}" srcId="{570D07C1-AAB8-46BE-8513-35BCE459D3CE}" destId="{EDC77812-7523-4F10-A5B0-74D3723D58F5}" srcOrd="3" destOrd="0" parTransId="{124F300A-84E3-4A1F-90BA-546AE654416A}" sibTransId="{F5F6DDC4-0FF2-4079-A49E-4CF7E7C05765}"/>
    <dgm:cxn modelId="{8A296DB7-F924-41E5-A0CA-E50977E270CC}" srcId="{570D07C1-AAB8-46BE-8513-35BCE459D3CE}" destId="{768626D0-B445-48C0-B86B-23C09F2C051D}" srcOrd="8" destOrd="0" parTransId="{16ABD2A5-34FC-486A-831C-DC58A5CADFE7}" sibTransId="{E7C537A7-456A-4399-85A1-F6E34B47A897}"/>
    <dgm:cxn modelId="{2C1CD9F7-09B5-4CA9-9C90-02184DF35EC2}" srcId="{570D07C1-AAB8-46BE-8513-35BCE459D3CE}" destId="{9648D80D-DA24-4AB7-9974-B38DECF14BD2}" srcOrd="6" destOrd="0" parTransId="{B7B39DF8-F62D-4BF6-93F9-605303C805C8}" sibTransId="{549F5AA9-4477-4BFD-AFDA-BF6D2280DCDD}"/>
    <dgm:cxn modelId="{E4F6FDEA-F08C-494A-BCE1-CD319474A5A6}" srcId="{570D07C1-AAB8-46BE-8513-35BCE459D3CE}" destId="{A778D9AE-E307-4B3C-9773-92F2AD6863A0}" srcOrd="9" destOrd="0" parTransId="{2171E8B4-3130-4FDB-91FD-60EF4575A849}" sibTransId="{F2F0481E-B8D3-4B55-85A4-F9D8F532F2D7}"/>
    <dgm:cxn modelId="{BD482D60-63F2-4200-B5C4-DB7A395BD085}" type="presOf" srcId="{1D2CBBA6-3948-442C-8D70-496B6B649B3E}" destId="{90E83113-AC8B-4C5C-A4A1-F17244D16EA6}" srcOrd="0" destOrd="0" presId="urn:microsoft.com/office/officeart/2005/8/layout/default"/>
    <dgm:cxn modelId="{5B40D7CB-BB5B-4A2C-A5DE-8AF590F159FE}" srcId="{570D07C1-AAB8-46BE-8513-35BCE459D3CE}" destId="{1D2CBBA6-3948-442C-8D70-496B6B649B3E}" srcOrd="1" destOrd="0" parTransId="{2F55D90D-6F1D-4019-B2E7-D9DADF873DE5}" sibTransId="{7724D9FF-DBB4-4E30-9E08-0E733EFC1DE0}"/>
    <dgm:cxn modelId="{C3E9BE91-D8DB-4F56-BAD7-0066E55E7A82}" type="presOf" srcId="{570D07C1-AAB8-46BE-8513-35BCE459D3CE}" destId="{0723EA92-3844-42C6-BEDE-7100F96FEE5D}" srcOrd="0" destOrd="0" presId="urn:microsoft.com/office/officeart/2005/8/layout/default"/>
    <dgm:cxn modelId="{23E68CFF-27E5-4009-9FA2-41FD6B830E60}" type="presOf" srcId="{9648D80D-DA24-4AB7-9974-B38DECF14BD2}" destId="{37FC02D4-EF3D-45E4-A9B5-6816253500DE}" srcOrd="0" destOrd="0" presId="urn:microsoft.com/office/officeart/2005/8/layout/default"/>
    <dgm:cxn modelId="{6A175DF0-F177-4AED-AC74-302D6F81E771}" srcId="{570D07C1-AAB8-46BE-8513-35BCE459D3CE}" destId="{1B3E5A01-8FE2-46BE-9E4B-6AF03E2176BE}" srcOrd="7" destOrd="0" parTransId="{FBA03257-6F61-421E-9ACD-E4A4C1E44F0F}" sibTransId="{CB090E83-E485-4AB4-924D-2F7FB820E710}"/>
    <dgm:cxn modelId="{D8B1E06A-1CFB-40E5-B0D6-1390FDD4C82A}" srcId="{570D07C1-AAB8-46BE-8513-35BCE459D3CE}" destId="{C1090023-76CE-4814-A539-E340E5E8609C}" srcOrd="0" destOrd="0" parTransId="{D040AA57-22D5-428B-A217-045A567DA62C}" sibTransId="{AD8FCB2A-7225-4E54-AAAE-5E04B50F3347}"/>
    <dgm:cxn modelId="{35B5488A-4279-44F0-80FF-685DD92B4A9F}" type="presOf" srcId="{EDC77812-7523-4F10-A5B0-74D3723D58F5}" destId="{629D85EF-FF99-4335-A2DB-149ED2B704D3}" srcOrd="0" destOrd="0" presId="urn:microsoft.com/office/officeart/2005/8/layout/default"/>
    <dgm:cxn modelId="{F452E24F-549C-4FED-93C1-E10C37673255}" type="presOf" srcId="{8DA8DD51-292A-4CC3-9514-5FE857015352}" destId="{1F18B56E-8ED0-4B8D-AAF8-696BB26C3BB2}" srcOrd="0" destOrd="0" presId="urn:microsoft.com/office/officeart/2005/8/layout/default"/>
    <dgm:cxn modelId="{8FFFCE22-B4A7-4C3B-ABC0-453903D85A3D}" srcId="{570D07C1-AAB8-46BE-8513-35BCE459D3CE}" destId="{8DA8DD51-292A-4CC3-9514-5FE857015352}" srcOrd="5" destOrd="0" parTransId="{E281A9E5-15FA-4A22-8710-AB12C0C53DF2}" sibTransId="{0D1332AA-58E3-4431-8ADF-3D340880D0CD}"/>
    <dgm:cxn modelId="{A20D8C79-4F08-426B-A349-0126AB4EECF6}" type="presOf" srcId="{7E3845B5-8B8E-4CB2-9617-F045CDD857D9}" destId="{65FB5E29-81F4-4109-832C-07760B374FDB}" srcOrd="0" destOrd="0" presId="urn:microsoft.com/office/officeart/2005/8/layout/default"/>
    <dgm:cxn modelId="{2CDCEC3E-188B-48B2-A685-F329FD941906}" type="presParOf" srcId="{0723EA92-3844-42C6-BEDE-7100F96FEE5D}" destId="{BCDAD6F9-51A9-47A8-B40C-ABF02823B88F}" srcOrd="0" destOrd="0" presId="urn:microsoft.com/office/officeart/2005/8/layout/default"/>
    <dgm:cxn modelId="{2F3780C7-A851-4485-A90F-EA8749E88960}" type="presParOf" srcId="{0723EA92-3844-42C6-BEDE-7100F96FEE5D}" destId="{E61DC00E-2A03-4537-8E6A-F91DDF674345}" srcOrd="1" destOrd="0" presId="urn:microsoft.com/office/officeart/2005/8/layout/default"/>
    <dgm:cxn modelId="{10A2391C-38E0-4D98-91BA-C40D3F478E33}" type="presParOf" srcId="{0723EA92-3844-42C6-BEDE-7100F96FEE5D}" destId="{90E83113-AC8B-4C5C-A4A1-F17244D16EA6}" srcOrd="2" destOrd="0" presId="urn:microsoft.com/office/officeart/2005/8/layout/default"/>
    <dgm:cxn modelId="{A9196E6C-8A56-4FFC-A9A5-8E1E6BACD91A}" type="presParOf" srcId="{0723EA92-3844-42C6-BEDE-7100F96FEE5D}" destId="{FF50B64C-6D9E-486D-9091-A66E4F4FF40B}" srcOrd="3" destOrd="0" presId="urn:microsoft.com/office/officeart/2005/8/layout/default"/>
    <dgm:cxn modelId="{273986AA-EF2C-486A-A437-2BC724F78CCE}" type="presParOf" srcId="{0723EA92-3844-42C6-BEDE-7100F96FEE5D}" destId="{65FB5E29-81F4-4109-832C-07760B374FDB}" srcOrd="4" destOrd="0" presId="urn:microsoft.com/office/officeart/2005/8/layout/default"/>
    <dgm:cxn modelId="{2ABE22D9-B246-489A-AE41-7D3A9174E417}" type="presParOf" srcId="{0723EA92-3844-42C6-BEDE-7100F96FEE5D}" destId="{084684FD-67B9-49D2-B167-D564EA6187EC}" srcOrd="5" destOrd="0" presId="urn:microsoft.com/office/officeart/2005/8/layout/default"/>
    <dgm:cxn modelId="{680361D5-FF1C-4E4B-B143-287BF7BA6ABE}" type="presParOf" srcId="{0723EA92-3844-42C6-BEDE-7100F96FEE5D}" destId="{629D85EF-FF99-4335-A2DB-149ED2B704D3}" srcOrd="6" destOrd="0" presId="urn:microsoft.com/office/officeart/2005/8/layout/default"/>
    <dgm:cxn modelId="{F109D9EE-F803-4FAF-AB81-4B489248630C}" type="presParOf" srcId="{0723EA92-3844-42C6-BEDE-7100F96FEE5D}" destId="{38B0D701-378C-45BC-8BE2-2EE39F918066}" srcOrd="7" destOrd="0" presId="urn:microsoft.com/office/officeart/2005/8/layout/default"/>
    <dgm:cxn modelId="{CA3AE589-11B8-4152-90E2-2E20C6B4BC58}" type="presParOf" srcId="{0723EA92-3844-42C6-BEDE-7100F96FEE5D}" destId="{CECC483A-7090-4953-B481-B8F6EBCC94B6}" srcOrd="8" destOrd="0" presId="urn:microsoft.com/office/officeart/2005/8/layout/default"/>
    <dgm:cxn modelId="{B73B27DF-FC20-4A1E-9ECC-2F792DDC6511}" type="presParOf" srcId="{0723EA92-3844-42C6-BEDE-7100F96FEE5D}" destId="{9FE2AD80-0CA3-4C26-A8E7-7333211CE322}" srcOrd="9" destOrd="0" presId="urn:microsoft.com/office/officeart/2005/8/layout/default"/>
    <dgm:cxn modelId="{3C26EBEC-86F7-4D41-A840-B07E4DA8FA9D}" type="presParOf" srcId="{0723EA92-3844-42C6-BEDE-7100F96FEE5D}" destId="{1F18B56E-8ED0-4B8D-AAF8-696BB26C3BB2}" srcOrd="10" destOrd="0" presId="urn:microsoft.com/office/officeart/2005/8/layout/default"/>
    <dgm:cxn modelId="{CFACB491-C227-424B-A6C7-A75607E7CD8D}" type="presParOf" srcId="{0723EA92-3844-42C6-BEDE-7100F96FEE5D}" destId="{F0F60115-794E-4F83-9F81-7D79D134B551}" srcOrd="11" destOrd="0" presId="urn:microsoft.com/office/officeart/2005/8/layout/default"/>
    <dgm:cxn modelId="{2F68F4C8-2205-48E4-A1F0-4D5DD027E147}" type="presParOf" srcId="{0723EA92-3844-42C6-BEDE-7100F96FEE5D}" destId="{37FC02D4-EF3D-45E4-A9B5-6816253500DE}" srcOrd="12" destOrd="0" presId="urn:microsoft.com/office/officeart/2005/8/layout/default"/>
    <dgm:cxn modelId="{40371DAB-DF68-4FF5-AB05-A76EB5EC512C}" type="presParOf" srcId="{0723EA92-3844-42C6-BEDE-7100F96FEE5D}" destId="{EAB16724-883B-4A9C-A4F1-0895DB8AB84B}" srcOrd="13" destOrd="0" presId="urn:microsoft.com/office/officeart/2005/8/layout/default"/>
    <dgm:cxn modelId="{A82B5587-0BC5-4FCD-B3B8-17F58517C05F}" type="presParOf" srcId="{0723EA92-3844-42C6-BEDE-7100F96FEE5D}" destId="{4C623FE2-D617-4F47-92D7-95A7328712AD}" srcOrd="14" destOrd="0" presId="urn:microsoft.com/office/officeart/2005/8/layout/default"/>
    <dgm:cxn modelId="{5482833F-B2F2-4D5A-89CE-CA583A744352}" type="presParOf" srcId="{0723EA92-3844-42C6-BEDE-7100F96FEE5D}" destId="{6F549F3D-466B-43FE-9348-CE183B49DB7E}" srcOrd="15" destOrd="0" presId="urn:microsoft.com/office/officeart/2005/8/layout/default"/>
    <dgm:cxn modelId="{A3972A66-9C4B-4F52-B081-E0FDF5568477}" type="presParOf" srcId="{0723EA92-3844-42C6-BEDE-7100F96FEE5D}" destId="{BAC8D4D5-3CEB-44BF-BDC5-2E10A41A0169}" srcOrd="16" destOrd="0" presId="urn:microsoft.com/office/officeart/2005/8/layout/default"/>
    <dgm:cxn modelId="{7A64B23A-9727-4A83-8933-7E5B030614C2}" type="presParOf" srcId="{0723EA92-3844-42C6-BEDE-7100F96FEE5D}" destId="{FDAD8BF5-68EE-4919-983D-03578302C9A0}" srcOrd="17" destOrd="0" presId="urn:microsoft.com/office/officeart/2005/8/layout/default"/>
    <dgm:cxn modelId="{84D54A8E-4FAE-45AF-B30C-50EC11C550D6}" type="presParOf" srcId="{0723EA92-3844-42C6-BEDE-7100F96FEE5D}" destId="{3FBBB2AD-60E4-49E2-A671-57F0C410D908}" srcOrd="18" destOrd="0" presId="urn:microsoft.com/office/officeart/2005/8/layout/default"/>
    <dgm:cxn modelId="{C2A9D9DE-8778-4054-9FAB-5626C03C71BA}" type="presParOf" srcId="{0723EA92-3844-42C6-BEDE-7100F96FEE5D}" destId="{D2AAFFBB-2810-4D51-970B-32EA286FCE05}" srcOrd="19" destOrd="0" presId="urn:microsoft.com/office/officeart/2005/8/layout/default"/>
    <dgm:cxn modelId="{27776C2C-FE46-41A8-8567-D441B6A3EF9B}" type="presParOf" srcId="{0723EA92-3844-42C6-BEDE-7100F96FEE5D}" destId="{B3D023F8-69CD-4D69-A506-5D558DACCB00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0D07C1-AAB8-46BE-8513-35BCE459D3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C1090023-76CE-4814-A539-E340E5E8609C}">
      <dgm:prSet phldrT="[Text]" custT="1"/>
      <dgm:spPr/>
      <dgm:t>
        <a:bodyPr/>
        <a:lstStyle/>
        <a:p>
          <a:r>
            <a:rPr lang="en-ZA" sz="2600" b="1" dirty="0"/>
            <a:t>Web browser</a:t>
          </a:r>
          <a:endParaRPr lang="en-ZA" sz="2600" dirty="0"/>
        </a:p>
      </dgm:t>
    </dgm:pt>
    <dgm:pt modelId="{D040AA57-22D5-428B-A217-045A567DA62C}" type="parTrans" cxnId="{D8B1E06A-1CFB-40E5-B0D6-1390FDD4C82A}">
      <dgm:prSet/>
      <dgm:spPr/>
      <dgm:t>
        <a:bodyPr/>
        <a:lstStyle/>
        <a:p>
          <a:endParaRPr lang="en-ZA" sz="2600"/>
        </a:p>
      </dgm:t>
    </dgm:pt>
    <dgm:pt modelId="{AD8FCB2A-7225-4E54-AAAE-5E04B50F3347}" type="sibTrans" cxnId="{D8B1E06A-1CFB-40E5-B0D6-1390FDD4C82A}">
      <dgm:prSet/>
      <dgm:spPr/>
      <dgm:t>
        <a:bodyPr/>
        <a:lstStyle/>
        <a:p>
          <a:endParaRPr lang="en-ZA" sz="2600"/>
        </a:p>
      </dgm:t>
    </dgm:pt>
    <dgm:pt modelId="{1D2CBBA6-3948-442C-8D70-496B6B649B3E}">
      <dgm:prSet phldrT="[Text]" custT="1"/>
      <dgm:spPr/>
      <dgm:t>
        <a:bodyPr/>
        <a:lstStyle/>
        <a:p>
          <a:r>
            <a:rPr lang="en-ZA" sz="2600" b="1" dirty="0"/>
            <a:t>Search engine</a:t>
          </a:r>
          <a:endParaRPr lang="en-ZA" sz="2600" dirty="0"/>
        </a:p>
      </dgm:t>
    </dgm:pt>
    <dgm:pt modelId="{2F55D90D-6F1D-4019-B2E7-D9DADF873DE5}" type="parTrans" cxnId="{5B40D7CB-BB5B-4A2C-A5DE-8AF590F159FE}">
      <dgm:prSet/>
      <dgm:spPr/>
      <dgm:t>
        <a:bodyPr/>
        <a:lstStyle/>
        <a:p>
          <a:endParaRPr lang="en-ZA" sz="2600"/>
        </a:p>
      </dgm:t>
    </dgm:pt>
    <dgm:pt modelId="{7724D9FF-DBB4-4E30-9E08-0E733EFC1DE0}" type="sibTrans" cxnId="{5B40D7CB-BB5B-4A2C-A5DE-8AF590F159FE}">
      <dgm:prSet/>
      <dgm:spPr/>
      <dgm:t>
        <a:bodyPr/>
        <a:lstStyle/>
        <a:p>
          <a:endParaRPr lang="en-ZA" sz="2600"/>
        </a:p>
      </dgm:t>
    </dgm:pt>
    <dgm:pt modelId="{0723EA92-3844-42C6-BEDE-7100F96FEE5D}" type="pres">
      <dgm:prSet presAssocID="{570D07C1-AAB8-46BE-8513-35BCE459D3CE}" presName="diagram" presStyleCnt="0">
        <dgm:presLayoutVars>
          <dgm:dir/>
          <dgm:resizeHandles val="exact"/>
        </dgm:presLayoutVars>
      </dgm:prSet>
      <dgm:spPr/>
    </dgm:pt>
    <dgm:pt modelId="{BCDAD6F9-51A9-47A8-B40C-ABF02823B88F}" type="pres">
      <dgm:prSet presAssocID="{C1090023-76CE-4814-A539-E340E5E8609C}" presName="node" presStyleLbl="node1" presStyleIdx="0" presStyleCnt="2">
        <dgm:presLayoutVars>
          <dgm:bulletEnabled val="1"/>
        </dgm:presLayoutVars>
      </dgm:prSet>
      <dgm:spPr/>
    </dgm:pt>
    <dgm:pt modelId="{E61DC00E-2A03-4537-8E6A-F91DDF674345}" type="pres">
      <dgm:prSet presAssocID="{AD8FCB2A-7225-4E54-AAAE-5E04B50F3347}" presName="sibTrans" presStyleCnt="0"/>
      <dgm:spPr/>
    </dgm:pt>
    <dgm:pt modelId="{90E83113-AC8B-4C5C-A4A1-F17244D16EA6}" type="pres">
      <dgm:prSet presAssocID="{1D2CBBA6-3948-442C-8D70-496B6B649B3E}" presName="node" presStyleLbl="node1" presStyleIdx="1" presStyleCnt="2">
        <dgm:presLayoutVars>
          <dgm:bulletEnabled val="1"/>
        </dgm:presLayoutVars>
      </dgm:prSet>
      <dgm:spPr/>
    </dgm:pt>
  </dgm:ptLst>
  <dgm:cxnLst>
    <dgm:cxn modelId="{5B40D7CB-BB5B-4A2C-A5DE-8AF590F159FE}" srcId="{570D07C1-AAB8-46BE-8513-35BCE459D3CE}" destId="{1D2CBBA6-3948-442C-8D70-496B6B649B3E}" srcOrd="1" destOrd="0" parTransId="{2F55D90D-6F1D-4019-B2E7-D9DADF873DE5}" sibTransId="{7724D9FF-DBB4-4E30-9E08-0E733EFC1DE0}"/>
    <dgm:cxn modelId="{D7BD7E53-97BE-4DC7-BA35-E1C0E71A6096}" type="presOf" srcId="{C1090023-76CE-4814-A539-E340E5E8609C}" destId="{BCDAD6F9-51A9-47A8-B40C-ABF02823B88F}" srcOrd="0" destOrd="0" presId="urn:microsoft.com/office/officeart/2005/8/layout/default"/>
    <dgm:cxn modelId="{D8B1E06A-1CFB-40E5-B0D6-1390FDD4C82A}" srcId="{570D07C1-AAB8-46BE-8513-35BCE459D3CE}" destId="{C1090023-76CE-4814-A539-E340E5E8609C}" srcOrd="0" destOrd="0" parTransId="{D040AA57-22D5-428B-A217-045A567DA62C}" sibTransId="{AD8FCB2A-7225-4E54-AAAE-5E04B50F3347}"/>
    <dgm:cxn modelId="{8B914737-B8F2-4A5A-AB27-DBE6DC880E4D}" type="presOf" srcId="{1D2CBBA6-3948-442C-8D70-496B6B649B3E}" destId="{90E83113-AC8B-4C5C-A4A1-F17244D16EA6}" srcOrd="0" destOrd="0" presId="urn:microsoft.com/office/officeart/2005/8/layout/default"/>
    <dgm:cxn modelId="{C54CE80A-5585-4DF8-AA7F-492FF823EE8E}" type="presOf" srcId="{570D07C1-AAB8-46BE-8513-35BCE459D3CE}" destId="{0723EA92-3844-42C6-BEDE-7100F96FEE5D}" srcOrd="0" destOrd="0" presId="urn:microsoft.com/office/officeart/2005/8/layout/default"/>
    <dgm:cxn modelId="{2B378019-D2B1-4D79-BABE-067036F0870B}" type="presParOf" srcId="{0723EA92-3844-42C6-BEDE-7100F96FEE5D}" destId="{BCDAD6F9-51A9-47A8-B40C-ABF02823B88F}" srcOrd="0" destOrd="0" presId="urn:microsoft.com/office/officeart/2005/8/layout/default"/>
    <dgm:cxn modelId="{ED6BE811-04A0-4DCD-AF73-7FB92FDF7E2A}" type="presParOf" srcId="{0723EA92-3844-42C6-BEDE-7100F96FEE5D}" destId="{E61DC00E-2A03-4537-8E6A-F91DDF674345}" srcOrd="1" destOrd="0" presId="urn:microsoft.com/office/officeart/2005/8/layout/default"/>
    <dgm:cxn modelId="{F25D0709-4E93-48E6-A924-D6354D5223EB}" type="presParOf" srcId="{0723EA92-3844-42C6-BEDE-7100F96FEE5D}" destId="{90E83113-AC8B-4C5C-A4A1-F17244D16EA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D6F9-51A9-47A8-B40C-ABF02823B88F}">
      <dsp:nvSpPr>
        <dsp:cNvPr id="0" name=""/>
        <dsp:cNvSpPr/>
      </dsp:nvSpPr>
      <dsp:spPr>
        <a:xfrm>
          <a:off x="0" y="127000"/>
          <a:ext cx="1904999" cy="1143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WWW</a:t>
          </a:r>
          <a:endParaRPr lang="en-ZA" sz="2600" kern="1200" dirty="0"/>
        </a:p>
      </dsp:txBody>
      <dsp:txXfrm>
        <a:off x="0" y="127000"/>
        <a:ext cx="1904999" cy="1143000"/>
      </dsp:txXfrm>
    </dsp:sp>
    <dsp:sp modelId="{90E83113-AC8B-4C5C-A4A1-F17244D16EA6}">
      <dsp:nvSpPr>
        <dsp:cNvPr id="0" name=""/>
        <dsp:cNvSpPr/>
      </dsp:nvSpPr>
      <dsp:spPr>
        <a:xfrm>
          <a:off x="2095500" y="127000"/>
          <a:ext cx="1904999" cy="1143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Web page</a:t>
          </a:r>
          <a:endParaRPr lang="en-ZA" sz="2600" kern="1200" dirty="0"/>
        </a:p>
      </dsp:txBody>
      <dsp:txXfrm>
        <a:off x="2095500" y="127000"/>
        <a:ext cx="1904999" cy="1143000"/>
      </dsp:txXfrm>
    </dsp:sp>
    <dsp:sp modelId="{65FB5E29-81F4-4109-832C-07760B374FDB}">
      <dsp:nvSpPr>
        <dsp:cNvPr id="0" name=""/>
        <dsp:cNvSpPr/>
      </dsp:nvSpPr>
      <dsp:spPr>
        <a:xfrm>
          <a:off x="4191000" y="127000"/>
          <a:ext cx="1904999" cy="1143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Website</a:t>
          </a:r>
          <a:endParaRPr lang="en-ZA" sz="2600" kern="1200" dirty="0"/>
        </a:p>
      </dsp:txBody>
      <dsp:txXfrm>
        <a:off x="4191000" y="127000"/>
        <a:ext cx="1904999" cy="1143000"/>
      </dsp:txXfrm>
    </dsp:sp>
    <dsp:sp modelId="{629D85EF-FF99-4335-A2DB-149ED2B704D3}">
      <dsp:nvSpPr>
        <dsp:cNvPr id="0" name=""/>
        <dsp:cNvSpPr/>
      </dsp:nvSpPr>
      <dsp:spPr>
        <a:xfrm>
          <a:off x="0" y="1460500"/>
          <a:ext cx="1904999" cy="1143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Home page of a website</a:t>
          </a:r>
          <a:endParaRPr lang="en-ZA" sz="2600" kern="1200" dirty="0"/>
        </a:p>
      </dsp:txBody>
      <dsp:txXfrm>
        <a:off x="0" y="1460500"/>
        <a:ext cx="1904999" cy="1143000"/>
      </dsp:txXfrm>
    </dsp:sp>
    <dsp:sp modelId="{CECC483A-7090-4953-B481-B8F6EBCC94B6}">
      <dsp:nvSpPr>
        <dsp:cNvPr id="0" name=""/>
        <dsp:cNvSpPr/>
      </dsp:nvSpPr>
      <dsp:spPr>
        <a:xfrm>
          <a:off x="2095500" y="1460500"/>
          <a:ext cx="1904999" cy="11430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Hyperlink</a:t>
          </a:r>
          <a:endParaRPr lang="en-ZA" sz="2600" kern="1200" dirty="0"/>
        </a:p>
      </dsp:txBody>
      <dsp:txXfrm>
        <a:off x="2095500" y="1460500"/>
        <a:ext cx="1904999" cy="1143000"/>
      </dsp:txXfrm>
    </dsp:sp>
    <dsp:sp modelId="{1F18B56E-8ED0-4B8D-AAF8-696BB26C3BB2}">
      <dsp:nvSpPr>
        <dsp:cNvPr id="0" name=""/>
        <dsp:cNvSpPr/>
      </dsp:nvSpPr>
      <dsp:spPr>
        <a:xfrm>
          <a:off x="4191000" y="1460500"/>
          <a:ext cx="1904999" cy="1143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Web server</a:t>
          </a:r>
          <a:endParaRPr lang="en-ZA" sz="2600" kern="1200" dirty="0"/>
        </a:p>
      </dsp:txBody>
      <dsp:txXfrm>
        <a:off x="4191000" y="1460500"/>
        <a:ext cx="1904999" cy="1143000"/>
      </dsp:txXfrm>
    </dsp:sp>
    <dsp:sp modelId="{37FC02D4-EF3D-45E4-A9B5-6816253500DE}">
      <dsp:nvSpPr>
        <dsp:cNvPr id="0" name=""/>
        <dsp:cNvSpPr/>
      </dsp:nvSpPr>
      <dsp:spPr>
        <a:xfrm>
          <a:off x="1047750" y="2793999"/>
          <a:ext cx="1904999" cy="1143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URL</a:t>
          </a:r>
          <a:endParaRPr lang="en-ZA" sz="2600" kern="1200" dirty="0"/>
        </a:p>
      </dsp:txBody>
      <dsp:txXfrm>
        <a:off x="1047750" y="2793999"/>
        <a:ext cx="1904999" cy="1143000"/>
      </dsp:txXfrm>
    </dsp:sp>
    <dsp:sp modelId="{4C623FE2-D617-4F47-92D7-95A7328712AD}">
      <dsp:nvSpPr>
        <dsp:cNvPr id="0" name=""/>
        <dsp:cNvSpPr/>
      </dsp:nvSpPr>
      <dsp:spPr>
        <a:xfrm>
          <a:off x="3143250" y="2793999"/>
          <a:ext cx="1904999" cy="1143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/>
            <a:t>IP address</a:t>
          </a:r>
          <a:endParaRPr lang="en-ZA" sz="2600" kern="1200" dirty="0"/>
        </a:p>
      </dsp:txBody>
      <dsp:txXfrm>
        <a:off x="3143250" y="2793999"/>
        <a:ext cx="1904999" cy="1143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D6F9-51A9-47A8-B40C-ABF02823B88F}">
      <dsp:nvSpPr>
        <dsp:cNvPr id="0" name=""/>
        <dsp:cNvSpPr/>
      </dsp:nvSpPr>
      <dsp:spPr>
        <a:xfrm>
          <a:off x="2033" y="361222"/>
          <a:ext cx="1613033" cy="9678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Web portal</a:t>
          </a:r>
          <a:endParaRPr lang="en-ZA" sz="1900" kern="1200" dirty="0"/>
        </a:p>
      </dsp:txBody>
      <dsp:txXfrm>
        <a:off x="2033" y="361222"/>
        <a:ext cx="1613033" cy="967820"/>
      </dsp:txXfrm>
    </dsp:sp>
    <dsp:sp modelId="{90E83113-AC8B-4C5C-A4A1-F17244D16EA6}">
      <dsp:nvSpPr>
        <dsp:cNvPr id="0" name=""/>
        <dsp:cNvSpPr/>
      </dsp:nvSpPr>
      <dsp:spPr>
        <a:xfrm>
          <a:off x="1776369" y="361222"/>
          <a:ext cx="1613033" cy="9678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Informational</a:t>
          </a:r>
          <a:endParaRPr lang="en-ZA" sz="1900" kern="1200" dirty="0"/>
        </a:p>
      </dsp:txBody>
      <dsp:txXfrm>
        <a:off x="1776369" y="361222"/>
        <a:ext cx="1613033" cy="967820"/>
      </dsp:txXfrm>
    </dsp:sp>
    <dsp:sp modelId="{65FB5E29-81F4-4109-832C-07760B374FDB}">
      <dsp:nvSpPr>
        <dsp:cNvPr id="0" name=""/>
        <dsp:cNvSpPr/>
      </dsp:nvSpPr>
      <dsp:spPr>
        <a:xfrm>
          <a:off x="3550706" y="361222"/>
          <a:ext cx="1613033" cy="9678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News</a:t>
          </a:r>
          <a:endParaRPr lang="en-ZA" sz="1900" kern="1200" dirty="0"/>
        </a:p>
      </dsp:txBody>
      <dsp:txXfrm>
        <a:off x="3550706" y="361222"/>
        <a:ext cx="1613033" cy="967820"/>
      </dsp:txXfrm>
    </dsp:sp>
    <dsp:sp modelId="{629D85EF-FF99-4335-A2DB-149ED2B704D3}">
      <dsp:nvSpPr>
        <dsp:cNvPr id="0" name=""/>
        <dsp:cNvSpPr/>
      </dsp:nvSpPr>
      <dsp:spPr>
        <a:xfrm>
          <a:off x="5325043" y="361222"/>
          <a:ext cx="1613033" cy="9678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Business or marketing</a:t>
          </a:r>
          <a:endParaRPr lang="en-ZA" sz="1900" kern="1200" dirty="0"/>
        </a:p>
      </dsp:txBody>
      <dsp:txXfrm>
        <a:off x="5325043" y="361222"/>
        <a:ext cx="1613033" cy="967820"/>
      </dsp:txXfrm>
    </dsp:sp>
    <dsp:sp modelId="{CECC483A-7090-4953-B481-B8F6EBCC94B6}">
      <dsp:nvSpPr>
        <dsp:cNvPr id="0" name=""/>
        <dsp:cNvSpPr/>
      </dsp:nvSpPr>
      <dsp:spPr>
        <a:xfrm>
          <a:off x="2033" y="1490345"/>
          <a:ext cx="1613033" cy="9678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Personal</a:t>
          </a:r>
          <a:endParaRPr lang="en-ZA" sz="1900" kern="1200" dirty="0"/>
        </a:p>
      </dsp:txBody>
      <dsp:txXfrm>
        <a:off x="2033" y="1490345"/>
        <a:ext cx="1613033" cy="967820"/>
      </dsp:txXfrm>
    </dsp:sp>
    <dsp:sp modelId="{1F18B56E-8ED0-4B8D-AAF8-696BB26C3BB2}">
      <dsp:nvSpPr>
        <dsp:cNvPr id="0" name=""/>
        <dsp:cNvSpPr/>
      </dsp:nvSpPr>
      <dsp:spPr>
        <a:xfrm>
          <a:off x="1776369" y="1490345"/>
          <a:ext cx="1613033" cy="9678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Wiki</a:t>
          </a:r>
          <a:endParaRPr lang="en-ZA" sz="1900" kern="1200" dirty="0"/>
        </a:p>
      </dsp:txBody>
      <dsp:txXfrm>
        <a:off x="1776369" y="1490345"/>
        <a:ext cx="1613033" cy="967820"/>
      </dsp:txXfrm>
    </dsp:sp>
    <dsp:sp modelId="{37FC02D4-EF3D-45E4-A9B5-6816253500DE}">
      <dsp:nvSpPr>
        <dsp:cNvPr id="0" name=""/>
        <dsp:cNvSpPr/>
      </dsp:nvSpPr>
      <dsp:spPr>
        <a:xfrm>
          <a:off x="3554303" y="1505685"/>
          <a:ext cx="1613033" cy="9678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Educational</a:t>
          </a:r>
          <a:endParaRPr lang="en-ZA" sz="1900" kern="1200" dirty="0"/>
        </a:p>
      </dsp:txBody>
      <dsp:txXfrm>
        <a:off x="3554303" y="1505685"/>
        <a:ext cx="1613033" cy="967820"/>
      </dsp:txXfrm>
    </dsp:sp>
    <dsp:sp modelId="{4C623FE2-D617-4F47-92D7-95A7328712AD}">
      <dsp:nvSpPr>
        <dsp:cNvPr id="0" name=""/>
        <dsp:cNvSpPr/>
      </dsp:nvSpPr>
      <dsp:spPr>
        <a:xfrm>
          <a:off x="5327076" y="1469973"/>
          <a:ext cx="1613033" cy="9678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Entertainment</a:t>
          </a:r>
          <a:endParaRPr lang="en-ZA" sz="1900" kern="1200" dirty="0"/>
        </a:p>
      </dsp:txBody>
      <dsp:txXfrm>
        <a:off x="5327076" y="1469973"/>
        <a:ext cx="1613033" cy="967820"/>
      </dsp:txXfrm>
    </dsp:sp>
    <dsp:sp modelId="{BAC8D4D5-3CEB-44BF-BDC5-2E10A41A0169}">
      <dsp:nvSpPr>
        <dsp:cNvPr id="0" name=""/>
        <dsp:cNvSpPr/>
      </dsp:nvSpPr>
      <dsp:spPr>
        <a:xfrm>
          <a:off x="889201" y="2619469"/>
          <a:ext cx="1613033" cy="9678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Advocacy</a:t>
          </a:r>
          <a:endParaRPr lang="en-ZA" sz="1900" kern="1200" dirty="0"/>
        </a:p>
      </dsp:txBody>
      <dsp:txXfrm>
        <a:off x="889201" y="2619469"/>
        <a:ext cx="1613033" cy="967820"/>
      </dsp:txXfrm>
    </dsp:sp>
    <dsp:sp modelId="{3FBBB2AD-60E4-49E2-A671-57F0C410D908}">
      <dsp:nvSpPr>
        <dsp:cNvPr id="0" name=""/>
        <dsp:cNvSpPr/>
      </dsp:nvSpPr>
      <dsp:spPr>
        <a:xfrm>
          <a:off x="2663538" y="2619469"/>
          <a:ext cx="1613033" cy="9678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Web application</a:t>
          </a:r>
          <a:endParaRPr lang="en-ZA" sz="1900" kern="1200" dirty="0"/>
        </a:p>
      </dsp:txBody>
      <dsp:txXfrm>
        <a:off x="2663538" y="2619469"/>
        <a:ext cx="1613033" cy="967820"/>
      </dsp:txXfrm>
    </dsp:sp>
    <dsp:sp modelId="{B3D023F8-69CD-4D69-A506-5D558DACCB00}">
      <dsp:nvSpPr>
        <dsp:cNvPr id="0" name=""/>
        <dsp:cNvSpPr/>
      </dsp:nvSpPr>
      <dsp:spPr>
        <a:xfrm>
          <a:off x="4437875" y="2619469"/>
          <a:ext cx="1613033" cy="9678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 dirty="0"/>
            <a:t>Content aggregator</a:t>
          </a:r>
          <a:endParaRPr lang="en-ZA" sz="1900" kern="1200" dirty="0"/>
        </a:p>
      </dsp:txBody>
      <dsp:txXfrm>
        <a:off x="4437875" y="2619469"/>
        <a:ext cx="1613033" cy="967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D6F9-51A9-47A8-B40C-ABF02823B88F}">
      <dsp:nvSpPr>
        <dsp:cNvPr id="0" name=""/>
        <dsp:cNvSpPr/>
      </dsp:nvSpPr>
      <dsp:spPr>
        <a:xfrm>
          <a:off x="787" y="718890"/>
          <a:ext cx="3070625" cy="18423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Web browser</a:t>
          </a:r>
          <a:endParaRPr lang="en-ZA" sz="2600" kern="1200" dirty="0"/>
        </a:p>
      </dsp:txBody>
      <dsp:txXfrm>
        <a:off x="787" y="718890"/>
        <a:ext cx="3070625" cy="1842375"/>
      </dsp:txXfrm>
    </dsp:sp>
    <dsp:sp modelId="{90E83113-AC8B-4C5C-A4A1-F17244D16EA6}">
      <dsp:nvSpPr>
        <dsp:cNvPr id="0" name=""/>
        <dsp:cNvSpPr/>
      </dsp:nvSpPr>
      <dsp:spPr>
        <a:xfrm>
          <a:off x="3378475" y="718890"/>
          <a:ext cx="3070625" cy="18423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Search engine</a:t>
          </a:r>
          <a:endParaRPr lang="en-ZA" sz="2600" kern="1200" dirty="0"/>
        </a:p>
      </dsp:txBody>
      <dsp:txXfrm>
        <a:off x="3378475" y="718890"/>
        <a:ext cx="3070625" cy="1842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44492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6000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657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39676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314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15950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03525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9945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5499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2050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60299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4787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77828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49400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5299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7289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5367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94714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5180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643885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48146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1995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0132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5706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626240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62262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585946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8196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7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11" Type="http://schemas.openxmlformats.org/officeDocument/2006/relationships/slide" Target="slide30.xml"/><Relationship Id="rId5" Type="http://schemas.openxmlformats.org/officeDocument/2006/relationships/slide" Target="slide21.xml"/><Relationship Id="rId10" Type="http://schemas.openxmlformats.org/officeDocument/2006/relationships/slide" Target="slide27.xml"/><Relationship Id="rId4" Type="http://schemas.openxmlformats.org/officeDocument/2006/relationships/slide" Target="slide11.xml"/><Relationship Id="rId9" Type="http://schemas.openxmlformats.org/officeDocument/2006/relationships/slide" Target="slide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3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56592" y="2707233"/>
            <a:ext cx="7543800" cy="2593975"/>
          </a:xfr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800" b="1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Module 2.3 </a:t>
            </a:r>
            <a:br>
              <a:rPr lang="en-US" sz="4800" b="1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ZA" sz="4800" b="1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The World Wide Web</a:t>
            </a:r>
            <a:endParaRPr lang="en-US" sz="4800" b="1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75856" y="764704"/>
            <a:ext cx="3744416" cy="1872208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sz="5400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www</a:t>
            </a:r>
            <a:endParaRPr lang="en-US" sz="54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7422" y="1124744"/>
            <a:ext cx="3744416" cy="1872208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sz="5400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www</a:t>
            </a:r>
            <a:endParaRPr lang="en-US" sz="54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7462" y="1700808"/>
            <a:ext cx="3744416" cy="1872208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www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1" y="188640"/>
            <a:ext cx="1236290" cy="1764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672" y="1257640"/>
            <a:ext cx="4896544" cy="532859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ZA" sz="3300" dirty="0">
                <a:hlinkClick r:id="rId2" action="ppaction://hlinksldjump"/>
              </a:rPr>
              <a:t>Introduction</a:t>
            </a:r>
            <a:endParaRPr lang="en-ZA" sz="3300" dirty="0"/>
          </a:p>
          <a:p>
            <a:pPr marL="900000" lvl="1" indent="-360000"/>
            <a:r>
              <a:rPr lang="en-ZA" sz="2800" dirty="0">
                <a:hlinkClick r:id="rId2" action="ppaction://hlinksldjump"/>
              </a:rPr>
              <a:t>Web pages and websites</a:t>
            </a:r>
            <a:endParaRPr lang="en-ZA" sz="2800" dirty="0"/>
          </a:p>
          <a:p>
            <a:pPr marL="900000" lvl="1" indent="-360000"/>
            <a:r>
              <a:rPr lang="en-ZA" sz="2800" dirty="0">
                <a:hlinkClick r:id="rId3" action="ppaction://hlinksldjump"/>
              </a:rPr>
              <a:t>Web addresses</a:t>
            </a:r>
            <a:endParaRPr lang="en-ZA" sz="2800" dirty="0"/>
          </a:p>
          <a:p>
            <a:pPr marL="114300" indent="0">
              <a:buNone/>
            </a:pPr>
            <a:r>
              <a:rPr lang="en-ZA" sz="3300" dirty="0">
                <a:hlinkClick r:id="rId4" action="ppaction://hlinksldjump"/>
              </a:rPr>
              <a:t>Types of websites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>
                <a:hlinkClick r:id="rId5" action="ppaction://hlinksldjump"/>
              </a:rPr>
              <a:t>Activity 1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>
                <a:hlinkClick r:id="rId6" action="ppaction://hlinksldjump"/>
              </a:rPr>
              <a:t>Browsing and searching</a:t>
            </a:r>
            <a:endParaRPr lang="en-ZA" sz="3300" dirty="0"/>
          </a:p>
          <a:p>
            <a:pPr marL="900000" lvl="1" indent="-360000"/>
            <a:r>
              <a:rPr lang="en-ZA" sz="2800" dirty="0">
                <a:hlinkClick r:id="rId6" action="ppaction://hlinksldjump"/>
              </a:rPr>
              <a:t>What is a web browser?</a:t>
            </a:r>
            <a:endParaRPr lang="en-ZA" sz="2800" dirty="0"/>
          </a:p>
          <a:p>
            <a:pPr marL="900000" lvl="1" indent="-360000"/>
            <a:r>
              <a:rPr lang="en-ZA" sz="2800" dirty="0">
                <a:hlinkClick r:id="rId7" action="ppaction://hlinksldjump"/>
              </a:rPr>
              <a:t>What is a search engine?</a:t>
            </a:r>
            <a:endParaRPr lang="en-ZA" sz="2800" dirty="0"/>
          </a:p>
          <a:p>
            <a:pPr marL="900000" lvl="1" indent="-360000"/>
            <a:r>
              <a:rPr lang="en-ZA" sz="2800" dirty="0">
                <a:hlinkClick r:id="rId8" action="ppaction://hlinksldjump"/>
              </a:rPr>
              <a:t>Successful searching</a:t>
            </a:r>
            <a:endParaRPr lang="en-ZA" sz="2800" dirty="0"/>
          </a:p>
          <a:p>
            <a:pPr marL="114300" indent="0">
              <a:buNone/>
            </a:pPr>
            <a:r>
              <a:rPr lang="en-ZA" sz="3300" dirty="0">
                <a:hlinkClick r:id="rId9" action="ppaction://hlinksldjump"/>
              </a:rPr>
              <a:t>Activity 2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>
                <a:hlinkClick r:id="rId10" action="ppaction://hlinksldjump"/>
              </a:rPr>
              <a:t>Test </a:t>
            </a:r>
            <a:r>
              <a:rPr lang="en-ZA" sz="3300">
                <a:hlinkClick r:id="rId10" action="ppaction://hlinksldjump"/>
              </a:rPr>
              <a:t>and improve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>
                <a:hlinkClick r:id="rId11" action="ppaction://hlinksldjump"/>
              </a:rPr>
              <a:t>Written module activity</a:t>
            </a:r>
            <a:endParaRPr lang="en-ZA" sz="3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Contents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pages and websites</a:t>
            </a:r>
            <a:endParaRPr lang="en-US" sz="2800" dirty="0">
              <a:latin typeface="+mj-lt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01467" y="2276872"/>
            <a:ext cx="707884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WWW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Vast collection of hyperlinked, interactive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documents</a:t>
            </a:r>
            <a:b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called </a:t>
            </a:r>
            <a:r>
              <a:rPr kumimoji="0" lang="en-ZA" sz="240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 pages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70117" y="3667488"/>
            <a:ext cx="79296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Website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Group of related 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 pages stored at the same web address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70117" y="4725144"/>
            <a:ext cx="734941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Websites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can be created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by anyone (but cost money to maintain and support) – so usually belong to companies, organisations, special interest groups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0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02909" y="1999939"/>
            <a:ext cx="5117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Structure of a website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4301999" y="2618228"/>
            <a:ext cx="3766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Home page – ‘landing page’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95536" y="5838363"/>
            <a:ext cx="354230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Web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page – text, graphics, </a:t>
            </a:r>
            <a:b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audio, video, hyperlinks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9" y="2647525"/>
            <a:ext cx="4158444" cy="29417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1043608" y="3068913"/>
            <a:ext cx="504056" cy="3028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027" y="3401906"/>
            <a:ext cx="4380182" cy="3365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1496438" y="3305766"/>
            <a:ext cx="2643514" cy="15790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Action Button: Home 9">
            <a:hlinkClick r:id="rId5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pages and websites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31941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8" grpId="0"/>
      <p:bldP spid="19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02909" y="1999939"/>
            <a:ext cx="4325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Structure of a website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380789" y="2530330"/>
            <a:ext cx="2696412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Hyperlink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Built-in connection to another website,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webpage or other resource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380789" y="4657400"/>
            <a:ext cx="250648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indicated as text underlined in blue (or blue outline for a graphic)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584032"/>
            <a:ext cx="4694640" cy="36552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742856" y="5229200"/>
            <a:ext cx="605008" cy="144016"/>
          </a:xfrm>
          <a:prstGeom prst="rect">
            <a:avLst/>
          </a:prstGeom>
          <a:solidFill>
            <a:srgbClr val="0033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pages and websites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958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8" grpId="0"/>
      <p:bldP spid="22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02909" y="1999939"/>
            <a:ext cx="49731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Structure of a website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232894" y="2521267"/>
            <a:ext cx="678426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Website must be hosted on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 server </a:t>
            </a: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(computer 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connected to the internet and that hosts websites)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32893" y="3461708"/>
            <a:ext cx="79588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Webmaster: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person who maintains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and develop website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32894" y="4137438"/>
            <a:ext cx="4965042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 pages are created in </a:t>
            </a: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languages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	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ZA" sz="2400" b="0" dirty="0">
                <a:latin typeface="+mn-lt"/>
                <a:cs typeface="Arial" pitchFamily="34" charset="0"/>
              </a:rPr>
              <a:t>HTML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JavaScript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ZA" sz="2400" b="0" dirty="0">
                <a:latin typeface="+mn-lt"/>
                <a:cs typeface="Arial" pitchFamily="34" charset="0"/>
              </a:rPr>
              <a:t>PHP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Python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469" y="5119503"/>
            <a:ext cx="917725" cy="917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194" y="5079700"/>
            <a:ext cx="1890643" cy="99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329" y="4959968"/>
            <a:ext cx="1266079" cy="1266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284" y="4869160"/>
            <a:ext cx="1224136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pages and websites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9200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8" grpId="0"/>
      <p:bldP spid="13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6304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Format of a URL (Uniform Resource Locator</a:t>
            </a:r>
            <a:r>
              <a:rPr lang="en-ZA" dirty="0">
                <a:latin typeface="+mn-lt"/>
              </a:rPr>
              <a:t>)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39700"/>
              </p:ext>
            </p:extLst>
          </p:nvPr>
        </p:nvGraphicFramePr>
        <p:xfrm>
          <a:off x="644049" y="2729233"/>
          <a:ext cx="7240319" cy="372223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723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5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8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6195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ZA" sz="2400" b="1" dirty="0"/>
                        <a:t>Domain Name</a:t>
                      </a:r>
                      <a:endParaRPr lang="en-ZA" sz="24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8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www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.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Site name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.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Type of </a:t>
                      </a:r>
                      <a:r>
                        <a:rPr lang="en-ZA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.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Geographical location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3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studyopportunities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za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facebook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com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cia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gov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1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gamesdomain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uk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wiki.answers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com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en.wikipedia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org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addresses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580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Examples of types of organisations:</a:t>
            </a:r>
            <a:endParaRPr lang="en-ZA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82888"/>
              </p:ext>
            </p:extLst>
          </p:nvPr>
        </p:nvGraphicFramePr>
        <p:xfrm>
          <a:off x="619034" y="2708920"/>
          <a:ext cx="6977301" cy="3779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7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baseline="0" dirty="0"/>
                        <a:t>a</a:t>
                      </a:r>
                      <a:r>
                        <a:rPr lang="en-ZA" sz="2000" b="0" dirty="0"/>
                        <a:t>ny kind of organisation</a:t>
                      </a:r>
                      <a:br>
                        <a:rPr lang="en-ZA" sz="2000" b="0" dirty="0"/>
                      </a:br>
                      <a:r>
                        <a:rPr lang="en-ZA" sz="2000" b="0" dirty="0"/>
                        <a:t>(used to be </a:t>
                      </a:r>
                      <a:r>
                        <a:rPr lang="en-ZA" sz="2000" b="0" dirty="0">
                          <a:solidFill>
                            <a:srgbClr val="FF0000"/>
                          </a:solidFill>
                        </a:rPr>
                        <a:t>commercial</a:t>
                      </a:r>
                      <a:r>
                        <a:rPr lang="en-ZA" sz="2000" b="0" dirty="0"/>
                        <a:t> organisations)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any kind of organisation</a:t>
                      </a:r>
                      <a:br>
                        <a:rPr lang="en-ZA" sz="2000" b="0" dirty="0"/>
                      </a:br>
                      <a:r>
                        <a:rPr lang="en-ZA" sz="2000" b="0" dirty="0"/>
                        <a:t>(used to be organisations related to the </a:t>
                      </a:r>
                      <a:r>
                        <a:rPr lang="en-ZA" sz="2000" b="0" dirty="0">
                          <a:solidFill>
                            <a:srgbClr val="FF0000"/>
                          </a:solidFill>
                        </a:rPr>
                        <a:t>internet</a:t>
                      </a:r>
                      <a:r>
                        <a:rPr lang="en-ZA" sz="20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biz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edu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education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non-profit organisation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academic</a:t>
                      </a:r>
                      <a:r>
                        <a:rPr lang="en-ZA" sz="2000" b="0" baseline="0" dirty="0"/>
                        <a:t> organisation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addresses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0582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58721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Examples of geographical abbreviations </a:t>
            </a:r>
          </a:p>
          <a:p>
            <a:r>
              <a:rPr lang="en-ZA" sz="2400" dirty="0">
                <a:latin typeface="+mn-lt"/>
              </a:rPr>
              <a:t>for country domains:</a:t>
            </a:r>
            <a:endParaRPr lang="en-ZA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23857"/>
              </p:ext>
            </p:extLst>
          </p:nvPr>
        </p:nvGraphicFramePr>
        <p:xfrm>
          <a:off x="611560" y="3212976"/>
          <a:ext cx="6984776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33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za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South Africa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uk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United Kingdom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sa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Saudi Arabia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/>
                        <a:t>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Australia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nz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New Zealand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United States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Lesotho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addresses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8349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75771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IP Address:</a:t>
            </a:r>
            <a:r>
              <a:rPr lang="en-ZA" sz="2400" b="0" dirty="0">
                <a:latin typeface="+mn-lt"/>
              </a:rPr>
              <a:t> numerical address that uniquely identifies any computer/device connected to internet/network</a:t>
            </a:r>
            <a:endParaRPr lang="en-ZA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238" y="3920488"/>
            <a:ext cx="485775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51"/>
          <p:cNvSpPr txBox="1">
            <a:spLocks noChangeArrowheads="1"/>
          </p:cNvSpPr>
          <p:nvPr/>
        </p:nvSpPr>
        <p:spPr bwMode="auto">
          <a:xfrm>
            <a:off x="611560" y="3140968"/>
            <a:ext cx="3279878" cy="3046606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ZA" b="0" dirty="0">
                <a:latin typeface="Arial"/>
                <a:ea typeface="Calibri"/>
              </a:rPr>
              <a:t>Currently a</a:t>
            </a:r>
            <a:r>
              <a:rPr lang="en-ZA" b="0" dirty="0">
                <a:effectLst/>
                <a:latin typeface="Arial"/>
                <a:ea typeface="Calibri"/>
              </a:rPr>
              <a:t>n IP address for </a:t>
            </a:r>
            <a:br>
              <a:rPr lang="en-ZA" b="0" dirty="0">
                <a:effectLst/>
                <a:latin typeface="Arial"/>
                <a:ea typeface="Calibri"/>
              </a:rPr>
            </a:br>
            <a:r>
              <a:rPr lang="en-ZA" dirty="0">
                <a:solidFill>
                  <a:schemeClr val="tx1"/>
                </a:solidFill>
                <a:effectLst/>
                <a:latin typeface="Arial"/>
                <a:ea typeface="Calibri"/>
              </a:rPr>
              <a:t>www.google.co.za </a:t>
            </a:r>
            <a:r>
              <a:rPr lang="en-ZA" b="0" dirty="0">
                <a:effectLst/>
                <a:latin typeface="Arial"/>
                <a:ea typeface="Calibri"/>
              </a:rPr>
              <a:t>is </a:t>
            </a:r>
            <a:r>
              <a:rPr lang="en-ZA" dirty="0">
                <a:effectLst/>
                <a:latin typeface="Arial"/>
                <a:ea typeface="Calibri"/>
              </a:rPr>
              <a:t>216.58.194.163</a:t>
            </a:r>
            <a:r>
              <a:rPr lang="en-ZA" b="0" dirty="0">
                <a:effectLst/>
                <a:latin typeface="Arial"/>
                <a:ea typeface="Calibri"/>
              </a:rPr>
              <a:t>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ZA" b="0" dirty="0">
                <a:latin typeface="Arial"/>
                <a:ea typeface="Calibri"/>
              </a:rPr>
              <a:t>A</a:t>
            </a:r>
            <a:r>
              <a:rPr lang="en-ZA" b="0" dirty="0">
                <a:effectLst/>
                <a:latin typeface="Arial"/>
                <a:ea typeface="Calibri"/>
              </a:rPr>
              <a:t>ccess this site by typing either </a:t>
            </a:r>
            <a:r>
              <a:rPr lang="en-ZA" dirty="0">
                <a:effectLst/>
                <a:latin typeface="Arial"/>
                <a:ea typeface="Calibri"/>
              </a:rPr>
              <a:t>216.58.194.163</a:t>
            </a:r>
            <a:r>
              <a:rPr lang="en-ZA" b="0" dirty="0">
                <a:effectLst/>
                <a:latin typeface="Arial"/>
                <a:ea typeface="Calibri"/>
              </a:rPr>
              <a:t> or </a:t>
            </a:r>
            <a:r>
              <a:rPr lang="en-ZA" dirty="0">
                <a:effectLst/>
                <a:latin typeface="Arial"/>
                <a:ea typeface="Calibri"/>
              </a:rPr>
              <a:t>www.google.co.za </a:t>
            </a:r>
            <a:br>
              <a:rPr lang="en-ZA" dirty="0">
                <a:effectLst/>
                <a:latin typeface="Arial"/>
                <a:ea typeface="Calibri"/>
              </a:rPr>
            </a:br>
            <a:r>
              <a:rPr lang="en-ZA" b="0" dirty="0">
                <a:effectLst/>
                <a:latin typeface="Arial"/>
                <a:ea typeface="Calibri"/>
              </a:rPr>
              <a:t>in the address bar of a browser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addresses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4533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" name="Rectangle 18"/>
          <p:cNvSpPr/>
          <p:nvPr/>
        </p:nvSpPr>
        <p:spPr>
          <a:xfrm>
            <a:off x="214282" y="2100196"/>
            <a:ext cx="55818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Starting point for searching on web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Provides links to different subjects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Links to websites for news, weather, sport,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" t="36243" r="6817" b="12593"/>
          <a:stretch/>
        </p:blipFill>
        <p:spPr bwMode="auto">
          <a:xfrm>
            <a:off x="683568" y="3238743"/>
            <a:ext cx="4330823" cy="10389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" t="16374" r="5297" b="31392"/>
          <a:stretch/>
        </p:blipFill>
        <p:spPr bwMode="auto">
          <a:xfrm>
            <a:off x="3347864" y="3615802"/>
            <a:ext cx="4176464" cy="10607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09583" y="4790363"/>
            <a:ext cx="3485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Government web portals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282850"/>
            <a:ext cx="7200800" cy="103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Action Button: Home 9">
            <a:hlinkClick r:id="rId6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 portal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175" y="2249577"/>
            <a:ext cx="7929618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Provides information to the public / customers / interested parties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School websites provide information to parents and learners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Most government institutions have an informational website – </a:t>
            </a:r>
            <a:br>
              <a:rPr lang="en-ZA" b="0" dirty="0">
                <a:latin typeface="+mn-lt"/>
              </a:rPr>
            </a:br>
            <a:r>
              <a:rPr lang="en-ZA" b="0" dirty="0">
                <a:latin typeface="+mn-lt"/>
              </a:rPr>
              <a:t>contains information relating to the department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23" y="4101762"/>
            <a:ext cx="7582333" cy="177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Informational website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76215" y="2208783"/>
            <a:ext cx="7929618" cy="114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Current events, sport, weather, exchange rates,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Magazines and newspapers have website with summaries </a:t>
            </a:r>
            <a:br>
              <a:rPr lang="en-ZA" b="0" dirty="0">
                <a:latin typeface="+mn-lt"/>
              </a:rPr>
            </a:br>
            <a:r>
              <a:rPr lang="en-ZA" b="0" dirty="0">
                <a:latin typeface="+mn-lt"/>
              </a:rPr>
              <a:t>and extra material, such as video clips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1" r="7299" b="21469"/>
          <a:stretch/>
        </p:blipFill>
        <p:spPr bwMode="auto">
          <a:xfrm>
            <a:off x="683568" y="3567211"/>
            <a:ext cx="2422542" cy="118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7" r="5012"/>
          <a:stretch/>
        </p:blipFill>
        <p:spPr bwMode="auto">
          <a:xfrm>
            <a:off x="3356038" y="3567211"/>
            <a:ext cx="1440160" cy="126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" t="22749" r="2246"/>
          <a:stretch/>
        </p:blipFill>
        <p:spPr bwMode="auto">
          <a:xfrm>
            <a:off x="683568" y="5229200"/>
            <a:ext cx="6197871" cy="14348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0"/>
          <a:stretch/>
        </p:blipFill>
        <p:spPr bwMode="auto">
          <a:xfrm>
            <a:off x="5072541" y="3567211"/>
            <a:ext cx="3133292" cy="18001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News website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301387" y="2269321"/>
            <a:ext cx="7389807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Contains information about products and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Examples: Woolworths, Pick n Pay, Kulula, Telkom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0" r="6633" b="17016"/>
          <a:stretch/>
        </p:blipFill>
        <p:spPr bwMode="auto">
          <a:xfrm>
            <a:off x="754728" y="4548748"/>
            <a:ext cx="2378596" cy="1298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8" y="3277534"/>
            <a:ext cx="6936467" cy="1025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7" y="6045200"/>
            <a:ext cx="6936467" cy="624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283" y="4749956"/>
            <a:ext cx="3390912" cy="11108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Business or marketing website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85736" y="2249577"/>
            <a:ext cx="6014456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Anyone can create one – to share interests, hobbies and life experiences with the world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Most people use a blog or social networking site for their personal website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3962596"/>
            <a:ext cx="2777395" cy="105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421" y="5128278"/>
            <a:ext cx="144016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824" y="3816358"/>
            <a:ext cx="1631513" cy="163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252428"/>
            <a:ext cx="1466023" cy="11893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Personal website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85736" y="2261384"/>
            <a:ext cx="4502288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A website that allows for collaborative creating and editing of web pages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Anyone can contribute – final article does not belong to any one individual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Access is usually free</a:t>
            </a:r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555923"/>
            <a:ext cx="2860940" cy="2730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Wiki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79940" y="2269321"/>
            <a:ext cx="6308284" cy="114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Offer ways of formal and informal learning by means of tutorials and simulations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Provide resource materials for educators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290" y="5710424"/>
            <a:ext cx="21812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648940"/>
            <a:ext cx="30670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39" y="3609595"/>
            <a:ext cx="28575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5556644"/>
            <a:ext cx="3960440" cy="868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Educational website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42850" y="2145050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0" dirty="0">
                <a:latin typeface="+mn-lt"/>
              </a:rPr>
              <a:t>Offers all forms of entertainment – online videos, music, sport, gaming and much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850" y="4249058"/>
            <a:ext cx="7137462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Describes an idea, opinion or cause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Usually presents the views of a particular group </a:t>
            </a:r>
            <a:r>
              <a:rPr lang="en-ZA" b="0">
                <a:latin typeface="+mn-lt"/>
              </a:rPr>
              <a:t>or association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>
                <a:latin typeface="+mn-lt"/>
              </a:rPr>
              <a:t>Examples: SPCA and the Endangered Wildlife Trust (EWT)</a:t>
            </a:r>
            <a:endParaRPr lang="en-ZA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502" y="3429000"/>
            <a:ext cx="847806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Advocacy website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Entertainment website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85736" y="2217058"/>
            <a:ext cx="594244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ZA" b="0" dirty="0">
                <a:latin typeface="+mn-lt"/>
              </a:rPr>
              <a:t>Any application that is </a:t>
            </a:r>
            <a:r>
              <a:rPr lang="en-ZA" b="0" dirty="0">
                <a:solidFill>
                  <a:srgbClr val="FF0000"/>
                </a:solidFill>
                <a:latin typeface="+mn-lt"/>
              </a:rPr>
              <a:t>accessed only over the internet </a:t>
            </a:r>
            <a:r>
              <a:rPr lang="en-ZA" b="0" dirty="0">
                <a:latin typeface="+mn-lt"/>
              </a:rPr>
              <a:t>and is not stored on your local computer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13897"/>
            <a:ext cx="321945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613" y="4941169"/>
            <a:ext cx="4435823" cy="1284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Action Button: Home 9">
            <a:hlinkClick r:id="rId5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Web application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423867" y="2191154"/>
            <a:ext cx="7454632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ZA" sz="2200" b="0" dirty="0">
                <a:latin typeface="+mn-lt"/>
              </a:rPr>
              <a:t>Website or application that gathers different web content (e.g. news, weather, movie reviews) from different online sources</a:t>
            </a:r>
          </a:p>
          <a:p>
            <a:r>
              <a:rPr lang="en-ZA" dirty="0">
                <a:latin typeface="+mn-lt"/>
              </a:rPr>
              <a:t>Two main types: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1</a:t>
            </a:r>
            <a:r>
              <a:rPr lang="en-ZA" b="0" baseline="30000" dirty="0">
                <a:latin typeface="+mn-lt"/>
              </a:rPr>
              <a:t>st</a:t>
            </a:r>
            <a:r>
              <a:rPr lang="en-ZA" b="0" dirty="0">
                <a:latin typeface="+mn-lt"/>
              </a:rPr>
              <a:t> type gathers info from various sources and displays it on its own website, e.g. IMDb, Rotten Tomatoes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2</a:t>
            </a:r>
            <a:r>
              <a:rPr lang="en-ZA" b="0" baseline="30000" dirty="0">
                <a:latin typeface="+mn-lt"/>
              </a:rPr>
              <a:t>nd</a:t>
            </a:r>
            <a:r>
              <a:rPr lang="en-ZA" b="0" dirty="0">
                <a:latin typeface="+mn-lt"/>
              </a:rPr>
              <a:t> type gathers info from various sources and distributes it according to subscriber needs – e.g. Flipboard, Feedly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of websites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6" b="11815"/>
          <a:stretch/>
        </p:blipFill>
        <p:spPr bwMode="auto">
          <a:xfrm>
            <a:off x="2750465" y="4935040"/>
            <a:ext cx="2143125" cy="17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15" y="4919219"/>
            <a:ext cx="1921295" cy="9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17" b="22747"/>
          <a:stretch/>
        </p:blipFill>
        <p:spPr bwMode="auto">
          <a:xfrm>
            <a:off x="4469121" y="4797152"/>
            <a:ext cx="2365997" cy="783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" t="7028" r="5907" b="11795"/>
          <a:stretch/>
        </p:blipFill>
        <p:spPr bwMode="auto">
          <a:xfrm>
            <a:off x="5652120" y="5545919"/>
            <a:ext cx="2304256" cy="9764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Content aggregator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09798" y="798362"/>
            <a:ext cx="3057599" cy="799907"/>
          </a:xfrm>
        </p:spPr>
        <p:txBody>
          <a:bodyPr/>
          <a:lstStyle/>
          <a:p>
            <a:r>
              <a:rPr lang="en-ZA" dirty="0"/>
              <a:t>Activity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63" y="3724275"/>
            <a:ext cx="2139950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6101" y="1769256"/>
            <a:ext cx="3397732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791" y="1507982"/>
            <a:ext cx="3133292" cy="1962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7" y="4176688"/>
            <a:ext cx="1241473" cy="1241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78" y="3978738"/>
            <a:ext cx="1656184" cy="1637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560478" y="2297654"/>
            <a:ext cx="741344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200" b="0" dirty="0">
                <a:latin typeface="+mn-lt"/>
              </a:rPr>
              <a:t>Software application that allows one to view and explore web pages on the Web, either via hyperlinks or by typing the address in the address bar of the web browser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Browsing and searching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What is a web browser?</a:t>
            </a:r>
            <a:endParaRPr lang="en-US" sz="28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99" y="3750531"/>
            <a:ext cx="7715250" cy="1905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4" y="2348880"/>
            <a:ext cx="7887820" cy="2466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5" name="Rectangle 14"/>
          <p:cNvSpPr/>
          <p:nvPr/>
        </p:nvSpPr>
        <p:spPr>
          <a:xfrm>
            <a:off x="969433" y="4900333"/>
            <a:ext cx="26944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FF0000"/>
                </a:solidFill>
                <a:latin typeface="+mn-lt"/>
              </a:rPr>
              <a:t>Address/Search bar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444" y="5361999"/>
            <a:ext cx="17514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7030A0"/>
                </a:solidFill>
                <a:latin typeface="+mn-lt"/>
              </a:rPr>
              <a:t>Back button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433" y="5850910"/>
            <a:ext cx="22044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00B050"/>
                </a:solidFill>
                <a:latin typeface="+mn-lt"/>
              </a:rPr>
              <a:t>Forward button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433" y="6300358"/>
            <a:ext cx="30900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FF0066"/>
                </a:solidFill>
                <a:latin typeface="+mn-lt"/>
              </a:rPr>
              <a:t>Refresh/Reload button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4525" y="4906721"/>
            <a:ext cx="1921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CC3300"/>
                </a:solidFill>
                <a:latin typeface="+mn-lt"/>
              </a:rPr>
              <a:t>Home button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4525" y="5389245"/>
            <a:ext cx="2375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FF9900"/>
                </a:solidFill>
                <a:latin typeface="+mn-lt"/>
              </a:rPr>
              <a:t>Tabbed browsing 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1309115" y="2759341"/>
            <a:ext cx="2934018" cy="204141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376944" y="2646946"/>
            <a:ext cx="196455" cy="392909"/>
          </a:xfrm>
          <a:prstGeom prst="roundRect">
            <a:avLst>
              <a:gd name="adj" fmla="val 0"/>
            </a:avLst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604632" y="2647144"/>
            <a:ext cx="188710" cy="39985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1036751" y="2646946"/>
            <a:ext cx="218273" cy="400054"/>
          </a:xfrm>
          <a:prstGeom prst="roundRect">
            <a:avLst/>
          </a:prstGeom>
          <a:noFill/>
          <a:ln w="38100" cap="flat" cmpd="sng" algn="ctr">
            <a:solidFill>
              <a:srgbClr val="CC33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1403648" y="2504054"/>
            <a:ext cx="1584176" cy="206607"/>
          </a:xfrm>
          <a:prstGeom prst="roundRect">
            <a:avLst>
              <a:gd name="adj" fmla="val 0"/>
            </a:avLst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832125" y="2646946"/>
            <a:ext cx="190513" cy="400054"/>
          </a:xfrm>
          <a:prstGeom prst="roundRect">
            <a:avLst/>
          </a:prstGeom>
          <a:noFill/>
          <a:ln w="3810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7468456" y="2650132"/>
            <a:ext cx="251173" cy="399856"/>
          </a:xfrm>
          <a:prstGeom prst="roundRect">
            <a:avLst/>
          </a:pr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6704" y="5823664"/>
            <a:ext cx="2977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0033CC"/>
                </a:solidFill>
                <a:latin typeface="+mn-lt"/>
              </a:rPr>
              <a:t>Bookmarks/Favourites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7971571" y="2650132"/>
            <a:ext cx="251173" cy="399856"/>
          </a:xfrm>
          <a:prstGeom prst="roundRect">
            <a:avLst/>
          </a:prstGeom>
          <a:noFill/>
          <a:ln w="38100" cap="flat" cmpd="sng" algn="ctr">
            <a:solidFill>
              <a:srgbClr val="0033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64525" y="6270383"/>
            <a:ext cx="2234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003300"/>
                </a:solidFill>
                <a:latin typeface="+mn-lt"/>
              </a:rPr>
              <a:t>Customise/Tools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Browsing and searching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5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Features of web browsers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" name="Rectangle 29"/>
          <p:cNvSpPr/>
          <p:nvPr/>
        </p:nvSpPr>
        <p:spPr>
          <a:xfrm>
            <a:off x="1244157" y="2327563"/>
            <a:ext cx="60460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200" b="0" dirty="0">
                <a:latin typeface="+mn-lt"/>
              </a:rPr>
              <a:t>Program used to search for documents on the web by using keywords or phrases entered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What is a search engine?</a:t>
            </a:r>
            <a:endParaRPr lang="en-US" sz="2800" dirty="0">
              <a:latin typeface="+mj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r>
              <a:rPr lang="en-Z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Browsing and searching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28" y="3573016"/>
            <a:ext cx="7211144" cy="169455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" name="Rectangle 29"/>
          <p:cNvSpPr/>
          <p:nvPr/>
        </p:nvSpPr>
        <p:spPr>
          <a:xfrm>
            <a:off x="971600" y="2564904"/>
            <a:ext cx="634704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ZA" sz="2400" b="0" dirty="0">
                <a:cs typeface="Arial" pitchFamily="34" charset="0"/>
              </a:rPr>
              <a:t>Step 1: Decide exactly what you want to find</a:t>
            </a:r>
          </a:p>
          <a:p>
            <a:pPr>
              <a:spcAft>
                <a:spcPts val="2400"/>
              </a:spcAft>
            </a:pPr>
            <a:r>
              <a:rPr lang="en-ZA" sz="2400" b="0" dirty="0">
                <a:ea typeface="Calibri" pitchFamily="34" charset="0"/>
                <a:cs typeface="Arial" pitchFamily="34" charset="0"/>
              </a:rPr>
              <a:t>Step 2: Identify keywords</a:t>
            </a:r>
          </a:p>
          <a:p>
            <a:pPr>
              <a:spcAft>
                <a:spcPts val="2400"/>
              </a:spcAft>
            </a:pPr>
            <a:r>
              <a:rPr lang="en-ZA" sz="2400" b="0" dirty="0"/>
              <a:t>Step 3: Use synonyms if necessary</a:t>
            </a:r>
          </a:p>
          <a:p>
            <a:r>
              <a:rPr lang="en-ZA" sz="2400" b="0" dirty="0"/>
              <a:t>Step 4: Use advanced search options</a:t>
            </a:r>
            <a:endParaRPr lang="en-ZA" sz="24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Browsing and searching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4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Successful searching</a:t>
            </a:r>
            <a:endParaRPr lang="en-US" sz="28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2732" y="5367750"/>
            <a:ext cx="5256583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Do not forget to give credit where due: the </a:t>
            </a:r>
            <a:r>
              <a:rPr lang="en-US" dirty="0">
                <a:solidFill>
                  <a:srgbClr val="FF0000"/>
                </a:solidFill>
              </a:rPr>
              <a:t>BIBLIOGRAPHY</a:t>
            </a:r>
            <a:r>
              <a:rPr lang="en-US" dirty="0"/>
              <a:t> is essential!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2726503" y="5084515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302765" y="3717677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3532216" y="5210036"/>
            <a:ext cx="17011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Phishing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8846" y="2222575"/>
            <a:ext cx="11624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Spam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6485" y="2619699"/>
            <a:ext cx="1584088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ZA" sz="28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Cookies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8909" y="2999563"/>
            <a:ext cx="1967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 Firewall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6365" y="3787592"/>
            <a:ext cx="3220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Internet of Things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84" y="4346782"/>
            <a:ext cx="1662635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ZA" sz="280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Spyware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>
          <a:xfrm>
            <a:off x="909798" y="798362"/>
            <a:ext cx="3057599" cy="799907"/>
          </a:xfrm>
        </p:spPr>
        <p:txBody>
          <a:bodyPr/>
          <a:lstStyle/>
          <a:p>
            <a:r>
              <a:rPr lang="en-ZA" dirty="0"/>
              <a:t>Activity 2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7898" y="1428736"/>
            <a:ext cx="845253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j-lt"/>
              </a:rPr>
              <a:t>Summary – concepts, terms and tips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+mj-lt"/>
              </a:rPr>
              <a:t>Websites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 </a:t>
            </a:r>
            <a:r>
              <a:rPr lang="en-ZA"/>
              <a:t>and improve</a:t>
            </a:r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76263110"/>
              </p:ext>
            </p:extLst>
          </p:nvPr>
        </p:nvGraphicFramePr>
        <p:xfrm>
          <a:off x="1047768" y="25333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7898" y="1428736"/>
            <a:ext cx="845253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j-lt"/>
              </a:rPr>
              <a:t>Summary – concepts, terms and tips 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+mj-lt"/>
              </a:rPr>
              <a:t>Types of websites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 </a:t>
            </a:r>
            <a:r>
              <a:rPr lang="en-ZA"/>
              <a:t>and improve</a:t>
            </a:r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27251351"/>
              </p:ext>
            </p:extLst>
          </p:nvPr>
        </p:nvGraphicFramePr>
        <p:xfrm>
          <a:off x="797145" y="2531072"/>
          <a:ext cx="6940110" cy="394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2669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7898" y="1428736"/>
            <a:ext cx="845253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j-lt"/>
              </a:rPr>
              <a:t>Summary – concepts, terms and tips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+mj-lt"/>
              </a:rPr>
              <a:t>Browsing and searching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 </a:t>
            </a:r>
            <a:r>
              <a:rPr lang="en-ZA"/>
              <a:t>and improve</a:t>
            </a:r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086135806"/>
              </p:ext>
            </p:extLst>
          </p:nvPr>
        </p:nvGraphicFramePr>
        <p:xfrm>
          <a:off x="1042256" y="2636912"/>
          <a:ext cx="6449888" cy="3280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73433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2313" y="836712"/>
            <a:ext cx="6369967" cy="799907"/>
          </a:xfrm>
        </p:spPr>
        <p:txBody>
          <a:bodyPr/>
          <a:lstStyle/>
          <a:p>
            <a:r>
              <a:rPr lang="en-ZA" dirty="0"/>
              <a:t>Written module activity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9277</TotalTime>
  <Words>960</Words>
  <Application>Microsoft Office PowerPoint</Application>
  <PresentationFormat>On-screen Show (4:3)</PresentationFormat>
  <Paragraphs>295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Times New Roman</vt:lpstr>
      <vt:lpstr>Adjacency</vt:lpstr>
      <vt:lpstr>Module 2.3  The World Wide Web</vt:lpstr>
      <vt:lpstr>Contents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Types of websites</vt:lpstr>
      <vt:lpstr>Types of websites</vt:lpstr>
      <vt:lpstr>Types of websites</vt:lpstr>
      <vt:lpstr>Types of websites</vt:lpstr>
      <vt:lpstr>Types of websites</vt:lpstr>
      <vt:lpstr>Types of websites</vt:lpstr>
      <vt:lpstr>Types of websites</vt:lpstr>
      <vt:lpstr>Types of websites</vt:lpstr>
      <vt:lpstr>Types of websites</vt:lpstr>
      <vt:lpstr>Types of websites</vt:lpstr>
      <vt:lpstr>Activity 1</vt:lpstr>
      <vt:lpstr>Browsing and searching</vt:lpstr>
      <vt:lpstr>Browsing and searching</vt:lpstr>
      <vt:lpstr>Browsing and searching</vt:lpstr>
      <vt:lpstr>Browsing and searching</vt:lpstr>
      <vt:lpstr>Activity 2</vt:lpstr>
      <vt:lpstr>Test and improve</vt:lpstr>
      <vt:lpstr>Test and improve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2.3  The World Wide Web</dc:title>
  <cp:lastModifiedBy>Sandra Jacobs</cp:lastModifiedBy>
  <cp:revision>1</cp:revision>
  <dcterms:created xsi:type="dcterms:W3CDTF">2006-08-13T21:23:21Z</dcterms:created>
  <dcterms:modified xsi:type="dcterms:W3CDTF">2017-01-21T10:51:59Z</dcterms:modified>
</cp:coreProperties>
</file>